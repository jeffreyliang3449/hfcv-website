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3.xml"/>
  <Override ContentType="application/vnd.openxmlformats-officedocument.presentationml.slide+xml" PartName="/ppt/slides/slide6.xml"/>
  <Override ContentType="application/vnd.openxmlformats-officedocument.presentationml.slide+xml" PartName="/ppt/slides/slide9.xml"/>
  <Override ContentType="application/vnd.openxmlformats-officedocument.presentationml.slide+xml" PartName="/ppt/slides/slide5.xml"/>
  <Override ContentType="application/vnd.openxmlformats-officedocument.presentationml.slide+xml" PartName="/ppt/slides/slide8.xml"/>
  <Override ContentType="application/vnd.openxmlformats-officedocument.presentationml.slide+xml" PartName="/ppt/slides/slide7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80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</p:sldIdLst>
  <p:sldSz cy="5143500" cx="9144000"/>
  <p:notesSz cx="6858000" cy="9144000"/>
  <p:embeddedFontLst>
    <p:embeddedFont>
      <p:font typeface="Poppins"/>
      <p:regular r:id="rId17"/>
      <p:bold r:id="rId18"/>
      <p:italic r:id="rId19"/>
      <p:boldItalic r:id="rId20"/>
    </p:embeddedFont>
    <p:embeddedFont>
      <p:font typeface="Poppins Medium"/>
      <p:regular r:id="rId21"/>
      <p:bold r:id="rId22"/>
      <p:italic r:id="rId23"/>
      <p:boldItalic r:id="rId24"/>
    </p:embeddedFont>
    <p:embeddedFont>
      <p:font typeface="Poppins SemiBold"/>
      <p:regular r:id="rId25"/>
      <p:bold r:id="rId26"/>
      <p:italic r:id="rId27"/>
      <p:boldItalic r:id="rId28"/>
    </p:embeddedFont>
    <p:embeddedFont>
      <p:font typeface="PT Sans"/>
      <p:regular r:id="rId29"/>
      <p:bold r:id="rId30"/>
      <p:italic r:id="rId31"/>
      <p:boldItalic r:id="rId32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620">
          <p15:clr>
            <a:srgbClr val="747775"/>
          </p15:clr>
        </p15:guide>
        <p15:guide id="2" pos="2880">
          <p15:clr>
            <a:srgbClr val="747775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FCAA07F8-4112-45B0-B528-39FB32D84F45}">
  <a:tblStyle styleId="{FCAA07F8-4112-45B0-B528-39FB32D84F45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620" orient="horz"/>
        <p:guide pos="288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20" Type="http://schemas.openxmlformats.org/officeDocument/2006/relationships/font" Target="fonts/Poppins-boldItalic.fntdata"/><Relationship Id="rId22" Type="http://schemas.openxmlformats.org/officeDocument/2006/relationships/font" Target="fonts/PoppinsMedium-bold.fntdata"/><Relationship Id="rId21" Type="http://schemas.openxmlformats.org/officeDocument/2006/relationships/font" Target="fonts/PoppinsMedium-regular.fntdata"/><Relationship Id="rId24" Type="http://schemas.openxmlformats.org/officeDocument/2006/relationships/font" Target="fonts/PoppinsMedium-boldItalic.fntdata"/><Relationship Id="rId23" Type="http://schemas.openxmlformats.org/officeDocument/2006/relationships/font" Target="fonts/PoppinsMedium-italic.fntdata"/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3.xml"/><Relationship Id="rId26" Type="http://schemas.openxmlformats.org/officeDocument/2006/relationships/font" Target="fonts/PoppinsSemiBold-bold.fntdata"/><Relationship Id="rId25" Type="http://schemas.openxmlformats.org/officeDocument/2006/relationships/font" Target="fonts/PoppinsSemiBold-regular.fntdata"/><Relationship Id="rId28" Type="http://schemas.openxmlformats.org/officeDocument/2006/relationships/font" Target="fonts/PoppinsSemiBold-boldItalic.fntdata"/><Relationship Id="rId27" Type="http://schemas.openxmlformats.org/officeDocument/2006/relationships/font" Target="fonts/PoppinsSemiBold-italic.fntdata"/><Relationship Id="rId5" Type="http://schemas.openxmlformats.org/officeDocument/2006/relationships/slideMaster" Target="slideMasters/slideMaster1.xml"/><Relationship Id="rId6" Type="http://schemas.openxmlformats.org/officeDocument/2006/relationships/notesMaster" Target="notesMasters/notesMaster1.xml"/><Relationship Id="rId29" Type="http://schemas.openxmlformats.org/officeDocument/2006/relationships/font" Target="fonts/PTSans-regular.fntdata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31" Type="http://schemas.openxmlformats.org/officeDocument/2006/relationships/font" Target="fonts/PTSans-italic.fntdata"/><Relationship Id="rId30" Type="http://schemas.openxmlformats.org/officeDocument/2006/relationships/font" Target="fonts/PTSans-bold.fntdata"/><Relationship Id="rId11" Type="http://schemas.openxmlformats.org/officeDocument/2006/relationships/slide" Target="slides/slide5.xml"/><Relationship Id="rId10" Type="http://schemas.openxmlformats.org/officeDocument/2006/relationships/slide" Target="slides/slide4.xml"/><Relationship Id="rId32" Type="http://schemas.openxmlformats.org/officeDocument/2006/relationships/font" Target="fonts/PTSans-boldItalic.fntdata"/><Relationship Id="rId13" Type="http://schemas.openxmlformats.org/officeDocument/2006/relationships/slide" Target="slides/slide7.xml"/><Relationship Id="rId12" Type="http://schemas.openxmlformats.org/officeDocument/2006/relationships/slide" Target="slides/slide6.xml"/><Relationship Id="rId15" Type="http://schemas.openxmlformats.org/officeDocument/2006/relationships/slide" Target="slides/slide9.xml"/><Relationship Id="rId14" Type="http://schemas.openxmlformats.org/officeDocument/2006/relationships/slide" Target="slides/slide8.xml"/><Relationship Id="rId17" Type="http://schemas.openxmlformats.org/officeDocument/2006/relationships/font" Target="fonts/Poppins-regular.fntdata"/><Relationship Id="rId16" Type="http://schemas.openxmlformats.org/officeDocument/2006/relationships/slide" Target="slides/slide10.xml"/><Relationship Id="rId19" Type="http://schemas.openxmlformats.org/officeDocument/2006/relationships/font" Target="fonts/Poppins-italic.fntdata"/><Relationship Id="rId18" Type="http://schemas.openxmlformats.org/officeDocument/2006/relationships/font" Target="fonts/Poppins-bold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25" name="Shape 16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26" name="Google Shape;16126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27" name="Google Shape;16127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31" name="Shape 16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32" name="Google Shape;16132;g3476ec6a541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33" name="Google Shape;16133;g3476ec6a541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44" name="Shape 16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5" name="Google Shape;16145;g3476ec6a541_0_161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46" name="Google Shape;16146;g3476ec6a541_0_161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53" name="Shape 16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54" name="Google Shape;16154;g3476ec6a541_0_161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55" name="Google Shape;16155;g3476ec6a541_0_161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61" name="Shape 16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62" name="Google Shape;16162;g3476ec6a541_0_161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63" name="Google Shape;16163;g3476ec6a541_0_161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71" name="Shape 16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2" name="Google Shape;16172;g3476ec6a541_0_161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73" name="Google Shape;16173;g3476ec6a541_0_161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80" name="Shape 16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81" name="Google Shape;16181;g3476ec6a541_0_161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82" name="Google Shape;16182;g3476ec6a541_0_161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91" name="Shape 16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92" name="Google Shape;16192;g3476ec6a541_0_161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93" name="Google Shape;16193;g3476ec6a541_0_161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01" name="Shape 16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2" name="Google Shape;16202;g3476ec6a541_0_161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03" name="Google Shape;16203;g3476ec6a541_0_161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18" name="Shape 16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19" name="Google Shape;16219;g3476ec6a541_0_162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20" name="Google Shape;16220;g3476ec6a541_0_162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s://bit.ly/3A1uf1Q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solidFill>
          <a:schemeClr val="dk1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0" name="Google Shape;10;p2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2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2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2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2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6" name="Google Shape;1626;p2"/>
          <p:cNvSpPr txBox="1"/>
          <p:nvPr>
            <p:ph type="ctrTitle"/>
          </p:nvPr>
        </p:nvSpPr>
        <p:spPr>
          <a:xfrm>
            <a:off x="713225" y="564343"/>
            <a:ext cx="7717500" cy="31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b="0" sz="60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627" name="Google Shape;1627;p2"/>
          <p:cNvSpPr txBox="1"/>
          <p:nvPr>
            <p:ph idx="1" type="subTitle"/>
          </p:nvPr>
        </p:nvSpPr>
        <p:spPr>
          <a:xfrm>
            <a:off x="713250" y="3682906"/>
            <a:ext cx="7717500" cy="409800"/>
          </a:xfrm>
          <a:prstGeom prst="rect">
            <a:avLst/>
          </a:prstGeom>
          <a:solidFill>
            <a:schemeClr val="dk2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628" name="Google Shape;1628;p2"/>
          <p:cNvSpPr/>
          <p:nvPr/>
        </p:nvSpPr>
        <p:spPr>
          <a:xfrm>
            <a:off x="-14900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9" name="Google Shape;1629;p2"/>
          <p:cNvSpPr/>
          <p:nvPr/>
        </p:nvSpPr>
        <p:spPr>
          <a:xfrm>
            <a:off x="1164785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0" name="Google Shape;1630;p2"/>
          <p:cNvGrpSpPr/>
          <p:nvPr/>
        </p:nvGrpSpPr>
        <p:grpSpPr>
          <a:xfrm>
            <a:off x="-77409" y="-99751"/>
            <a:ext cx="347597" cy="4345456"/>
            <a:chOff x="-136402" y="-175976"/>
            <a:chExt cx="347597" cy="4345456"/>
          </a:xfrm>
        </p:grpSpPr>
        <p:sp>
          <p:nvSpPr>
            <p:cNvPr id="1631" name="Google Shape;1631;p2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8" name="Google Shape;1658;p2"/>
          <p:cNvGrpSpPr/>
          <p:nvPr/>
        </p:nvGrpSpPr>
        <p:grpSpPr>
          <a:xfrm>
            <a:off x="-77409" y="-99751"/>
            <a:ext cx="347597" cy="4345451"/>
            <a:chOff x="-136402" y="-175976"/>
            <a:chExt cx="347597" cy="4345451"/>
          </a:xfrm>
        </p:grpSpPr>
        <p:sp>
          <p:nvSpPr>
            <p:cNvPr id="1659" name="Google Shape;1659;p2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5" name="Google Shape;1685;p2"/>
          <p:cNvSpPr/>
          <p:nvPr/>
        </p:nvSpPr>
        <p:spPr>
          <a:xfrm>
            <a:off x="-77457" y="-9980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solidFill>
          <a:schemeClr val="dk1"/>
        </a:solidFill>
      </p:bgPr>
    </p:bg>
    <p:spTree>
      <p:nvGrpSpPr>
        <p:cNvPr id="1686" name="Shape 1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7" name="Google Shape;1687;p3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688" name="Google Shape;1688;p3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3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3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3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3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3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3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3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3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3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3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3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3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3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3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3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3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3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3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3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3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3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3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3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3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3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3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3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3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3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3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3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3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3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3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3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3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3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3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3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3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3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3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3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3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3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3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3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3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3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3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3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3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3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3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3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3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3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3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3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3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3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3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3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3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3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3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3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3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3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3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3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3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3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3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3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3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3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3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3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3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3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3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3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3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3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3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3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3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3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3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3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3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3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3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3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3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3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3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3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3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3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3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3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3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3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3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3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3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3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3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3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3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3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3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3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3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3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3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3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3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3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3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3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3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3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3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3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3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3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3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3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3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3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3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3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3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3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3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3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3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3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3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3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3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3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3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3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3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3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3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3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3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3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3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3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3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3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3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3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3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3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3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3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3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3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3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3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3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3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3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3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3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3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3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3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3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3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3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3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3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3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3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3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3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3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3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3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3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3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3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3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3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3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3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3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3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3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3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3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3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3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3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3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3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3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3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3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3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3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3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3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3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3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3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3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3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3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3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3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3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3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3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3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3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3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3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3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3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3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3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3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3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3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3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3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3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3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3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3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3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3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3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3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3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3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3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3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3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3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3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3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3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3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3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3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3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3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3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3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3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3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3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3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3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3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3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3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3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3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3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3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3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3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3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3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3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3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3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3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3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3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3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3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3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3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3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3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3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3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3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3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3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3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3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3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3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3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3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3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3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3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3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3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3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3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3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3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3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3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3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3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3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3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3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3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3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3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3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3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3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3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3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3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3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3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3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3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3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3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3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3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3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3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3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3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3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3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3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3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3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3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3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3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3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3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3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3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3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3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3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3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3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3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3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3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3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3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3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3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3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3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3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3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3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3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3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3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3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3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3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3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3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3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3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3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3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3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3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3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3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3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3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3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3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3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3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3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3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3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3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3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3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3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3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3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3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3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3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3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3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3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3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3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3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3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3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3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3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3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3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3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3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3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3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3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3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3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3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3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3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3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3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3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3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3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3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3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3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3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3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3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3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3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3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3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3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3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3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3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3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3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3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3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3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3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3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3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3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3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3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3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3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3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3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3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3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3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3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3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3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3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3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3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3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3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3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3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3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3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3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3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3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3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3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3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3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3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3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3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3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3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3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3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3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3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3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3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3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3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3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3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3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3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3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3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3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3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3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3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3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3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3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3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3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3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3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3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3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3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3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3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3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3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3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3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3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3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3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3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3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3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3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3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3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3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3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3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3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3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3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3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3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3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3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3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3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3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3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3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3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3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3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3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3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3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3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3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3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3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3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3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3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3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3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3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3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3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3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3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3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3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3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3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3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3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3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3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3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3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3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3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3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3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3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3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3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3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3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3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3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3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3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3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3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3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3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3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3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3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3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3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3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3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3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3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3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3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3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3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3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3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3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3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3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3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3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3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3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3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3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3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3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3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3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3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3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3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3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3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3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3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3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3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3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3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3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3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3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3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3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3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3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3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3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3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3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3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3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3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3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3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3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3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3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3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3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3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3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3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3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3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3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3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3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3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3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3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3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3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3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3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3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3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3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3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3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3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3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3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3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3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3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3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3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3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3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3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3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3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3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3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3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3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3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3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3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3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3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3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3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3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3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3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3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3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3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3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3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3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3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3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3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3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3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3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3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3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3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3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3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3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3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3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3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3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3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3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3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3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3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3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3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3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3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3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3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3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3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3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3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3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3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3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3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3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3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3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3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3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3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3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3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3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3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3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3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3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3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3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3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3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3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3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3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3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3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3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3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3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3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3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3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3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3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3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3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3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3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3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3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3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3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3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3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3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3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3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3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3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3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3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3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3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3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3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3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3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3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3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3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3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3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3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3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3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3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3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3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3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3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3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3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3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3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3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3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3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3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3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3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3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3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3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3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3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3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3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3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3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3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3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3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3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3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3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3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3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3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3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3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3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3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3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3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3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3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3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3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3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3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3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3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3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3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3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3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3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3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3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3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3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3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3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3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3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3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3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3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3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3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3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3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3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3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3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3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3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3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3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3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3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3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3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3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3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3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3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3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3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3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3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3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3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3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3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3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3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3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3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3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3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3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3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3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3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3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3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3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3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3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3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3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3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3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3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3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3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3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3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3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3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3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3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3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3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3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3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3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3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3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3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3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3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3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3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3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3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3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3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3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3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3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3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3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3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3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3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3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3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3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3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3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3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3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3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3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3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3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3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3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3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3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3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3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3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3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3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3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3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3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3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3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3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3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3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3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3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3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3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3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3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3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3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3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3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3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3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3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3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3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3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3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3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3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3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3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3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3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3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3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3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3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3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3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3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3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3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3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3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3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3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3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3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3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3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3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3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3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3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3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3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3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3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3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3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3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3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3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3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3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3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3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3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3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3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3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3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3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3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3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3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3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3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3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3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3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3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3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3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3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3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3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3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3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3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3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3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3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3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3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3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3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3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3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3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3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3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3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3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3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3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3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3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3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3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3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3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3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3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3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3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3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3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3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3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3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3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3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3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3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3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3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3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3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3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3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3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3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3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3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3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3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3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3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3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3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3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3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3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3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3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3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3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3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3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3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3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3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3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3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3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3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3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3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3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3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3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3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3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3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3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3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3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3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3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3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3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3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3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3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3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3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3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3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3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3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3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3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3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3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3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3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3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3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3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3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3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3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3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3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3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3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3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3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3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3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3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3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3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3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3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3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3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3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3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3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3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3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3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3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3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3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3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3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3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3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3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3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3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3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3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3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3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3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3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3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3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3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3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3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3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3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3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3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3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3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3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3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3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3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3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3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3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3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3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3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3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3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3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3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3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3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3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3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3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3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3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3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3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3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3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3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3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3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3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3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3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3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3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3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3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3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3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3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3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3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3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3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3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3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3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3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3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3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3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3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3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3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3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3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3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3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3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3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3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3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3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3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3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3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3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3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3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3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3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3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3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3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3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3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3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3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3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3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3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3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3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3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3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3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3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3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3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3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3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3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3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3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3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3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3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3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3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3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3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3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3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3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3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3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3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3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3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3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3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3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3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3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3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3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3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3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3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3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3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3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3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3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3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3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3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3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3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3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3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3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3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3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3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3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3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3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3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3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3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3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3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3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3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3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3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3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3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3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3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3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3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3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3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3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3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3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3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3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3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3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3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3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3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3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3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3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3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3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3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3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3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3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3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3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3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3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3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3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3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3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3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3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3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3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3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3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3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3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3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3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3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3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3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3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3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3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3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3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3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3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3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3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3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3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3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3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3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3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3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3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3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3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3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3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3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3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3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3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3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3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3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3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3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3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3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3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3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3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3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3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3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3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3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3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3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3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3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3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3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3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3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3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3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3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3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3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3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3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3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3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3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3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3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3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3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3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3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3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3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3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3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3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3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3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3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3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3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3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3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3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3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3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3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3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3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3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3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3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3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3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3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3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3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3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3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3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3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3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3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3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3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3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3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3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3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3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3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3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3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3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3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3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3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3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3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3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3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3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3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3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3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3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3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3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3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3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3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3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3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3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3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3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3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3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3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3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3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3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3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3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3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3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3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3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3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3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3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3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3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3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3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3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3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3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3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3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3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3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3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3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3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3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3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3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3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3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3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3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3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3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3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3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3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3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3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3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3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3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3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3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3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3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3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3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3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3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3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3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3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3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3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3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3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3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3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3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3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3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3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3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3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3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3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3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3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3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3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3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3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3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3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3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3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3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3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3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3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3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04" name="Google Shape;3304;p3"/>
          <p:cNvSpPr txBox="1"/>
          <p:nvPr>
            <p:ph type="title"/>
          </p:nvPr>
        </p:nvSpPr>
        <p:spPr>
          <a:xfrm>
            <a:off x="720000" y="2427410"/>
            <a:ext cx="5067600" cy="95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55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05" name="Google Shape;3305;p3"/>
          <p:cNvSpPr txBox="1"/>
          <p:nvPr>
            <p:ph hasCustomPrompt="1" idx="2" type="title"/>
          </p:nvPr>
        </p:nvSpPr>
        <p:spPr>
          <a:xfrm>
            <a:off x="720000" y="1296588"/>
            <a:ext cx="1256700" cy="9567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55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306" name="Google Shape;3306;p3"/>
          <p:cNvSpPr txBox="1"/>
          <p:nvPr>
            <p:ph idx="1" type="subTitle"/>
          </p:nvPr>
        </p:nvSpPr>
        <p:spPr>
          <a:xfrm>
            <a:off x="720000" y="3471913"/>
            <a:ext cx="5067600" cy="3750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3307" name="Google Shape;3307;p3"/>
          <p:cNvSpPr/>
          <p:nvPr/>
        </p:nvSpPr>
        <p:spPr>
          <a:xfrm>
            <a:off x="298276" y="242362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solidFill>
          <a:schemeClr val="dk1"/>
        </a:solidFill>
      </p:bgPr>
    </p:bg>
    <p:spTree>
      <p:nvGrpSpPr>
        <p:cNvPr id="3308" name="Shape 3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9" name="Google Shape;3309;p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10" name="Google Shape;3310;p4"/>
          <p:cNvSpPr txBox="1"/>
          <p:nvPr>
            <p:ph idx="1" type="body"/>
          </p:nvPr>
        </p:nvSpPr>
        <p:spPr>
          <a:xfrm>
            <a:off x="720000" y="1091526"/>
            <a:ext cx="7704000" cy="41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●"/>
              <a:defRPr>
                <a:solidFill>
                  <a:schemeClr val="dk2"/>
                </a:solidFill>
              </a:defRPr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○"/>
              <a:defRPr>
                <a:solidFill>
                  <a:schemeClr val="dk2"/>
                </a:solidFill>
              </a:defRPr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●"/>
              <a:defRPr>
                <a:solidFill>
                  <a:schemeClr val="dk2"/>
                </a:solidFill>
              </a:defRPr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○"/>
              <a:defRPr>
                <a:solidFill>
                  <a:schemeClr val="dk2"/>
                </a:solidFill>
              </a:defRPr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●"/>
              <a:defRPr>
                <a:solidFill>
                  <a:schemeClr val="dk2"/>
                </a:solidFill>
              </a:defRPr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○"/>
              <a:defRPr>
                <a:solidFill>
                  <a:schemeClr val="dk2"/>
                </a:solidFill>
              </a:defRPr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  <p:grpSp>
        <p:nvGrpSpPr>
          <p:cNvPr id="3311" name="Google Shape;3311;p4"/>
          <p:cNvGrpSpPr/>
          <p:nvPr/>
        </p:nvGrpSpPr>
        <p:grpSpPr>
          <a:xfrm>
            <a:off x="8870898" y="929774"/>
            <a:ext cx="347597" cy="4345456"/>
            <a:chOff x="-136402" y="-175976"/>
            <a:chExt cx="347597" cy="4345456"/>
          </a:xfrm>
        </p:grpSpPr>
        <p:sp>
          <p:nvSpPr>
            <p:cNvPr id="3312" name="Google Shape;3312;p4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4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4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4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4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4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4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4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4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4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4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4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4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4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4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4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4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4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4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4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4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4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4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4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4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4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4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39" name="Google Shape;3339;p4"/>
          <p:cNvGrpSpPr/>
          <p:nvPr/>
        </p:nvGrpSpPr>
        <p:grpSpPr>
          <a:xfrm>
            <a:off x="8870898" y="929774"/>
            <a:ext cx="347597" cy="4345451"/>
            <a:chOff x="-136402" y="-175976"/>
            <a:chExt cx="347597" cy="4345451"/>
          </a:xfrm>
        </p:grpSpPr>
        <p:sp>
          <p:nvSpPr>
            <p:cNvPr id="3340" name="Google Shape;3340;p4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4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4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4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4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4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4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4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4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4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4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4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4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4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4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4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4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4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4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4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4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4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4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4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4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4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66" name="Google Shape;3366;p4"/>
          <p:cNvSpPr/>
          <p:nvPr/>
        </p:nvSpPr>
        <p:spPr>
          <a:xfrm>
            <a:off x="8870850" y="92972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7" name="Google Shape;3367;p4"/>
          <p:cNvSpPr/>
          <p:nvPr/>
        </p:nvSpPr>
        <p:spPr>
          <a:xfrm>
            <a:off x="-770275" y="-449275"/>
            <a:ext cx="1540800" cy="1540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8" name="Google Shape;3368;p4"/>
          <p:cNvSpPr/>
          <p:nvPr/>
        </p:nvSpPr>
        <p:spPr>
          <a:xfrm>
            <a:off x="-437725" y="-116725"/>
            <a:ext cx="875700" cy="8757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9" name="Google Shape;3369;p4"/>
          <p:cNvSpPr/>
          <p:nvPr/>
        </p:nvSpPr>
        <p:spPr>
          <a:xfrm>
            <a:off x="-260868" y="4310950"/>
            <a:ext cx="1206475" cy="126839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3370" name="Shape 3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1" name="Google Shape;3371;p5"/>
          <p:cNvSpPr txBox="1"/>
          <p:nvPr>
            <p:ph type="title"/>
          </p:nvPr>
        </p:nvSpPr>
        <p:spPr>
          <a:xfrm>
            <a:off x="720000" y="445025"/>
            <a:ext cx="7704000" cy="6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72" name="Google Shape;3372;p5"/>
          <p:cNvSpPr txBox="1"/>
          <p:nvPr>
            <p:ph idx="1" type="subTitle"/>
          </p:nvPr>
        </p:nvSpPr>
        <p:spPr>
          <a:xfrm>
            <a:off x="1080738" y="3588100"/>
            <a:ext cx="2979900" cy="6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73" name="Google Shape;3373;p5"/>
          <p:cNvSpPr txBox="1"/>
          <p:nvPr>
            <p:ph idx="2" type="subTitle"/>
          </p:nvPr>
        </p:nvSpPr>
        <p:spPr>
          <a:xfrm>
            <a:off x="1080738" y="3233275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3374" name="Google Shape;3374;p5"/>
          <p:cNvSpPr txBox="1"/>
          <p:nvPr>
            <p:ph idx="3" type="subTitle"/>
          </p:nvPr>
        </p:nvSpPr>
        <p:spPr>
          <a:xfrm>
            <a:off x="5083366" y="3588100"/>
            <a:ext cx="2979900" cy="6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75" name="Google Shape;3375;p5"/>
          <p:cNvSpPr txBox="1"/>
          <p:nvPr>
            <p:ph idx="4" type="subTitle"/>
          </p:nvPr>
        </p:nvSpPr>
        <p:spPr>
          <a:xfrm>
            <a:off x="5083366" y="3233275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3376" name="Google Shape;3376;p5"/>
          <p:cNvSpPr/>
          <p:nvPr/>
        </p:nvSpPr>
        <p:spPr>
          <a:xfrm>
            <a:off x="643650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7" name="Google Shape;3377;p5"/>
          <p:cNvSpPr/>
          <p:nvPr/>
        </p:nvSpPr>
        <p:spPr>
          <a:xfrm>
            <a:off x="7750285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8" name="Google Shape;3378;p5"/>
          <p:cNvSpPr/>
          <p:nvPr/>
        </p:nvSpPr>
        <p:spPr>
          <a:xfrm>
            <a:off x="335400" y="4184997"/>
            <a:ext cx="592820" cy="592943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79" name="Google Shape;3379;p5"/>
          <p:cNvGrpSpPr/>
          <p:nvPr/>
        </p:nvGrpSpPr>
        <p:grpSpPr>
          <a:xfrm rot="10800000">
            <a:off x="8869823" y="-160500"/>
            <a:ext cx="347597" cy="4345456"/>
            <a:chOff x="-136402" y="-175976"/>
            <a:chExt cx="347597" cy="4345456"/>
          </a:xfrm>
        </p:grpSpPr>
        <p:sp>
          <p:nvSpPr>
            <p:cNvPr id="3380" name="Google Shape;3380;p5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5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5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5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5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5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5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5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5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5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5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5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7" name="Google Shape;3407;p5"/>
          <p:cNvGrpSpPr/>
          <p:nvPr/>
        </p:nvGrpSpPr>
        <p:grpSpPr>
          <a:xfrm rot="10800000">
            <a:off x="8869823" y="-160495"/>
            <a:ext cx="347597" cy="4345451"/>
            <a:chOff x="-136402" y="-175976"/>
            <a:chExt cx="347597" cy="4345451"/>
          </a:xfrm>
        </p:grpSpPr>
        <p:sp>
          <p:nvSpPr>
            <p:cNvPr id="3408" name="Google Shape;3408;p5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5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5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5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5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5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5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5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5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5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5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34" name="Google Shape;3434;p5"/>
          <p:cNvSpPr/>
          <p:nvPr/>
        </p:nvSpPr>
        <p:spPr>
          <a:xfrm rot="10800000">
            <a:off x="8869768" y="-16049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3435" name="Shape 3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6" name="Google Shape;3436;p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3437" name="Google Shape;3437;p6"/>
          <p:cNvGrpSpPr/>
          <p:nvPr/>
        </p:nvGrpSpPr>
        <p:grpSpPr>
          <a:xfrm rot="10800000">
            <a:off x="-91627" y="662838"/>
            <a:ext cx="347597" cy="4345456"/>
            <a:chOff x="-136402" y="-175976"/>
            <a:chExt cx="347597" cy="4345456"/>
          </a:xfrm>
        </p:grpSpPr>
        <p:sp>
          <p:nvSpPr>
            <p:cNvPr id="3438" name="Google Shape;3438;p6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6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6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6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6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65" name="Google Shape;3465;p6"/>
          <p:cNvGrpSpPr/>
          <p:nvPr/>
        </p:nvGrpSpPr>
        <p:grpSpPr>
          <a:xfrm rot="10800000">
            <a:off x="-91627" y="662842"/>
            <a:ext cx="347597" cy="4345451"/>
            <a:chOff x="-136402" y="-175976"/>
            <a:chExt cx="347597" cy="4345451"/>
          </a:xfrm>
        </p:grpSpPr>
        <p:sp>
          <p:nvSpPr>
            <p:cNvPr id="3466" name="Google Shape;3466;p6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92" name="Google Shape;3492;p6"/>
          <p:cNvSpPr/>
          <p:nvPr/>
        </p:nvSpPr>
        <p:spPr>
          <a:xfrm rot="10800000">
            <a:off x="-91682" y="662842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3" name="Google Shape;3493;p6"/>
          <p:cNvSpPr/>
          <p:nvPr/>
        </p:nvSpPr>
        <p:spPr>
          <a:xfrm>
            <a:off x="8837625" y="874400"/>
            <a:ext cx="459300" cy="304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4" name="Google Shape;3494;p6"/>
          <p:cNvSpPr/>
          <p:nvPr/>
        </p:nvSpPr>
        <p:spPr>
          <a:xfrm>
            <a:off x="8338925" y="-159825"/>
            <a:ext cx="1896300" cy="18963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solidFill>
          <a:schemeClr val="dk1"/>
        </a:solidFill>
      </p:bgPr>
    </p:bg>
    <p:spTree>
      <p:nvGrpSpPr>
        <p:cNvPr id="3495" name="Shape 34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6" name="Google Shape;3496;p7"/>
          <p:cNvSpPr txBox="1"/>
          <p:nvPr>
            <p:ph idx="1" type="subTitle"/>
          </p:nvPr>
        </p:nvSpPr>
        <p:spPr>
          <a:xfrm>
            <a:off x="720000" y="1920325"/>
            <a:ext cx="4294800" cy="2002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Nunito Light"/>
              <a:buChar char="●"/>
              <a:defRPr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Nunito Light"/>
              <a:buChar char="○"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Nunito Light"/>
              <a:buChar char="■"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Nunito Light"/>
              <a:buChar char="●"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○"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Nunito Light"/>
              <a:buChar char="●"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Nunito Light"/>
              <a:buChar char="○"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497" name="Google Shape;3497;p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498" name="Google Shape;3498;p7"/>
          <p:cNvSpPr/>
          <p:nvPr>
            <p:ph idx="2" type="pic"/>
          </p:nvPr>
        </p:nvSpPr>
        <p:spPr>
          <a:xfrm>
            <a:off x="5679299" y="1520550"/>
            <a:ext cx="2801700" cy="2801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3499" name="Google Shape;3499;p7"/>
          <p:cNvSpPr/>
          <p:nvPr/>
        </p:nvSpPr>
        <p:spPr>
          <a:xfrm>
            <a:off x="339875" y="292862"/>
            <a:ext cx="469242" cy="493282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500" name="Shape 3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01" name="Google Shape;3501;p8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3502" name="Google Shape;3502;p8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8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8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8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8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8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8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8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8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8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8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8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8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8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8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8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8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8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8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8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8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8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8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8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8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8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8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8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8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8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8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8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8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8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8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8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8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8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8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8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8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8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8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8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8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8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8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8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8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8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8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8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8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8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8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8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8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8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8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8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8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8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8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8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8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8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8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8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8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8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8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8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8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8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8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8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8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8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8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8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8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8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8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8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8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8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8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8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8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8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8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8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8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8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8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8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8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8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8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8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8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8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8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8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8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8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8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8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8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8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8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8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8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8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8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8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8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8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8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8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8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8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8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8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8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8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8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8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8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8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8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8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8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8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8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8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8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8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8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8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8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8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8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8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8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8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8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8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8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8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8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8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8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8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8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8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8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8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8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8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8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8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8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8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8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8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8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8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8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8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8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8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8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8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8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8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8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8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8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8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8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8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8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8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8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8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8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8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8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8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8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8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8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8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8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8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8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8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8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8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8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8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8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8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8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8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8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8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8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8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8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8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8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8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8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8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8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8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8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8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8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8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8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8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8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8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8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8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8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8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8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8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8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8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8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8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8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8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8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8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8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8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8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8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8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8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8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8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8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8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8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8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8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8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8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8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8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8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8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8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8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8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8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8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8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8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8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8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8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8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8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8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8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8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8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8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8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8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8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8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8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8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8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8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8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8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8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8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8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8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8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8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8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8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8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8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8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8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8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8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8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8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8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8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8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8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8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8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8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8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8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8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8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8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8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8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8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8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8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8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8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8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8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8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8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8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8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8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8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8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8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8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8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8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8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8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8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8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8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8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8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8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8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8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8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8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8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8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8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8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8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8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8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8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8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8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8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8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8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8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8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8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8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8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8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8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8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8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8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8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8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8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8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8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8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8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8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8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8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8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8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8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8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8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8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8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8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8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8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8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8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8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8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8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8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8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8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8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8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8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8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8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8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8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8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8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8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8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8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8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8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8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8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8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8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8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8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8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8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8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8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8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8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8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8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8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8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8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8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8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8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8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8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8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8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8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8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8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8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8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8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8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8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8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8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8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8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8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8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8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8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8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8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8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8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8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8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8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8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8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8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8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8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8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8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8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8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8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8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8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8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8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8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8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8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8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8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8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8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8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8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8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8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8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8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8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8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8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8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8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8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8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8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8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8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8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8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8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8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8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8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8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8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8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8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8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8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8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8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8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8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8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8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8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8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8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8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8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8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8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8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8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8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8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8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8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8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8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8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8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8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8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8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8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8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8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8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8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8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8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8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8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8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8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8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8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8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8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8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8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8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8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8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8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8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8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8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8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8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8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8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8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8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8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8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8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8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8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8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8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8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8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8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8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8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8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8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8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8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8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8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8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8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8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8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8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8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8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8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8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8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8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8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8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8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8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8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8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8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8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8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8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8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8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8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8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8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8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8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8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8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8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8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8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8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8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8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8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8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8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8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8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8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8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8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8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8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8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8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8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8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8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8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8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8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8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8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8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8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8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8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8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8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8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8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8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8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8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8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8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8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8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8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8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8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8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8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8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8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8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8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8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8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8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8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8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8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8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8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8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8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8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8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8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8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8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8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8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8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8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8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8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8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8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8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8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8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8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8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8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8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8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8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8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8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8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8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8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8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8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8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8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8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8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8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8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8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8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8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8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8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8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8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8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8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8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8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8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8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8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8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8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8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8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8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8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8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8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8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8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8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8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8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8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8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8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8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8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8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8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8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8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8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8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8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8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8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8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8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8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8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8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8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8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8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8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8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8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8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8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8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8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8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8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8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8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8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8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8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8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8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8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8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8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8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8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8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8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8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8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8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8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8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8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8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8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8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8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8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8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8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8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8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8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8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8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8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8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8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8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8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8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8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8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8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8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8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8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8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8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8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8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8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8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8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8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8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8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8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8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8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8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8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8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8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8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8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8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8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8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8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8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8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8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8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8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8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8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8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8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8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8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8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8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8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8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8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8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8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8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8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8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8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8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8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8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8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8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8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8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8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8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8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8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8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8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8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8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8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8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8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8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8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8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8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8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8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8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8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8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8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8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8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8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8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8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8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8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8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8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8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8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8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8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8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8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8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8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8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8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8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8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8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8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8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8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8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8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8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8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8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8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8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8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8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8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8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8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8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8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8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8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8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8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8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8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8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8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8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8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8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8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8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8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8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8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8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8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8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8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8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8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8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8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8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8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8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8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8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8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8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8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8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8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8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8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8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8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8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8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8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8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8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8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8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8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8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8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8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8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8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8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8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8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8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8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8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8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8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8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8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8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8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8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8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8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8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8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8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8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8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8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8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8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8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8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8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8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8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8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8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8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8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8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8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8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8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8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8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8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8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8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8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8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8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8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8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8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8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8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8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8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8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8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8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8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8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8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8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8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8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8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8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8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8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8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8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8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8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8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8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8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8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8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8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8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8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8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8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8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8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8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8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8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8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8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8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8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8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8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8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8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8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8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8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8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8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8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8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8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8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8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8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8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8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8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8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8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8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8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8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8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8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8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8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8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8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8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8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8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8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8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8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8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8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8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8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8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8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8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8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8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8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8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8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8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8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8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8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8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8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8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8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8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8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8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8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8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8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8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8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8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8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8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8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8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8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8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8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8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8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8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8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8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8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8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8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8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8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8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8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8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8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8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8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8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8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8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8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8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8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8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8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8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8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8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8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8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8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8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8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8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8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8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8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8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8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8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8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8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8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8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8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8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8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8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8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8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8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8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8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8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8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8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8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8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8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8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8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8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8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8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8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8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8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8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8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8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8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8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8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8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8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8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8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8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8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8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8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8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8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8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8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8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8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8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8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8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8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8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8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8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8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8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8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8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8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8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8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8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8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8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8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8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8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8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8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8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8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8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8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8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8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8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8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8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8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8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8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8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8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8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8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8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8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8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8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8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8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8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8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8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8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8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8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8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8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8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8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8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8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8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8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8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8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8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8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8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8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8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8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8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8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8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8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8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8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8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8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8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8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8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8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8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8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8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8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8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8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8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8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8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8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8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8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8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8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8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8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8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8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8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8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8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8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8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8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8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8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8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8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8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8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8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8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8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8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8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8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8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8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8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8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8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8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8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8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8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8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8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8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8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8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8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8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8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8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8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8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8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8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8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8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8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8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8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8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8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8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8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8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8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8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8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8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8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8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8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8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8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8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8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8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8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8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8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8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8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8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8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8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8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8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8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8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8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8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8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8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8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8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8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8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8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8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8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8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8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8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8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8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8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8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8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8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8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8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8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8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8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8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8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8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8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8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8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8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8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8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8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8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8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8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8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8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8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8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8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8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8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8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8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8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8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8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8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8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8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8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8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8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8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8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8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8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8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8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8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8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8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8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8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8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8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8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8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8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8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8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8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8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8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8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8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8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8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8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8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8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8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8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8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8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8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8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8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8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8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8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8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8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8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8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8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8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8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8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8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8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8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8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8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8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8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8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8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8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8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8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8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8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8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8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8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8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8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8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8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8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8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8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8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8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8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8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8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8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8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8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8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8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8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8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8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8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8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8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8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8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8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8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8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8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8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8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8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8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8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8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8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8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8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8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8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8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8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8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8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8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8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8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8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8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8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8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8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8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8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8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8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8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8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8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8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8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8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8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8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8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8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8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8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8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8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8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8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8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8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8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8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8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8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8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8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8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8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8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8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8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8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8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8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8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8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8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8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8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8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8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8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8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8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8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8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8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8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8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8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8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8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8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8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8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8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8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8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18" name="Google Shape;5118;p8"/>
          <p:cNvSpPr txBox="1"/>
          <p:nvPr>
            <p:ph type="title"/>
          </p:nvPr>
        </p:nvSpPr>
        <p:spPr>
          <a:xfrm>
            <a:off x="1115550" y="1506000"/>
            <a:ext cx="6912900" cy="213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85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5119" name="Google Shape;5119;p8"/>
          <p:cNvGrpSpPr/>
          <p:nvPr/>
        </p:nvGrpSpPr>
        <p:grpSpPr>
          <a:xfrm rot="5400000">
            <a:off x="2712145" y="-2074329"/>
            <a:ext cx="347597" cy="4345456"/>
            <a:chOff x="-136402" y="-175976"/>
            <a:chExt cx="347597" cy="4345456"/>
          </a:xfrm>
        </p:grpSpPr>
        <p:sp>
          <p:nvSpPr>
            <p:cNvPr id="5120" name="Google Shape;5120;p8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8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8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8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8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8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8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8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8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8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8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8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8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8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8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8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8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8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8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8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8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8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8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8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8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8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8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7" name="Google Shape;5147;p8"/>
          <p:cNvGrpSpPr/>
          <p:nvPr/>
        </p:nvGrpSpPr>
        <p:grpSpPr>
          <a:xfrm rot="5400000">
            <a:off x="2712147" y="-2074327"/>
            <a:ext cx="347597" cy="4345451"/>
            <a:chOff x="-136402" y="-175976"/>
            <a:chExt cx="347597" cy="4345451"/>
          </a:xfrm>
        </p:grpSpPr>
        <p:sp>
          <p:nvSpPr>
            <p:cNvPr id="5148" name="Google Shape;5148;p8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8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8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8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8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8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8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8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8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8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8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8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8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8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8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8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8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8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8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8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8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8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8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8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8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8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74" name="Google Shape;5174;p8"/>
          <p:cNvSpPr/>
          <p:nvPr/>
        </p:nvSpPr>
        <p:spPr>
          <a:xfrm rot="5400000">
            <a:off x="2712120" y="-2074348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75" name="Google Shape;5175;p8"/>
          <p:cNvSpPr/>
          <p:nvPr/>
        </p:nvSpPr>
        <p:spPr>
          <a:xfrm flipH="1" rot="10800000">
            <a:off x="3699275" y="4528850"/>
            <a:ext cx="4680600" cy="801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solidFill>
          <a:schemeClr val="dk1"/>
        </a:solidFill>
      </p:bgPr>
    </p:bg>
    <p:spTree>
      <p:nvGrpSpPr>
        <p:cNvPr id="5176" name="Shape 5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77" name="Google Shape;5177;p9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5178" name="Google Shape;5178;p9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9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9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9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9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9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9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9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9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9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9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9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9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9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9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9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9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9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9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9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9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9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9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9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9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9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9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9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9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9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9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9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9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9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9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9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9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9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9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9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9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9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9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9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9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9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9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9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9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9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9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9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9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9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9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9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9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9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9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9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9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9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9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9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9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9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9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9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9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9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9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9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9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9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9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9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9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9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9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9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9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9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9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9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9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9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9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9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9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9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9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9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9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9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9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9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9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9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9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9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9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9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9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9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9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9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9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9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9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9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9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9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9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9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9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9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9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9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9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9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9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9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9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9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9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9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9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9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9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9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9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9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9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9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9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9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9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9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9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9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9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9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9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9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9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9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9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9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9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9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9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9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9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9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9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9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9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9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9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9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9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9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9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9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9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9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9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9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9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9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9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9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9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9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9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9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9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9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9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9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9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9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9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9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9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9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9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9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9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9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9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9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9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9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9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9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9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9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9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9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9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9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9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9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9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9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9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9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9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9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9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9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9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9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9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9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9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9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9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9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9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9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9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9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9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9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9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9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9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9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9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9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9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9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9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9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9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9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9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9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9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9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9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9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9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9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9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9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9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9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9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9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9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9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9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9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9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9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9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9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9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9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9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9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9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9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9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9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9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9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9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9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9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9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9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9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9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9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9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9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9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9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9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9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9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9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9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9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9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9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9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9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9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9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9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9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9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9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9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9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9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9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9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9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9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9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9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9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9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9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9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9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9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9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9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9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9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9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9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9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9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9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9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9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9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9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9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9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9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9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9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9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9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9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9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9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9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9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9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9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9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9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9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9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9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9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9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9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9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9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9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9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9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9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9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9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9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9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9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9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9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9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9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9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9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9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9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9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9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9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9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9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9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9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9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9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9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9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9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9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9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9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9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9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9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9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9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9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9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9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9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9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9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9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9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9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9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9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9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9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9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9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9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9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9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9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9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9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9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9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9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9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9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9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9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9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9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9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9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9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9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9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9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9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9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9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9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9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9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9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9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9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9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9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9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9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9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9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9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9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9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9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9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9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9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9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9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9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9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9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9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9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9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9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9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9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9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9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9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9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9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9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9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9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9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9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9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9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9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9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9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9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9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9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9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9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9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9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9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9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9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9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9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9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9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9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9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9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9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9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9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9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9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9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9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9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9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9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9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9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9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9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9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9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9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9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9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9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9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9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9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9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9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9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9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9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9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9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9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9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9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9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9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9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9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9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9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9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9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9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9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9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9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9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9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9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9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9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9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9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9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9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9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9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9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9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9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9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9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9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9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9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9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9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9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9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9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9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9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9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9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9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9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9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9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9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9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9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9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9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9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9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9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9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9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9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9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9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9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9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9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9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9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9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9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9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9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9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9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9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9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9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9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9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9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9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9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9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9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9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9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9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9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9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9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9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9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9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9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9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9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9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9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9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9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9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9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9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9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9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9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9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9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9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9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9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9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9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9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9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9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9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9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9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9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9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9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9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9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9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9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9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9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9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9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9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9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9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9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9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9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9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9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9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9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9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9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9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9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9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9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9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9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9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9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9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9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9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9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9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9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9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9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9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9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9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9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9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9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9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9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9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9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9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9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9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9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9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9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9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9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9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9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9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9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9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9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9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9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9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9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9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9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9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9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9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9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9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9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9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9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9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9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9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9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9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9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9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9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9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9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9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9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9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9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9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9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9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9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9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9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9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9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9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9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9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9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9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9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9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9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9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9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9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9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9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9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9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9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9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9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9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9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9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9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9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9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9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9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9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9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9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9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9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9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9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9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9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9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9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9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9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9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9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9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9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9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9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9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9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9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9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9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9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9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9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9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9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9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9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9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9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9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9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9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9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9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9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9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9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9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9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9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9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9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9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9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9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9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9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9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9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9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9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9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9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9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9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9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9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9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9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9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9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9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9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9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9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9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9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9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9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9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9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9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9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9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9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9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9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9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9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9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9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9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9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9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9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9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9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9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9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9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9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9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9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9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9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9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9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9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9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9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9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9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9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9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9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9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9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9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9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9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9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9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9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9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9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9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9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9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9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9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9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9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9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9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9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9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9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9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9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9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9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9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9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9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9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9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9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9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9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9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9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9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9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9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9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9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9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9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9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9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9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9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9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9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9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9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9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9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9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9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9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9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9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9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9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9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9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9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9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9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9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9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9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9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9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9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9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9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9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9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9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9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9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9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9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9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9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9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9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9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9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9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9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9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9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9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9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9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9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9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9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9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9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9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9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9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9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9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9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9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9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9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9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9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9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9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9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9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9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9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9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9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9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9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9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9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9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9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9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9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9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9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9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9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9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9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9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9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9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9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9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9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9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9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9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9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9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9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9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9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9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9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9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9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9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9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9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9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9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9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9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9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9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9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9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9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9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9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9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9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9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9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9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9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9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9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9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9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9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9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9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9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9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9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9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9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9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9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9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9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9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9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9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9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9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9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9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9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9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9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9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9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9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9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9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9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9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9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9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9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9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9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9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9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9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9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9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9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9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9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9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9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9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9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9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9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9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9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9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9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9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9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9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9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9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9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9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9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9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9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9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9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9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9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9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9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9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9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9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9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9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9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9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9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9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9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9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9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9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9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9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9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9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9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9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9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9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9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9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9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9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9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9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9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9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9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9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9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9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9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9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9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9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9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9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9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9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9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9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9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9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9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9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9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9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9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9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9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9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9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9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9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9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9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9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9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9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9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9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9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9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9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9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9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9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9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9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9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9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9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9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9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9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9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9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9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9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9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9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9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9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9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9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9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9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9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9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9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9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9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9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9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9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9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9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9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9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9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9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9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9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9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9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9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9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9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9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9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9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9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9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9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9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9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9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9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9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9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9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9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9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9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9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9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9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9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9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9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9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9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9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9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9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9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9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9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9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9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9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9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9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9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9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9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9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9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9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9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9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9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9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9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9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9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9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9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9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9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9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9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9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9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9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9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9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9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9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9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9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9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9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9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9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9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9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9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9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9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9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9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9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9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9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9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9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9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9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9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9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9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9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9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9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9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9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9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9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9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9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9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9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9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9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9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9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9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9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9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9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9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9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9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9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9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9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9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9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9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9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9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9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9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9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9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9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9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9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9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9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9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9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9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9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9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9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9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9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9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9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9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9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9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9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9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9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9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9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9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9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9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9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9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9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9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9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9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9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9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9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9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9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9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9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9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9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9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9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9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9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9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9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9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9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9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9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9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9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9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9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9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9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9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9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9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9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9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9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9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9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9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9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9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9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9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9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9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9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9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9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9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9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9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9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9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9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9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9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9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9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9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9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9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9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9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9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9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9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9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9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9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9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9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9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9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9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9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9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9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9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9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9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9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9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9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9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9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9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9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9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9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9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9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9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9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9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9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9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9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9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9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9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9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9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9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9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9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9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9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9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9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9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9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9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9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9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9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9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9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9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9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9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9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9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9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9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9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9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9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9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9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9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9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9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9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9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9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9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9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9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9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9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9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9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9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9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9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9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9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9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9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9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9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9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9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9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9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9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9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9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9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9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9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9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9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9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9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9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9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9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9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9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9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9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9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9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9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9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9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9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9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9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9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9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9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9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9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9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9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9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9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9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9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9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9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9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9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9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9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9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9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9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9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9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9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9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9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9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9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9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9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9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9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9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9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9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9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9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9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9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9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9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9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9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9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9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9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9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9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9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9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9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9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9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9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9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9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9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9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9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9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9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9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9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9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9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9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9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9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9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9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9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9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9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4" name="Google Shape;6794;p9"/>
          <p:cNvSpPr txBox="1"/>
          <p:nvPr>
            <p:ph type="title"/>
          </p:nvPr>
        </p:nvSpPr>
        <p:spPr>
          <a:xfrm>
            <a:off x="713225" y="2310023"/>
            <a:ext cx="5722500" cy="197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 sz="12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795" name="Google Shape;6795;p9"/>
          <p:cNvSpPr txBox="1"/>
          <p:nvPr>
            <p:ph idx="1" type="subTitle"/>
          </p:nvPr>
        </p:nvSpPr>
        <p:spPr>
          <a:xfrm>
            <a:off x="713225" y="3932900"/>
            <a:ext cx="5722500" cy="6711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6796" name="Google Shape;6796;p9"/>
          <p:cNvGrpSpPr/>
          <p:nvPr/>
        </p:nvGrpSpPr>
        <p:grpSpPr>
          <a:xfrm rot="5400000">
            <a:off x="6959195" y="-2074329"/>
            <a:ext cx="347597" cy="4345456"/>
            <a:chOff x="-136402" y="-175976"/>
            <a:chExt cx="347597" cy="4345456"/>
          </a:xfrm>
        </p:grpSpPr>
        <p:sp>
          <p:nvSpPr>
            <p:cNvPr id="6797" name="Google Shape;6797;p9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9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9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9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9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9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9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9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9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9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9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9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9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9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9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9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9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9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9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9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9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9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9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9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9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9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9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4" name="Google Shape;6824;p9"/>
          <p:cNvGrpSpPr/>
          <p:nvPr/>
        </p:nvGrpSpPr>
        <p:grpSpPr>
          <a:xfrm rot="5400000">
            <a:off x="6959197" y="-2074327"/>
            <a:ext cx="347597" cy="4345451"/>
            <a:chOff x="-136402" y="-175976"/>
            <a:chExt cx="347597" cy="4345451"/>
          </a:xfrm>
        </p:grpSpPr>
        <p:sp>
          <p:nvSpPr>
            <p:cNvPr id="6825" name="Google Shape;6825;p9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9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9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9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9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9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9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9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9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9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9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9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9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9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9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9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9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9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9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9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9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9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9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9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9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9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1" name="Google Shape;6851;p9"/>
          <p:cNvSpPr/>
          <p:nvPr/>
        </p:nvSpPr>
        <p:spPr>
          <a:xfrm rot="5400000">
            <a:off x="6959170" y="-2074348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6852" name="Shape 6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3" name="Google Shape;6853;p10"/>
          <p:cNvSpPr txBox="1"/>
          <p:nvPr>
            <p:ph type="title"/>
          </p:nvPr>
        </p:nvSpPr>
        <p:spPr>
          <a:xfrm>
            <a:off x="2086950" y="1930050"/>
            <a:ext cx="4970100" cy="1283400"/>
          </a:xfrm>
          <a:prstGeom prst="rect">
            <a:avLst/>
          </a:prstGeom>
          <a:solidFill>
            <a:schemeClr val="dk2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6854" name="Shape 6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55" name="Google Shape;6855;p11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6856" name="Google Shape;6856;p11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11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11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11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11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11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11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11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11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11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11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11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11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11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11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11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11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11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11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11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11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11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11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11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11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11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11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11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11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11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11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11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11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11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11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11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11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11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11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11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11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11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11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11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11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11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11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11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11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11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11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11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11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11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11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11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11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11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11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11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11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11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11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11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11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11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11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11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11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11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11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11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11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11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11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11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11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11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11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11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11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11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11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11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11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11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11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11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11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11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11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11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11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11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11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11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11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11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11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11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11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11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11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11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11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11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11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11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11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11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11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11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11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11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11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11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11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11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11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11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11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11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11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11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11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11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11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11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11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11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11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11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11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11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11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11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11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11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11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11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11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11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11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11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11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11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11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11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11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11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11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11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11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11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11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11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11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11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11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11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11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11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11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11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11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11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11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11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11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11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11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11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11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11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11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11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11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11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11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11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11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11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11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11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11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11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11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11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11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11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11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11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11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11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11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11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11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11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11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11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11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11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11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11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11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11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11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11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11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11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11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11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11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11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11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11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11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11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11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11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11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11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11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11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11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11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11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11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11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11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11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11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11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11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11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11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11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11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11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11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11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11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11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11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11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11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11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11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11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11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11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11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11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11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11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11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11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11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11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11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11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11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11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11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11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11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11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11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11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11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11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11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11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11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11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11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11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11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11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11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11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11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11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11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11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11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11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11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11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11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11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11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11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11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11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11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11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11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11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11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11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11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11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11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11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11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11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11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11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11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11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11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11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11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11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11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11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11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11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11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11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11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11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11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11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11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11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11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11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11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11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11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11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11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11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11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11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11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11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11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11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11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11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11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11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11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11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11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11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11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11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11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11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11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11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11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11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11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11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11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11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11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11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11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11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11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11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11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11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11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11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11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11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11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11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11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11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11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11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11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11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11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11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11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11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11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11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11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11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11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11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11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11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11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11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11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11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11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11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11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11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11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11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11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11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11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11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11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11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11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11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11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11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11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11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11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11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11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11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11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11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11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11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11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11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11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11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11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11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11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11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11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11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11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11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11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11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11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11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11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11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11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11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11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11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11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11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11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11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11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11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11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11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11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11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11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11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11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11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11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11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11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11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11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11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11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11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11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11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11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11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11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11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11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11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11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11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11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11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11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11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11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11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11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11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11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11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11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11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11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11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11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11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11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11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11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11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11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11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11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11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11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11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11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11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11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11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11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11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11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11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11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11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11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11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11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11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11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11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11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11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11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11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11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11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11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11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11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11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11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11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11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11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11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11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11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11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11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11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11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11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11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11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11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11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11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11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11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11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11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11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11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11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11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11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11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11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11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11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11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11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11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11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11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11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11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11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11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11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11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11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11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11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11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11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11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11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11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11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11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11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11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11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11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11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11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11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11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11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11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11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11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11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11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11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11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11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11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11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11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11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11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11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11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11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11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11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11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11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11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11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11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11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11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11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11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11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11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11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11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11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11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11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11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11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11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11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11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11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11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11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11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11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11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11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11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11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11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11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11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11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11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11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11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11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11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11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11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11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11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11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11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11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11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11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11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11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11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11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11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11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11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11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11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11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11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11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11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11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11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11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11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11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11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11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11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11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11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11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11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11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11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11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11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11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11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11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11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11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11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11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11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11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11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11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11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11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11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11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11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11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11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11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11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11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11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11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11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11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11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11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11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11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11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11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11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11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11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11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11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11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11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11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11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11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11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11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11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11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11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11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11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11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11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11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11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11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11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11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11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11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11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11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11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11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11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11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11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11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11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11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11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11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11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11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11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11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11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11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11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11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11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11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11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11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11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11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11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11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11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11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11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11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11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11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11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11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11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11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11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11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11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11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11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11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11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11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11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11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11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11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11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11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11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11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11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11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11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11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11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11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11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11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11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11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11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11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11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11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11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11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11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11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11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11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11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11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11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11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11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11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11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11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11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11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11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11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11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11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11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11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11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11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11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11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11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11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11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11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11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11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11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11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11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11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11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11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11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11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11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11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11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11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11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11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11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11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11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11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11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11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11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11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11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11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11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11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11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11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11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11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11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11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11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11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11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11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11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11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11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11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11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11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11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11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11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11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11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11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11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11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11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11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11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11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11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11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11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11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11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11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11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11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11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11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11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11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11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11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11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11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11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11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11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11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11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11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11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11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11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11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11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11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11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11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11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11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11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11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11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11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11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11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11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11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11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11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11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11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11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11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11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11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11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11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11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11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11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11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11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11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11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11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11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11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11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11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11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11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11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11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11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11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11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11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11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11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11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11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11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11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11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11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11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11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11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11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11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11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11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11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11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11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11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11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11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11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11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11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11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11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11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11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11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11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11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11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11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11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11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11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11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11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11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11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11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11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11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11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11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11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11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11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11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11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11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11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11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11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11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11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11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11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11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11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11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11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11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11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11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11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11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11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11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11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11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11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11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11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11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11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11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11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11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11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11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11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11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11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11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11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11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11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11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11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11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11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11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11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11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11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11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11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11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11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11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11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11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11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11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11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11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11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11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11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11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11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11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11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11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11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11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11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11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11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11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11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11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11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11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11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11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11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11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11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11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11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11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11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11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11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11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11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11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11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11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11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11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11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11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11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11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11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11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11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11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11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11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11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11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11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11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11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11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11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11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11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11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11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11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11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11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11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11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11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11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11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11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11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11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11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11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11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11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11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11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11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11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11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11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11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11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11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11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11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11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11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11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11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11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11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11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11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11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11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11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11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11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11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11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11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11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11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11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11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11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11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11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11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11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11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11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11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11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11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11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11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11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11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11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11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11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11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11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11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11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11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11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11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11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11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11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11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11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11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11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11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11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11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11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11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11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11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11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11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11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11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11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11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11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11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11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11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11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11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11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11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11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11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11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11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11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11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11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11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11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11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11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11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11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11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11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11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11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11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11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11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11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11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11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11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11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11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11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11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11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11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11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11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11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11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11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11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11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11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11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11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11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11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11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11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11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11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11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11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11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11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11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11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11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11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11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11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11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11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11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11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11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11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11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11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11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11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11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11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11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11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11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11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11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11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11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11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11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11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11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11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11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11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11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11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11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11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11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11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11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11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11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11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11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11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11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11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11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11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11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11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11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11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11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11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11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11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11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11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11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11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11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11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11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11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11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11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11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11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11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11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11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11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11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11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11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11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11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11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11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11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11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11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11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11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11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11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11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11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11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11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11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11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11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11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11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11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11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11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11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11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11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11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11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11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11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11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11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11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11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11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11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11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11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11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11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11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11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11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11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11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11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11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11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11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11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11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11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11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11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11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11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11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11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11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11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11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11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11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11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11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11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11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11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11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11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11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11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11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11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11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11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11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11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11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11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11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11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11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11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11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11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11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11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11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11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11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11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11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11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11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11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11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11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11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11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11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11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11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11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11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11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11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11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11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11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11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11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11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11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11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11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11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11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11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11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11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11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11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11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11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11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11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11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11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11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11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11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11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11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11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11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11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11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11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11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11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11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11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11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11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11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11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11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11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11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11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11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11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11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11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11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11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11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11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11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11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11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11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11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11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11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11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11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11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11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11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11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11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11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11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11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11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11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11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11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11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11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11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11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11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11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11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11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11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11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11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11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11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11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11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11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11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11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11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11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11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11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11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11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11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11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11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11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11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11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11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11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11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11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11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11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11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11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11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11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11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11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11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11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11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11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11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11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11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11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11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11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11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11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11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11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11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11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11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11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11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11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11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11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11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11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11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11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11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11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11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11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11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11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11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11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11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11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11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11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11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11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11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11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2" name="Google Shape;8472;p11"/>
          <p:cNvSpPr txBox="1"/>
          <p:nvPr>
            <p:ph hasCustomPrompt="1" type="title"/>
          </p:nvPr>
        </p:nvSpPr>
        <p:spPr>
          <a:xfrm>
            <a:off x="713225" y="1897500"/>
            <a:ext cx="7717800" cy="136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600"/>
              <a:buNone/>
              <a:defRPr sz="81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8473" name="Google Shape;8473;p11"/>
          <p:cNvSpPr txBox="1"/>
          <p:nvPr>
            <p:ph idx="1" type="subTitle"/>
          </p:nvPr>
        </p:nvSpPr>
        <p:spPr>
          <a:xfrm>
            <a:off x="1284000" y="3113450"/>
            <a:ext cx="6576000" cy="4467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8474" name="Google Shape;8474;p11"/>
          <p:cNvSpPr/>
          <p:nvPr/>
        </p:nvSpPr>
        <p:spPr>
          <a:xfrm>
            <a:off x="6506725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5" name="Google Shape;8475;p11"/>
          <p:cNvSpPr/>
          <p:nvPr/>
        </p:nvSpPr>
        <p:spPr>
          <a:xfrm>
            <a:off x="7820510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76" name="Google Shape;8476;p11"/>
          <p:cNvGrpSpPr/>
          <p:nvPr/>
        </p:nvGrpSpPr>
        <p:grpSpPr>
          <a:xfrm rot="5400000">
            <a:off x="5913670" y="-2074329"/>
            <a:ext cx="347597" cy="4345456"/>
            <a:chOff x="-136402" y="-175976"/>
            <a:chExt cx="347597" cy="4345456"/>
          </a:xfrm>
        </p:grpSpPr>
        <p:sp>
          <p:nvSpPr>
            <p:cNvPr id="8477" name="Google Shape;8477;p11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11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11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11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11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11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11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11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11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11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11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11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11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11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11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11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11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11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11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11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11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11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11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11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11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11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11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4" name="Google Shape;8504;p11"/>
          <p:cNvGrpSpPr/>
          <p:nvPr/>
        </p:nvGrpSpPr>
        <p:grpSpPr>
          <a:xfrm rot="5400000">
            <a:off x="5913672" y="-2074327"/>
            <a:ext cx="347597" cy="4345451"/>
            <a:chOff x="-136402" y="-175976"/>
            <a:chExt cx="347597" cy="4345451"/>
          </a:xfrm>
        </p:grpSpPr>
        <p:sp>
          <p:nvSpPr>
            <p:cNvPr id="8505" name="Google Shape;8505;p11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11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11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11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11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11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11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11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11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11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11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11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11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11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11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11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11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11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11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11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11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11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11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11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11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11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1" name="Google Shape;8531;p11"/>
          <p:cNvSpPr/>
          <p:nvPr/>
        </p:nvSpPr>
        <p:spPr>
          <a:xfrm rot="5400000">
            <a:off x="5913645" y="-2074348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2" name="Google Shape;8532;p11"/>
          <p:cNvGrpSpPr/>
          <p:nvPr/>
        </p:nvGrpSpPr>
        <p:grpSpPr>
          <a:xfrm rot="5400000">
            <a:off x="1789445" y="2885271"/>
            <a:ext cx="347597" cy="4345456"/>
            <a:chOff x="-136402" y="-175976"/>
            <a:chExt cx="347597" cy="4345456"/>
          </a:xfrm>
        </p:grpSpPr>
        <p:sp>
          <p:nvSpPr>
            <p:cNvPr id="8533" name="Google Shape;8533;p11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11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11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11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11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11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11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11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11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11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11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11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11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11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11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11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11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11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11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11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11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11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11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11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11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11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11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0" name="Google Shape;8560;p11"/>
          <p:cNvGrpSpPr/>
          <p:nvPr/>
        </p:nvGrpSpPr>
        <p:grpSpPr>
          <a:xfrm rot="5400000">
            <a:off x="1789447" y="2885273"/>
            <a:ext cx="347597" cy="4345451"/>
            <a:chOff x="-136402" y="-175976"/>
            <a:chExt cx="347597" cy="4345451"/>
          </a:xfrm>
        </p:grpSpPr>
        <p:sp>
          <p:nvSpPr>
            <p:cNvPr id="8561" name="Google Shape;8561;p11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11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11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11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11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11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11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11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11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11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11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11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11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11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11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11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11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11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11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11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11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11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11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11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11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11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7" name="Google Shape;8587;p11"/>
          <p:cNvSpPr/>
          <p:nvPr/>
        </p:nvSpPr>
        <p:spPr>
          <a:xfrm rot="5400000">
            <a:off x="1789420" y="2885252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chemeClr val="dk2"/>
        </a:solidFill>
      </p:bgPr>
    </p:bg>
    <p:spTree>
      <p:nvGrpSpPr>
        <p:cNvPr id="8588" name="Shape 858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1_1">
    <p:bg>
      <p:bgPr>
        <a:solidFill>
          <a:schemeClr val="dk1"/>
        </a:solidFill>
      </p:bgPr>
    </p:bg>
    <p:spTree>
      <p:nvGrpSpPr>
        <p:cNvPr id="8589" name="Shape 8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0" name="Google Shape;8590;p1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91" name="Google Shape;8591;p13"/>
          <p:cNvSpPr txBox="1"/>
          <p:nvPr>
            <p:ph idx="1" type="subTitle"/>
          </p:nvPr>
        </p:nvSpPr>
        <p:spPr>
          <a:xfrm>
            <a:off x="720000" y="4044657"/>
            <a:ext cx="24009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92" name="Google Shape;8592;p13"/>
          <p:cNvSpPr txBox="1"/>
          <p:nvPr>
            <p:ph idx="2" type="subTitle"/>
          </p:nvPr>
        </p:nvSpPr>
        <p:spPr>
          <a:xfrm>
            <a:off x="3367649" y="4044657"/>
            <a:ext cx="24048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93" name="Google Shape;8593;p13"/>
          <p:cNvSpPr txBox="1"/>
          <p:nvPr>
            <p:ph idx="3" type="subTitle"/>
          </p:nvPr>
        </p:nvSpPr>
        <p:spPr>
          <a:xfrm>
            <a:off x="6019197" y="4044657"/>
            <a:ext cx="24048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94" name="Google Shape;8594;p13"/>
          <p:cNvSpPr txBox="1"/>
          <p:nvPr>
            <p:ph hasCustomPrompt="1" idx="4" type="title"/>
          </p:nvPr>
        </p:nvSpPr>
        <p:spPr>
          <a:xfrm>
            <a:off x="1586100" y="3081685"/>
            <a:ext cx="6687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595" name="Google Shape;8595;p13"/>
          <p:cNvSpPr txBox="1"/>
          <p:nvPr>
            <p:ph hasCustomPrompt="1" idx="5" type="title"/>
          </p:nvPr>
        </p:nvSpPr>
        <p:spPr>
          <a:xfrm>
            <a:off x="4210425" y="3081682"/>
            <a:ext cx="7035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596" name="Google Shape;8596;p13"/>
          <p:cNvSpPr txBox="1"/>
          <p:nvPr>
            <p:ph hasCustomPrompt="1" idx="6" type="title"/>
          </p:nvPr>
        </p:nvSpPr>
        <p:spPr>
          <a:xfrm>
            <a:off x="6869550" y="3081682"/>
            <a:ext cx="7041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597" name="Google Shape;8597;p13"/>
          <p:cNvSpPr txBox="1"/>
          <p:nvPr>
            <p:ph idx="7" type="subTitle"/>
          </p:nvPr>
        </p:nvSpPr>
        <p:spPr>
          <a:xfrm>
            <a:off x="720000" y="3707428"/>
            <a:ext cx="24009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598" name="Google Shape;8598;p13"/>
          <p:cNvSpPr txBox="1"/>
          <p:nvPr>
            <p:ph idx="8" type="subTitle"/>
          </p:nvPr>
        </p:nvSpPr>
        <p:spPr>
          <a:xfrm>
            <a:off x="3367649" y="3707427"/>
            <a:ext cx="24048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599" name="Google Shape;8599;p13"/>
          <p:cNvSpPr txBox="1"/>
          <p:nvPr>
            <p:ph idx="9" type="subTitle"/>
          </p:nvPr>
        </p:nvSpPr>
        <p:spPr>
          <a:xfrm>
            <a:off x="6019197" y="3707427"/>
            <a:ext cx="24048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600" name="Google Shape;8600;p13"/>
          <p:cNvSpPr txBox="1"/>
          <p:nvPr>
            <p:ph idx="13" type="subTitle"/>
          </p:nvPr>
        </p:nvSpPr>
        <p:spPr>
          <a:xfrm>
            <a:off x="720000" y="2242663"/>
            <a:ext cx="24009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601" name="Google Shape;8601;p13"/>
          <p:cNvSpPr txBox="1"/>
          <p:nvPr>
            <p:ph idx="14" type="subTitle"/>
          </p:nvPr>
        </p:nvSpPr>
        <p:spPr>
          <a:xfrm>
            <a:off x="3367649" y="2242663"/>
            <a:ext cx="24048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602" name="Google Shape;8602;p13"/>
          <p:cNvSpPr txBox="1"/>
          <p:nvPr>
            <p:ph idx="15" type="subTitle"/>
          </p:nvPr>
        </p:nvSpPr>
        <p:spPr>
          <a:xfrm>
            <a:off x="6019197" y="2242663"/>
            <a:ext cx="24048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603" name="Google Shape;8603;p13"/>
          <p:cNvSpPr txBox="1"/>
          <p:nvPr>
            <p:ph hasCustomPrompt="1" idx="16" type="title"/>
          </p:nvPr>
        </p:nvSpPr>
        <p:spPr>
          <a:xfrm>
            <a:off x="1586100" y="1279691"/>
            <a:ext cx="6687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604" name="Google Shape;8604;p13"/>
          <p:cNvSpPr txBox="1"/>
          <p:nvPr>
            <p:ph hasCustomPrompt="1" idx="17" type="title"/>
          </p:nvPr>
        </p:nvSpPr>
        <p:spPr>
          <a:xfrm>
            <a:off x="4210425" y="1279688"/>
            <a:ext cx="7035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605" name="Google Shape;8605;p13"/>
          <p:cNvSpPr txBox="1"/>
          <p:nvPr>
            <p:ph hasCustomPrompt="1" idx="18" type="title"/>
          </p:nvPr>
        </p:nvSpPr>
        <p:spPr>
          <a:xfrm>
            <a:off x="6869550" y="1279688"/>
            <a:ext cx="7041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606" name="Google Shape;8606;p13"/>
          <p:cNvSpPr txBox="1"/>
          <p:nvPr>
            <p:ph idx="19" type="subTitle"/>
          </p:nvPr>
        </p:nvSpPr>
        <p:spPr>
          <a:xfrm>
            <a:off x="720000" y="1905427"/>
            <a:ext cx="24009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607" name="Google Shape;8607;p13"/>
          <p:cNvSpPr txBox="1"/>
          <p:nvPr>
            <p:ph idx="20" type="subTitle"/>
          </p:nvPr>
        </p:nvSpPr>
        <p:spPr>
          <a:xfrm>
            <a:off x="3367649" y="1905426"/>
            <a:ext cx="24048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608" name="Google Shape;8608;p13"/>
          <p:cNvSpPr txBox="1"/>
          <p:nvPr>
            <p:ph idx="21" type="subTitle"/>
          </p:nvPr>
        </p:nvSpPr>
        <p:spPr>
          <a:xfrm>
            <a:off x="6019197" y="1905426"/>
            <a:ext cx="24048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609" name="Google Shape;8609;p13"/>
          <p:cNvSpPr/>
          <p:nvPr/>
        </p:nvSpPr>
        <p:spPr>
          <a:xfrm>
            <a:off x="8634600" y="-164025"/>
            <a:ext cx="894600" cy="32046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0" name="Google Shape;8610;p13"/>
          <p:cNvSpPr/>
          <p:nvPr/>
        </p:nvSpPr>
        <p:spPr>
          <a:xfrm>
            <a:off x="-459596" y="-487046"/>
            <a:ext cx="1355828" cy="1425415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1" name="Google Shape;8611;p13"/>
          <p:cNvSpPr/>
          <p:nvPr/>
        </p:nvSpPr>
        <p:spPr>
          <a:xfrm>
            <a:off x="8634600" y="2643625"/>
            <a:ext cx="2404800" cy="2404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2" name="Google Shape;8612;p13"/>
          <p:cNvGrpSpPr/>
          <p:nvPr/>
        </p:nvGrpSpPr>
        <p:grpSpPr>
          <a:xfrm rot="5400000">
            <a:off x="1746620" y="2952196"/>
            <a:ext cx="347597" cy="4345456"/>
            <a:chOff x="-136402" y="-175976"/>
            <a:chExt cx="347597" cy="4345456"/>
          </a:xfrm>
        </p:grpSpPr>
        <p:sp>
          <p:nvSpPr>
            <p:cNvPr id="8613" name="Google Shape;8613;p13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13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13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13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13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13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13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13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13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13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13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13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13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13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13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13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13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13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13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13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13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13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13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13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13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13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13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0" name="Google Shape;8640;p13"/>
          <p:cNvGrpSpPr/>
          <p:nvPr/>
        </p:nvGrpSpPr>
        <p:grpSpPr>
          <a:xfrm rot="5400000">
            <a:off x="1746622" y="2952198"/>
            <a:ext cx="347597" cy="4345451"/>
            <a:chOff x="-136402" y="-175976"/>
            <a:chExt cx="347597" cy="4345451"/>
          </a:xfrm>
        </p:grpSpPr>
        <p:sp>
          <p:nvSpPr>
            <p:cNvPr id="8641" name="Google Shape;8641;p13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13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13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13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13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13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13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13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13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13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13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13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13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13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13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13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13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13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13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13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13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13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13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13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13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13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7" name="Google Shape;8667;p13"/>
          <p:cNvSpPr/>
          <p:nvPr/>
        </p:nvSpPr>
        <p:spPr>
          <a:xfrm rot="5400000">
            <a:off x="1746595" y="295217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8668" name="Shape 8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69" name="Google Shape;8669;p14"/>
          <p:cNvSpPr txBox="1"/>
          <p:nvPr>
            <p:ph type="title"/>
          </p:nvPr>
        </p:nvSpPr>
        <p:spPr>
          <a:xfrm>
            <a:off x="4047550" y="3509148"/>
            <a:ext cx="4360200" cy="4404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8670" name="Google Shape;8670;p14"/>
          <p:cNvSpPr txBox="1"/>
          <p:nvPr>
            <p:ph idx="1" type="subTitle"/>
          </p:nvPr>
        </p:nvSpPr>
        <p:spPr>
          <a:xfrm>
            <a:off x="1716550" y="1193955"/>
            <a:ext cx="6691200" cy="218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8671" name="Google Shape;8671;p14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8672" name="Google Shape;8672;p14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14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14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14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14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14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14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14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14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14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14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14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14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14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14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14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14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14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14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14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14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14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14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14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14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14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14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14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14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14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14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14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14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14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14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14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14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14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14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14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14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14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14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14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14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14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14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14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14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14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14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14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14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14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14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14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14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14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14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14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14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14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14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14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14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14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14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14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14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14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14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14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14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14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14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14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14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14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14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14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14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14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14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14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14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14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14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14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14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14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14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14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14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14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14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14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14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14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14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14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14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14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14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14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14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14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14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14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14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14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14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14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14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14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14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14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14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14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14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14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14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14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14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14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14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14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14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14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14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14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14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14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14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14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14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14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14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14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14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14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14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14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14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14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14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14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14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14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14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14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14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14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14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14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14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14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14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14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14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14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14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14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14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14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14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14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14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14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14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14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14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14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14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14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14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14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14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14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14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14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14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14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14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14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14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14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14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14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14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14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14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14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14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14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14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14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14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14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14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14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14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14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14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14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14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14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14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14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14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14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14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14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14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14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14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14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14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14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14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14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14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14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14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14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14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14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14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14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14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14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14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14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14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14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14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14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14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14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14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14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14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14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14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14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14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14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14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14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14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14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14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14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14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14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14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14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14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14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14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14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14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14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14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14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14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14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14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14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14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14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14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14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14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14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14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14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14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14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14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14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14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14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14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14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14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14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14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14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14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14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14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14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14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14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14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14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14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14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14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14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14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14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14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14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14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14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14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14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14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14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14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14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14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14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14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14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14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14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14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14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14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14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14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14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14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14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14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14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14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14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14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14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14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14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14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14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14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14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14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14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14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14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14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14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14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14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14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14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14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14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14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14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14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14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14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14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14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14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14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14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14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14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14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14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14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14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14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14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14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14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14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14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14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14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14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14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14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14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14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14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14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14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14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14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14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14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14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14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14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14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14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14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14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14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14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14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14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14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14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14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14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14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14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14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14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14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14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14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14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14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14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14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14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14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14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14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14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14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14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14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14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14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14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14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14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14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14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14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14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14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14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14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14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14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14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14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14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14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14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14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14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14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14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14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14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14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14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14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14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14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14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14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14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14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14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14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14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14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14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14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14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14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14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14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14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14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14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14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14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14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14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14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14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14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14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14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14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14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14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14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14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14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14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14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14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14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14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14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14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14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14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14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14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14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14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14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14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14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14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14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14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14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14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14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14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14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14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14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14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14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14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14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14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14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14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14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14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14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14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14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14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14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14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14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14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14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14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14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14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14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14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14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14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14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14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14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14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14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14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14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14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14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14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14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14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14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14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14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14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14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14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14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14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14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14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14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14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14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14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14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14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14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14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14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14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14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14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14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14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14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14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14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14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14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14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14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14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14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14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14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14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14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14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14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14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14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14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14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14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14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14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14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14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14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14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14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14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14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14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14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14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14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14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14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14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14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14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14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14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14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14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14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14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14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14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14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14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14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14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14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14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14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14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14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14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14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14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14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14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14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14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14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14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14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14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14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14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14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14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14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14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14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14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14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14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14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14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14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14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14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14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14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14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14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14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14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14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14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14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14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14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14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14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14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14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14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14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14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14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14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14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14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14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14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14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14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14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14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14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14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14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14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14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14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14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14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14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14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14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14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14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14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14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14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14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14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14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14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14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14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14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14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14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14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14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14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14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14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14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14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14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14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14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14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14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14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14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14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14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14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14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14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14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14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14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14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14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14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14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14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14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14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14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14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14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14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14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14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14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14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14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14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14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14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14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14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14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14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14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14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14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14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14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14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14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14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14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14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14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14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14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14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14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14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14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14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14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14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14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14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14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14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14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14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14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14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14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14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14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14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14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14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14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14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14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14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14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14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14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14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14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14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14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14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14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14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14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14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14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14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14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14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14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14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14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14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14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14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14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14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14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14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14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14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14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14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14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14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14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14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14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14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14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14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14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14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14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14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14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14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14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14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14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14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14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14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14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14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14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14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14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14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14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14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14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14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14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14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14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14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14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14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14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14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14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14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14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14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14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14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14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14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14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14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14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14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14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14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14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14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14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14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14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14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14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14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14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14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14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14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14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14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14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14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14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14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14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14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14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14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14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14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14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14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14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14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14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14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14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14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14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14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14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14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14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14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14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14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14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14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14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14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14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14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14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14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14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14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14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14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14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14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14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14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14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14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14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14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14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14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14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14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14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14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14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14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14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14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14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14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14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14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14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14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14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14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14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14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14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14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14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14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14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14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14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14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14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14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14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14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14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14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14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14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14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14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14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14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14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14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14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14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14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14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14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14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14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14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14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14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14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14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14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14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14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14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14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14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14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14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14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14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14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14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14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14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14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14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14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14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14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14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14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14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14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14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14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14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14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14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14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14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14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14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14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14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14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14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14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14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14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14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14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14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14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14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14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14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14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14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14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14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14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14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14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14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14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14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14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14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14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14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14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14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14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14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14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14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14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14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14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14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14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14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14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14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14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14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14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14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14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14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14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14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14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14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14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14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14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14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14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14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14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14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14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14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14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14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14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14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14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14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14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14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14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14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14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14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14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14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14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14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14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14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14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14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14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14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14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14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14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14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14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14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14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14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14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14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14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14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14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14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14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14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14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14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14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14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14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14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14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14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14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14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14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14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14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14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14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14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14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14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14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14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14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14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14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14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14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14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14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14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14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14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14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14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14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14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14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14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14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14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14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14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14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14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14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14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14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14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14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14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14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14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14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14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14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14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14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14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14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14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14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14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14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14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14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14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14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14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14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14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14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14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14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14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14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14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14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14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14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14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14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14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14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14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14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14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14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14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14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14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14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14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14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14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14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14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14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14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14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14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14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14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14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14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14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14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14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14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14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14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14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14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14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14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14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14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14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14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14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14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14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14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14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14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14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14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14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14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14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14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14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14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14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14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14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14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14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14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14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14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14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14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14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14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14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14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14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14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14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14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14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14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14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14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14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14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14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14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14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14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14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14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14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14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14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14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14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14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14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14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14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14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14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14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14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14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14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14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14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14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14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14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14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14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14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14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14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14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14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14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14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14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14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14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14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14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14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14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14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14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14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14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14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14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14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14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14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14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14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14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14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14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14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14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14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14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14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14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14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14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14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14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14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14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14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14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14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14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14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14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14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14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14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14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14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14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14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14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14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14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14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14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14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14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14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14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14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14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14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14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14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14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14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14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14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14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14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14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14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14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14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14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14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14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14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14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14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14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14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14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14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14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14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14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14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14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14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14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14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14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14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14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14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14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14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14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14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14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14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14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14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14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14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14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14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14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14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14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14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14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14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14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14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14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14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14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14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14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14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14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14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14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14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14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14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14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14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14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14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14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14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14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14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14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14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14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14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14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14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14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14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14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14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14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14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14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14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14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14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14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14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14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14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14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14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14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14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14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14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14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14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14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14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14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14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14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14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14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14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14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14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14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14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14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14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14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14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14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14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14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14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14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14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14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14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14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14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14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14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14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14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14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14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14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14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14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14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14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14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14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14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14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14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14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14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14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14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14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14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14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14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14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14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14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14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14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14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14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14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14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14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14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14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14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14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14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14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14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14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14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14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14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14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14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14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14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14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14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14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14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14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14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14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14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14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14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14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14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14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14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14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14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14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14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14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14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14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14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14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14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14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14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14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14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14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14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14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14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14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14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14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14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14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14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14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14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14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14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14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14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14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14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14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14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14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14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14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14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14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14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14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14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14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14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14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14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14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14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14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14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14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14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14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14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14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14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14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14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14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14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14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14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14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14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8" name="Google Shape;10288;p14"/>
          <p:cNvGrpSpPr/>
          <p:nvPr/>
        </p:nvGrpSpPr>
        <p:grpSpPr>
          <a:xfrm rot="5400000">
            <a:off x="2432820" y="2941896"/>
            <a:ext cx="347597" cy="4345456"/>
            <a:chOff x="-136402" y="-175976"/>
            <a:chExt cx="347597" cy="4345456"/>
          </a:xfrm>
        </p:grpSpPr>
        <p:sp>
          <p:nvSpPr>
            <p:cNvPr id="10289" name="Google Shape;10289;p14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14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14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14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14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14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14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14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14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14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14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14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14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14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14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14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14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14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14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14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14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14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14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14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14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14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14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6" name="Google Shape;10316;p14"/>
          <p:cNvGrpSpPr/>
          <p:nvPr/>
        </p:nvGrpSpPr>
        <p:grpSpPr>
          <a:xfrm rot="5400000">
            <a:off x="2432822" y="2941898"/>
            <a:ext cx="347597" cy="4345451"/>
            <a:chOff x="-136402" y="-175976"/>
            <a:chExt cx="347597" cy="4345451"/>
          </a:xfrm>
        </p:grpSpPr>
        <p:sp>
          <p:nvSpPr>
            <p:cNvPr id="10317" name="Google Shape;10317;p14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14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14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14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14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14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14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14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14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14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14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14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14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14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14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14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14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14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14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14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14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14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14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14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14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14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43" name="Google Shape;10343;p14"/>
          <p:cNvSpPr/>
          <p:nvPr/>
        </p:nvSpPr>
        <p:spPr>
          <a:xfrm rot="5400000">
            <a:off x="2432795" y="294187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44" name="Google Shape;10344;p14"/>
          <p:cNvGrpSpPr/>
          <p:nvPr/>
        </p:nvGrpSpPr>
        <p:grpSpPr>
          <a:xfrm rot="10800000">
            <a:off x="8913498" y="-248025"/>
            <a:ext cx="347597" cy="4345456"/>
            <a:chOff x="-136402" y="-175976"/>
            <a:chExt cx="347597" cy="4345456"/>
          </a:xfrm>
        </p:grpSpPr>
        <p:sp>
          <p:nvSpPr>
            <p:cNvPr id="10345" name="Google Shape;10345;p14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14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14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14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14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14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14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14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14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14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14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14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14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14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14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14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14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14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14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14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14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14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14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14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14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14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14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2" name="Google Shape;10372;p14"/>
          <p:cNvGrpSpPr/>
          <p:nvPr/>
        </p:nvGrpSpPr>
        <p:grpSpPr>
          <a:xfrm rot="10800000">
            <a:off x="8913498" y="-248020"/>
            <a:ext cx="347597" cy="4345451"/>
            <a:chOff x="-136402" y="-175976"/>
            <a:chExt cx="347597" cy="4345451"/>
          </a:xfrm>
        </p:grpSpPr>
        <p:sp>
          <p:nvSpPr>
            <p:cNvPr id="10373" name="Google Shape;10373;p14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14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14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14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14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14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14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14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14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14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14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14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14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14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14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14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14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14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14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14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14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14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14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14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14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14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99" name="Google Shape;10399;p14"/>
          <p:cNvSpPr/>
          <p:nvPr/>
        </p:nvSpPr>
        <p:spPr>
          <a:xfrm rot="10800000">
            <a:off x="8913443" y="-24802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">
    <p:spTree>
      <p:nvGrpSpPr>
        <p:cNvPr id="10400" name="Shape 10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01" name="Google Shape;10401;p15"/>
          <p:cNvSpPr txBox="1"/>
          <p:nvPr>
            <p:ph type="title"/>
          </p:nvPr>
        </p:nvSpPr>
        <p:spPr>
          <a:xfrm>
            <a:off x="967038" y="799475"/>
            <a:ext cx="3296400" cy="255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0402" name="Google Shape;10402;p15"/>
          <p:cNvSpPr txBox="1"/>
          <p:nvPr>
            <p:ph idx="1" type="subTitle"/>
          </p:nvPr>
        </p:nvSpPr>
        <p:spPr>
          <a:xfrm>
            <a:off x="967038" y="3301290"/>
            <a:ext cx="3296400" cy="115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0403" name="Google Shape;10403;p15"/>
          <p:cNvSpPr/>
          <p:nvPr>
            <p:ph idx="2" type="pic"/>
          </p:nvPr>
        </p:nvSpPr>
        <p:spPr>
          <a:xfrm>
            <a:off x="4729963" y="984450"/>
            <a:ext cx="3177300" cy="3174600"/>
          </a:xfrm>
          <a:prstGeom prst="ellipse">
            <a:avLst/>
          </a:prstGeom>
          <a:noFill/>
          <a:ln>
            <a:noFill/>
          </a:ln>
        </p:spPr>
      </p:sp>
      <p:grpSp>
        <p:nvGrpSpPr>
          <p:cNvPr id="10404" name="Google Shape;10404;p15"/>
          <p:cNvGrpSpPr/>
          <p:nvPr/>
        </p:nvGrpSpPr>
        <p:grpSpPr>
          <a:xfrm rot="5400000">
            <a:off x="4568820" y="2952196"/>
            <a:ext cx="347597" cy="4345456"/>
            <a:chOff x="-136402" y="-175976"/>
            <a:chExt cx="347597" cy="4345456"/>
          </a:xfrm>
        </p:grpSpPr>
        <p:sp>
          <p:nvSpPr>
            <p:cNvPr id="10405" name="Google Shape;10405;p15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15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15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15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15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15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15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15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15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15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15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15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15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15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15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15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15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15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15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15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15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15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15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15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15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15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15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2" name="Google Shape;10432;p15"/>
          <p:cNvGrpSpPr/>
          <p:nvPr/>
        </p:nvGrpSpPr>
        <p:grpSpPr>
          <a:xfrm rot="5400000">
            <a:off x="4568822" y="2952198"/>
            <a:ext cx="347597" cy="4345451"/>
            <a:chOff x="-136402" y="-175976"/>
            <a:chExt cx="347597" cy="4345451"/>
          </a:xfrm>
        </p:grpSpPr>
        <p:sp>
          <p:nvSpPr>
            <p:cNvPr id="10433" name="Google Shape;10433;p15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15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15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15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15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15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15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15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15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15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15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15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15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15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15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15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15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15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15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15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15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15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15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15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15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15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59" name="Google Shape;10459;p15"/>
          <p:cNvSpPr/>
          <p:nvPr/>
        </p:nvSpPr>
        <p:spPr>
          <a:xfrm rot="5400000">
            <a:off x="4568795" y="295217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0" name="Google Shape;10460;p15"/>
          <p:cNvSpPr/>
          <p:nvPr/>
        </p:nvSpPr>
        <p:spPr>
          <a:xfrm>
            <a:off x="-167150" y="1180050"/>
            <a:ext cx="646800" cy="2979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1" name="Google Shape;10461;p15"/>
          <p:cNvSpPr/>
          <p:nvPr/>
        </p:nvSpPr>
        <p:spPr>
          <a:xfrm>
            <a:off x="299813" y="3036962"/>
            <a:ext cx="355580" cy="37378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4">
    <p:spTree>
      <p:nvGrpSpPr>
        <p:cNvPr id="10462" name="Shape 10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63" name="Google Shape;10463;p16"/>
          <p:cNvSpPr txBox="1"/>
          <p:nvPr>
            <p:ph type="title"/>
          </p:nvPr>
        </p:nvSpPr>
        <p:spPr>
          <a:xfrm>
            <a:off x="720000" y="1620638"/>
            <a:ext cx="3287400" cy="127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0464" name="Google Shape;10464;p16"/>
          <p:cNvSpPr txBox="1"/>
          <p:nvPr>
            <p:ph idx="1" type="subTitle"/>
          </p:nvPr>
        </p:nvSpPr>
        <p:spPr>
          <a:xfrm>
            <a:off x="720000" y="2703098"/>
            <a:ext cx="3287400" cy="117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0465" name="Google Shape;10465;p16"/>
          <p:cNvGrpSpPr/>
          <p:nvPr/>
        </p:nvGrpSpPr>
        <p:grpSpPr>
          <a:xfrm rot="5400000">
            <a:off x="4091220" y="2906246"/>
            <a:ext cx="347597" cy="4345456"/>
            <a:chOff x="-136402" y="-175976"/>
            <a:chExt cx="347597" cy="4345456"/>
          </a:xfrm>
        </p:grpSpPr>
        <p:sp>
          <p:nvSpPr>
            <p:cNvPr id="10466" name="Google Shape;10466;p16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16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16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16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16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16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16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16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16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16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16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16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16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16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16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16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16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16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16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16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16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16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16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16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16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16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16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3" name="Google Shape;10493;p16"/>
          <p:cNvGrpSpPr/>
          <p:nvPr/>
        </p:nvGrpSpPr>
        <p:grpSpPr>
          <a:xfrm rot="5400000">
            <a:off x="4091222" y="2906248"/>
            <a:ext cx="347597" cy="4345451"/>
            <a:chOff x="-136402" y="-175976"/>
            <a:chExt cx="347597" cy="4345451"/>
          </a:xfrm>
        </p:grpSpPr>
        <p:sp>
          <p:nvSpPr>
            <p:cNvPr id="10494" name="Google Shape;10494;p16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16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16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16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16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16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16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16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16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16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16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16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16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16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16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16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16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16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16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16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16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16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16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16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16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16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20" name="Google Shape;10520;p16"/>
          <p:cNvSpPr/>
          <p:nvPr/>
        </p:nvSpPr>
        <p:spPr>
          <a:xfrm rot="5400000">
            <a:off x="4091195" y="290622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1" name="Google Shape;10521;p16"/>
          <p:cNvSpPr/>
          <p:nvPr/>
        </p:nvSpPr>
        <p:spPr>
          <a:xfrm rot="5400000">
            <a:off x="5873525" y="-1188650"/>
            <a:ext cx="1019100" cy="2031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2" name="Google Shape;10522;p16"/>
          <p:cNvSpPr/>
          <p:nvPr/>
        </p:nvSpPr>
        <p:spPr>
          <a:xfrm rot="5400000">
            <a:off x="4638272" y="-421105"/>
            <a:ext cx="960600" cy="9606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4_1">
    <p:spTree>
      <p:nvGrpSpPr>
        <p:cNvPr id="10523" name="Shape 10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" name="Google Shape;10524;p17"/>
          <p:cNvSpPr txBox="1"/>
          <p:nvPr>
            <p:ph type="title"/>
          </p:nvPr>
        </p:nvSpPr>
        <p:spPr>
          <a:xfrm>
            <a:off x="4539175" y="1393675"/>
            <a:ext cx="3891600" cy="59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0525" name="Google Shape;10525;p17"/>
          <p:cNvSpPr txBox="1"/>
          <p:nvPr>
            <p:ph idx="1" type="subTitle"/>
          </p:nvPr>
        </p:nvSpPr>
        <p:spPr>
          <a:xfrm>
            <a:off x="4539150" y="1800275"/>
            <a:ext cx="3891600" cy="93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11">
    <p:spTree>
      <p:nvGrpSpPr>
        <p:cNvPr id="10526" name="Shape 10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" name="Google Shape;10527;p1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grpSp>
        <p:nvGrpSpPr>
          <p:cNvPr id="10528" name="Google Shape;10528;p18"/>
          <p:cNvGrpSpPr/>
          <p:nvPr/>
        </p:nvGrpSpPr>
        <p:grpSpPr>
          <a:xfrm>
            <a:off x="8870898" y="929774"/>
            <a:ext cx="347597" cy="4345456"/>
            <a:chOff x="-136402" y="-175976"/>
            <a:chExt cx="347597" cy="4345456"/>
          </a:xfrm>
        </p:grpSpPr>
        <p:sp>
          <p:nvSpPr>
            <p:cNvPr id="10529" name="Google Shape;10529;p18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18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18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18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18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18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18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18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18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18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18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18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18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18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18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18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18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18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18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18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18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18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18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18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18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18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18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6" name="Google Shape;10556;p18"/>
          <p:cNvGrpSpPr/>
          <p:nvPr/>
        </p:nvGrpSpPr>
        <p:grpSpPr>
          <a:xfrm>
            <a:off x="8870898" y="929774"/>
            <a:ext cx="347597" cy="4345451"/>
            <a:chOff x="-136402" y="-175976"/>
            <a:chExt cx="347597" cy="4345451"/>
          </a:xfrm>
        </p:grpSpPr>
        <p:sp>
          <p:nvSpPr>
            <p:cNvPr id="10557" name="Google Shape;10557;p18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18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18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18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18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18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18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18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18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18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18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18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18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18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18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18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18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18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18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18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18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18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18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18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18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18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83" name="Google Shape;10583;p18"/>
          <p:cNvSpPr/>
          <p:nvPr/>
        </p:nvSpPr>
        <p:spPr>
          <a:xfrm>
            <a:off x="8870850" y="92972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4" name="Google Shape;10584;p18"/>
          <p:cNvSpPr/>
          <p:nvPr/>
        </p:nvSpPr>
        <p:spPr>
          <a:xfrm>
            <a:off x="-770275" y="-449275"/>
            <a:ext cx="1540800" cy="1540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5" name="Google Shape;10585;p18"/>
          <p:cNvSpPr/>
          <p:nvPr/>
        </p:nvSpPr>
        <p:spPr>
          <a:xfrm>
            <a:off x="-437725" y="-116725"/>
            <a:ext cx="875700" cy="8757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6" name="Google Shape;10586;p18"/>
          <p:cNvSpPr/>
          <p:nvPr/>
        </p:nvSpPr>
        <p:spPr>
          <a:xfrm>
            <a:off x="-260868" y="4310950"/>
            <a:ext cx="1206475" cy="126839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7" name="Google Shape;10587;p18"/>
          <p:cNvSpPr txBox="1"/>
          <p:nvPr>
            <p:ph idx="1" type="subTitle"/>
          </p:nvPr>
        </p:nvSpPr>
        <p:spPr>
          <a:xfrm>
            <a:off x="1252500" y="1091525"/>
            <a:ext cx="6639000" cy="6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588" name="Google Shape;10588;p18"/>
          <p:cNvSpPr txBox="1"/>
          <p:nvPr>
            <p:ph idx="2" type="subTitle"/>
          </p:nvPr>
        </p:nvSpPr>
        <p:spPr>
          <a:xfrm>
            <a:off x="720000" y="1758275"/>
            <a:ext cx="4173600" cy="201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400"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CUSTOM_11_1">
    <p:spTree>
      <p:nvGrpSpPr>
        <p:cNvPr id="10589" name="Shape 10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0" name="Google Shape;10590;p1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grpSp>
        <p:nvGrpSpPr>
          <p:cNvPr id="10591" name="Google Shape;10591;p19"/>
          <p:cNvGrpSpPr/>
          <p:nvPr/>
        </p:nvGrpSpPr>
        <p:grpSpPr>
          <a:xfrm rot="5400000">
            <a:off x="7098202" y="-2115604"/>
            <a:ext cx="347597" cy="4345456"/>
            <a:chOff x="-136402" y="-175976"/>
            <a:chExt cx="347597" cy="4345456"/>
          </a:xfrm>
        </p:grpSpPr>
        <p:sp>
          <p:nvSpPr>
            <p:cNvPr id="10592" name="Google Shape;10592;p19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19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19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19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19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19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19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19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19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19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19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19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19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19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19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19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19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19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19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19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19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19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19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19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19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19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19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9" name="Google Shape;10619;p19"/>
          <p:cNvGrpSpPr/>
          <p:nvPr/>
        </p:nvGrpSpPr>
        <p:grpSpPr>
          <a:xfrm rot="5400000">
            <a:off x="7098204" y="-2115602"/>
            <a:ext cx="347597" cy="4345451"/>
            <a:chOff x="-136402" y="-175976"/>
            <a:chExt cx="347597" cy="4345451"/>
          </a:xfrm>
        </p:grpSpPr>
        <p:sp>
          <p:nvSpPr>
            <p:cNvPr id="10620" name="Google Shape;10620;p19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19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19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19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19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19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19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19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19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19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19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19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19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19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19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19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19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19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19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19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19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19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19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19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19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19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46" name="Google Shape;10646;p19"/>
          <p:cNvSpPr/>
          <p:nvPr/>
        </p:nvSpPr>
        <p:spPr>
          <a:xfrm rot="5400000">
            <a:off x="7098177" y="-2115623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7" name="Google Shape;10647;p19"/>
          <p:cNvSpPr/>
          <p:nvPr/>
        </p:nvSpPr>
        <p:spPr>
          <a:xfrm>
            <a:off x="8176025" y="4174750"/>
            <a:ext cx="1540800" cy="1540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8" name="Google Shape;10648;p19"/>
          <p:cNvSpPr/>
          <p:nvPr/>
        </p:nvSpPr>
        <p:spPr>
          <a:xfrm>
            <a:off x="8508575" y="4507300"/>
            <a:ext cx="875700" cy="8757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9" name="Google Shape;10649;p19"/>
          <p:cNvSpPr/>
          <p:nvPr/>
        </p:nvSpPr>
        <p:spPr>
          <a:xfrm>
            <a:off x="-364673" y="2450899"/>
            <a:ext cx="913945" cy="960808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0" name="Google Shape;10650;p19"/>
          <p:cNvSpPr txBox="1"/>
          <p:nvPr>
            <p:ph idx="1" type="subTitle"/>
          </p:nvPr>
        </p:nvSpPr>
        <p:spPr>
          <a:xfrm>
            <a:off x="720000" y="1091525"/>
            <a:ext cx="7704000" cy="49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651" name="Google Shape;10651;p19"/>
          <p:cNvSpPr txBox="1"/>
          <p:nvPr>
            <p:ph idx="2" type="subTitle"/>
          </p:nvPr>
        </p:nvSpPr>
        <p:spPr>
          <a:xfrm>
            <a:off x="720000" y="1758275"/>
            <a:ext cx="3782400" cy="265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400"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652" name="Google Shape;10652;p19"/>
          <p:cNvSpPr txBox="1"/>
          <p:nvPr>
            <p:ph idx="3" type="subTitle"/>
          </p:nvPr>
        </p:nvSpPr>
        <p:spPr>
          <a:xfrm>
            <a:off x="4645075" y="1758275"/>
            <a:ext cx="3785700" cy="222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400"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5">
  <p:cSld name="CUSTOM_11_1_1">
    <p:spTree>
      <p:nvGrpSpPr>
        <p:cNvPr id="10653" name="Shape 10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4" name="Google Shape;10654;p20"/>
          <p:cNvSpPr txBox="1"/>
          <p:nvPr>
            <p:ph type="title"/>
          </p:nvPr>
        </p:nvSpPr>
        <p:spPr>
          <a:xfrm>
            <a:off x="720000" y="1735988"/>
            <a:ext cx="3929400" cy="73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0655" name="Google Shape;10655;p20"/>
          <p:cNvSpPr txBox="1"/>
          <p:nvPr>
            <p:ph idx="1" type="subTitle"/>
          </p:nvPr>
        </p:nvSpPr>
        <p:spPr>
          <a:xfrm>
            <a:off x="720000" y="2275163"/>
            <a:ext cx="3929400" cy="94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0656" name="Google Shape;10656;p20"/>
          <p:cNvGrpSpPr/>
          <p:nvPr/>
        </p:nvGrpSpPr>
        <p:grpSpPr>
          <a:xfrm rot="5400000">
            <a:off x="6412545" y="2906246"/>
            <a:ext cx="347597" cy="4345456"/>
            <a:chOff x="-136402" y="-175976"/>
            <a:chExt cx="347597" cy="4345456"/>
          </a:xfrm>
        </p:grpSpPr>
        <p:sp>
          <p:nvSpPr>
            <p:cNvPr id="10657" name="Google Shape;10657;p20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20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20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20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20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20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20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20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20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20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20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20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20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20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20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20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20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20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20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20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20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20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20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20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20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20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20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4" name="Google Shape;10684;p20"/>
          <p:cNvGrpSpPr/>
          <p:nvPr/>
        </p:nvGrpSpPr>
        <p:grpSpPr>
          <a:xfrm rot="5400000">
            <a:off x="6412547" y="2906248"/>
            <a:ext cx="347597" cy="4345451"/>
            <a:chOff x="-136402" y="-175976"/>
            <a:chExt cx="347597" cy="4345451"/>
          </a:xfrm>
        </p:grpSpPr>
        <p:sp>
          <p:nvSpPr>
            <p:cNvPr id="10685" name="Google Shape;10685;p20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20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20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20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20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20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20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20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20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20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20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20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20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20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20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20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20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20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20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20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20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20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20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20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20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20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11" name="Google Shape;10711;p20"/>
          <p:cNvSpPr/>
          <p:nvPr/>
        </p:nvSpPr>
        <p:spPr>
          <a:xfrm rot="5400000">
            <a:off x="6412520" y="290622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2" name="Google Shape;10712;p20"/>
          <p:cNvSpPr/>
          <p:nvPr/>
        </p:nvSpPr>
        <p:spPr>
          <a:xfrm rot="5400000">
            <a:off x="2791275" y="-1188650"/>
            <a:ext cx="1019100" cy="2031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3" name="Google Shape;10713;p20"/>
          <p:cNvSpPr/>
          <p:nvPr/>
        </p:nvSpPr>
        <p:spPr>
          <a:xfrm rot="5400000">
            <a:off x="1556022" y="-421105"/>
            <a:ext cx="960600" cy="9606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10714" name="Shape 10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15" name="Google Shape;10715;p21"/>
          <p:cNvSpPr txBox="1"/>
          <p:nvPr>
            <p:ph type="title"/>
          </p:nvPr>
        </p:nvSpPr>
        <p:spPr>
          <a:xfrm>
            <a:off x="720000" y="445025"/>
            <a:ext cx="7704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16" name="Google Shape;10716;p21"/>
          <p:cNvSpPr txBox="1"/>
          <p:nvPr>
            <p:ph idx="1" type="subTitle"/>
          </p:nvPr>
        </p:nvSpPr>
        <p:spPr>
          <a:xfrm>
            <a:off x="1080725" y="2660275"/>
            <a:ext cx="2979900" cy="12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17" name="Google Shape;10717;p21"/>
          <p:cNvSpPr txBox="1"/>
          <p:nvPr>
            <p:ph idx="2" type="subTitle"/>
          </p:nvPr>
        </p:nvSpPr>
        <p:spPr>
          <a:xfrm>
            <a:off x="1080725" y="2305450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18" name="Google Shape;10718;p21"/>
          <p:cNvSpPr txBox="1"/>
          <p:nvPr>
            <p:ph idx="3" type="subTitle"/>
          </p:nvPr>
        </p:nvSpPr>
        <p:spPr>
          <a:xfrm>
            <a:off x="5083355" y="2660275"/>
            <a:ext cx="2979900" cy="12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19" name="Google Shape;10719;p21"/>
          <p:cNvSpPr txBox="1"/>
          <p:nvPr>
            <p:ph idx="4" type="subTitle"/>
          </p:nvPr>
        </p:nvSpPr>
        <p:spPr>
          <a:xfrm>
            <a:off x="5083355" y="2305450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20" name="Google Shape;10720;p21"/>
          <p:cNvSpPr/>
          <p:nvPr/>
        </p:nvSpPr>
        <p:spPr>
          <a:xfrm>
            <a:off x="-14900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1" name="Google Shape;10721;p21"/>
          <p:cNvSpPr/>
          <p:nvPr/>
        </p:nvSpPr>
        <p:spPr>
          <a:xfrm>
            <a:off x="1164785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2" name="Google Shape;10722;p21"/>
          <p:cNvSpPr/>
          <p:nvPr/>
        </p:nvSpPr>
        <p:spPr>
          <a:xfrm>
            <a:off x="170075" y="137047"/>
            <a:ext cx="592820" cy="592943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bg>
      <p:bgPr>
        <a:solidFill>
          <a:schemeClr val="dk1"/>
        </a:solidFill>
      </p:bgPr>
    </p:bg>
    <p:spTree>
      <p:nvGrpSpPr>
        <p:cNvPr id="10723" name="Shape 10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24" name="Google Shape;10724;p22"/>
          <p:cNvSpPr txBox="1"/>
          <p:nvPr>
            <p:ph type="title"/>
          </p:nvPr>
        </p:nvSpPr>
        <p:spPr>
          <a:xfrm>
            <a:off x="720000" y="445025"/>
            <a:ext cx="7704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25" name="Google Shape;10725;p22"/>
          <p:cNvSpPr txBox="1"/>
          <p:nvPr>
            <p:ph idx="1" type="subTitle"/>
          </p:nvPr>
        </p:nvSpPr>
        <p:spPr>
          <a:xfrm>
            <a:off x="4756186" y="2056225"/>
            <a:ext cx="3154800" cy="228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b="0"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26" name="Google Shape;10726;p22"/>
          <p:cNvSpPr txBox="1"/>
          <p:nvPr>
            <p:ph idx="2" type="subTitle"/>
          </p:nvPr>
        </p:nvSpPr>
        <p:spPr>
          <a:xfrm>
            <a:off x="1233025" y="2056225"/>
            <a:ext cx="3150600" cy="228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b="0"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27" name="Google Shape;10727;p22"/>
          <p:cNvSpPr/>
          <p:nvPr/>
        </p:nvSpPr>
        <p:spPr>
          <a:xfrm>
            <a:off x="-147675" y="160787"/>
            <a:ext cx="720486" cy="757420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28" name="Google Shape;10728;p22"/>
          <p:cNvGrpSpPr/>
          <p:nvPr/>
        </p:nvGrpSpPr>
        <p:grpSpPr>
          <a:xfrm rot="5400000">
            <a:off x="1851245" y="2884771"/>
            <a:ext cx="347597" cy="4345456"/>
            <a:chOff x="-136402" y="-175976"/>
            <a:chExt cx="347597" cy="4345456"/>
          </a:xfrm>
        </p:grpSpPr>
        <p:sp>
          <p:nvSpPr>
            <p:cNvPr id="10729" name="Google Shape;10729;p22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22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22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22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22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22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22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22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22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22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22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22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22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22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22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22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22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22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22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22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22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22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22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22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22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22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22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6" name="Google Shape;10756;p22"/>
          <p:cNvGrpSpPr/>
          <p:nvPr/>
        </p:nvGrpSpPr>
        <p:grpSpPr>
          <a:xfrm rot="5400000">
            <a:off x="1851247" y="2884773"/>
            <a:ext cx="347597" cy="4345451"/>
            <a:chOff x="-136402" y="-175976"/>
            <a:chExt cx="347597" cy="4345451"/>
          </a:xfrm>
        </p:grpSpPr>
        <p:sp>
          <p:nvSpPr>
            <p:cNvPr id="10757" name="Google Shape;10757;p22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22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22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22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22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22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22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22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22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22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22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22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22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22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22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22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22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22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22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22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22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22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22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22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22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22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83" name="Google Shape;10783;p22"/>
          <p:cNvSpPr/>
          <p:nvPr/>
        </p:nvSpPr>
        <p:spPr>
          <a:xfrm rot="5400000">
            <a:off x="1851220" y="2884752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6">
    <p:spTree>
      <p:nvGrpSpPr>
        <p:cNvPr id="10784" name="Shape 10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85" name="Google Shape;10785;p23"/>
          <p:cNvSpPr txBox="1"/>
          <p:nvPr>
            <p:ph type="title"/>
          </p:nvPr>
        </p:nvSpPr>
        <p:spPr>
          <a:xfrm>
            <a:off x="720000" y="445025"/>
            <a:ext cx="77040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86" name="Google Shape;10786;p23"/>
          <p:cNvSpPr txBox="1"/>
          <p:nvPr>
            <p:ph idx="1" type="subTitle"/>
          </p:nvPr>
        </p:nvSpPr>
        <p:spPr>
          <a:xfrm>
            <a:off x="713225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87" name="Google Shape;10787;p23"/>
          <p:cNvSpPr txBox="1"/>
          <p:nvPr>
            <p:ph idx="2" type="subTitle"/>
          </p:nvPr>
        </p:nvSpPr>
        <p:spPr>
          <a:xfrm>
            <a:off x="713225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88" name="Google Shape;10788;p23"/>
          <p:cNvSpPr txBox="1"/>
          <p:nvPr>
            <p:ph idx="3" type="subTitle"/>
          </p:nvPr>
        </p:nvSpPr>
        <p:spPr>
          <a:xfrm>
            <a:off x="3388950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89" name="Google Shape;10789;p23"/>
          <p:cNvSpPr txBox="1"/>
          <p:nvPr>
            <p:ph idx="4" type="subTitle"/>
          </p:nvPr>
        </p:nvSpPr>
        <p:spPr>
          <a:xfrm>
            <a:off x="3388949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90" name="Google Shape;10790;p23"/>
          <p:cNvSpPr txBox="1"/>
          <p:nvPr>
            <p:ph idx="5" type="subTitle"/>
          </p:nvPr>
        </p:nvSpPr>
        <p:spPr>
          <a:xfrm>
            <a:off x="6064674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91" name="Google Shape;10791;p23"/>
          <p:cNvSpPr txBox="1"/>
          <p:nvPr>
            <p:ph idx="6" type="subTitle"/>
          </p:nvPr>
        </p:nvSpPr>
        <p:spPr>
          <a:xfrm>
            <a:off x="6064674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92" name="Google Shape;10792;p23"/>
          <p:cNvSpPr/>
          <p:nvPr/>
        </p:nvSpPr>
        <p:spPr>
          <a:xfrm>
            <a:off x="103575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3" name="Google Shape;10793;p23"/>
          <p:cNvSpPr/>
          <p:nvPr/>
        </p:nvSpPr>
        <p:spPr>
          <a:xfrm>
            <a:off x="2349535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94" name="Google Shape;10794;p23"/>
          <p:cNvGrpSpPr/>
          <p:nvPr/>
        </p:nvGrpSpPr>
        <p:grpSpPr>
          <a:xfrm>
            <a:off x="8890016" y="-99751"/>
            <a:ext cx="347597" cy="4345456"/>
            <a:chOff x="-136402" y="-175976"/>
            <a:chExt cx="347597" cy="4345456"/>
          </a:xfrm>
        </p:grpSpPr>
        <p:sp>
          <p:nvSpPr>
            <p:cNvPr id="10795" name="Google Shape;10795;p23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23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23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23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23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23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23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23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23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23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23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23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23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23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23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23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23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23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23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23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23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23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23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23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23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23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23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2" name="Google Shape;10822;p23"/>
          <p:cNvGrpSpPr/>
          <p:nvPr/>
        </p:nvGrpSpPr>
        <p:grpSpPr>
          <a:xfrm>
            <a:off x="8890016" y="-99751"/>
            <a:ext cx="347597" cy="4345451"/>
            <a:chOff x="-136402" y="-175976"/>
            <a:chExt cx="347597" cy="4345451"/>
          </a:xfrm>
        </p:grpSpPr>
        <p:sp>
          <p:nvSpPr>
            <p:cNvPr id="10823" name="Google Shape;10823;p23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23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23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23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23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23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23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23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23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23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23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23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23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23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23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23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23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23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23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23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23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23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23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23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23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23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49" name="Google Shape;10849;p23"/>
          <p:cNvSpPr/>
          <p:nvPr/>
        </p:nvSpPr>
        <p:spPr>
          <a:xfrm>
            <a:off x="8889968" y="-9980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0" name="Google Shape;10850;p23"/>
          <p:cNvSpPr/>
          <p:nvPr/>
        </p:nvSpPr>
        <p:spPr>
          <a:xfrm>
            <a:off x="251175" y="1456075"/>
            <a:ext cx="586810" cy="586976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5">
    <p:spTree>
      <p:nvGrpSpPr>
        <p:cNvPr id="10851" name="Shape 10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2" name="Google Shape;10852;p24"/>
          <p:cNvSpPr txBox="1"/>
          <p:nvPr>
            <p:ph type="title"/>
          </p:nvPr>
        </p:nvSpPr>
        <p:spPr>
          <a:xfrm>
            <a:off x="720000" y="445025"/>
            <a:ext cx="77040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853" name="Google Shape;10853;p24"/>
          <p:cNvSpPr txBox="1"/>
          <p:nvPr>
            <p:ph idx="1" type="subTitle"/>
          </p:nvPr>
        </p:nvSpPr>
        <p:spPr>
          <a:xfrm>
            <a:off x="713225" y="3851000"/>
            <a:ext cx="2069100" cy="75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854" name="Google Shape;10854;p24"/>
          <p:cNvSpPr txBox="1"/>
          <p:nvPr>
            <p:ph idx="2" type="subTitle"/>
          </p:nvPr>
        </p:nvSpPr>
        <p:spPr>
          <a:xfrm>
            <a:off x="713225" y="3496180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855" name="Google Shape;10855;p24"/>
          <p:cNvSpPr txBox="1"/>
          <p:nvPr>
            <p:ph idx="3" type="subTitle"/>
          </p:nvPr>
        </p:nvSpPr>
        <p:spPr>
          <a:xfrm>
            <a:off x="2596046" y="2343934"/>
            <a:ext cx="2069100" cy="74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856" name="Google Shape;10856;p24"/>
          <p:cNvSpPr txBox="1"/>
          <p:nvPr>
            <p:ph idx="4" type="subTitle"/>
          </p:nvPr>
        </p:nvSpPr>
        <p:spPr>
          <a:xfrm>
            <a:off x="2596046" y="1979928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857" name="Google Shape;10857;p24"/>
          <p:cNvSpPr txBox="1"/>
          <p:nvPr>
            <p:ph idx="5" type="subTitle"/>
          </p:nvPr>
        </p:nvSpPr>
        <p:spPr>
          <a:xfrm>
            <a:off x="4478867" y="3851001"/>
            <a:ext cx="2069100" cy="74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858" name="Google Shape;10858;p24"/>
          <p:cNvSpPr txBox="1"/>
          <p:nvPr>
            <p:ph idx="6" type="subTitle"/>
          </p:nvPr>
        </p:nvSpPr>
        <p:spPr>
          <a:xfrm>
            <a:off x="4478866" y="3496180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859" name="Google Shape;10859;p24"/>
          <p:cNvSpPr/>
          <p:nvPr/>
        </p:nvSpPr>
        <p:spPr>
          <a:xfrm rot="5400000">
            <a:off x="-1620682" y="3468093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0" name="Google Shape;10860;p24"/>
          <p:cNvSpPr/>
          <p:nvPr/>
        </p:nvSpPr>
        <p:spPr>
          <a:xfrm rot="5400000">
            <a:off x="208691" y="3911405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61" name="Google Shape;10861;p24"/>
          <p:cNvGrpSpPr/>
          <p:nvPr/>
        </p:nvGrpSpPr>
        <p:grpSpPr>
          <a:xfrm rot="-5400000">
            <a:off x="1425211" y="-1935865"/>
            <a:ext cx="319581" cy="3995212"/>
            <a:chOff x="-136402" y="-175976"/>
            <a:chExt cx="347597" cy="4345456"/>
          </a:xfrm>
        </p:grpSpPr>
        <p:sp>
          <p:nvSpPr>
            <p:cNvPr id="10862" name="Google Shape;10862;p24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24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24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24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24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24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24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24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24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24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24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24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24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24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24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24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24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24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24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24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24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24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24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24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24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24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24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9" name="Google Shape;10889;p24"/>
          <p:cNvGrpSpPr/>
          <p:nvPr/>
        </p:nvGrpSpPr>
        <p:grpSpPr>
          <a:xfrm rot="-5400000">
            <a:off x="1425208" y="-1935863"/>
            <a:ext cx="319581" cy="3995208"/>
            <a:chOff x="-136402" y="-175976"/>
            <a:chExt cx="347597" cy="4345451"/>
          </a:xfrm>
        </p:grpSpPr>
        <p:sp>
          <p:nvSpPr>
            <p:cNvPr id="10890" name="Google Shape;10890;p24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24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24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24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24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24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24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24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24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24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24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24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24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24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24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24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24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24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24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24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24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24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24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24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24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24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16" name="Google Shape;10916;p24"/>
          <p:cNvSpPr/>
          <p:nvPr/>
        </p:nvSpPr>
        <p:spPr>
          <a:xfrm rot="-5400000">
            <a:off x="1425149" y="-1936025"/>
            <a:ext cx="319800" cy="39954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7" name="Google Shape;10917;p24"/>
          <p:cNvSpPr/>
          <p:nvPr/>
        </p:nvSpPr>
        <p:spPr>
          <a:xfrm>
            <a:off x="8207225" y="4482075"/>
            <a:ext cx="586810" cy="586976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8" name="Google Shape;10918;p24"/>
          <p:cNvSpPr txBox="1"/>
          <p:nvPr>
            <p:ph idx="7" type="subTitle"/>
          </p:nvPr>
        </p:nvSpPr>
        <p:spPr>
          <a:xfrm>
            <a:off x="6361688" y="2343934"/>
            <a:ext cx="2069100" cy="74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19" name="Google Shape;10919;p24"/>
          <p:cNvSpPr txBox="1"/>
          <p:nvPr>
            <p:ph idx="8" type="subTitle"/>
          </p:nvPr>
        </p:nvSpPr>
        <p:spPr>
          <a:xfrm>
            <a:off x="6361687" y="1979928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">
    <p:spTree>
      <p:nvGrpSpPr>
        <p:cNvPr id="10920" name="Shape 10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21" name="Google Shape;10921;p25"/>
          <p:cNvSpPr txBox="1"/>
          <p:nvPr>
            <p:ph type="title"/>
          </p:nvPr>
        </p:nvSpPr>
        <p:spPr>
          <a:xfrm>
            <a:off x="872400" y="436725"/>
            <a:ext cx="7704000" cy="7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22" name="Google Shape;10922;p25"/>
          <p:cNvSpPr txBox="1"/>
          <p:nvPr>
            <p:ph idx="1" type="subTitle"/>
          </p:nvPr>
        </p:nvSpPr>
        <p:spPr>
          <a:xfrm>
            <a:off x="713225" y="4079600"/>
            <a:ext cx="1965900" cy="6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23" name="Google Shape;10923;p25"/>
          <p:cNvSpPr txBox="1"/>
          <p:nvPr>
            <p:ph idx="2" type="subTitle"/>
          </p:nvPr>
        </p:nvSpPr>
        <p:spPr>
          <a:xfrm>
            <a:off x="713225" y="372478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24" name="Google Shape;10924;p25"/>
          <p:cNvSpPr txBox="1"/>
          <p:nvPr>
            <p:ph idx="3" type="subTitle"/>
          </p:nvPr>
        </p:nvSpPr>
        <p:spPr>
          <a:xfrm>
            <a:off x="1863195" y="2191524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25" name="Google Shape;10925;p25"/>
          <p:cNvSpPr txBox="1"/>
          <p:nvPr>
            <p:ph idx="4" type="subTitle"/>
          </p:nvPr>
        </p:nvSpPr>
        <p:spPr>
          <a:xfrm>
            <a:off x="1863195" y="183670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26" name="Google Shape;10926;p25"/>
          <p:cNvSpPr txBox="1"/>
          <p:nvPr>
            <p:ph idx="5" type="subTitle"/>
          </p:nvPr>
        </p:nvSpPr>
        <p:spPr>
          <a:xfrm>
            <a:off x="5313105" y="4082225"/>
            <a:ext cx="19659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27" name="Google Shape;10927;p25"/>
          <p:cNvSpPr txBox="1"/>
          <p:nvPr>
            <p:ph idx="6" type="subTitle"/>
          </p:nvPr>
        </p:nvSpPr>
        <p:spPr>
          <a:xfrm>
            <a:off x="5313105" y="3724772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28" name="Google Shape;10928;p25"/>
          <p:cNvSpPr/>
          <p:nvPr/>
        </p:nvSpPr>
        <p:spPr>
          <a:xfrm rot="5400000">
            <a:off x="-1620682" y="777368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29" name="Google Shape;10929;p25"/>
          <p:cNvSpPr/>
          <p:nvPr/>
        </p:nvSpPr>
        <p:spPr>
          <a:xfrm rot="5400000">
            <a:off x="208691" y="1220680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0" name="Google Shape;10930;p25"/>
          <p:cNvSpPr/>
          <p:nvPr/>
        </p:nvSpPr>
        <p:spPr>
          <a:xfrm>
            <a:off x="8137375" y="4418700"/>
            <a:ext cx="924447" cy="924664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1" name="Google Shape;10931;p25"/>
          <p:cNvSpPr txBox="1"/>
          <p:nvPr>
            <p:ph idx="7" type="subTitle"/>
          </p:nvPr>
        </p:nvSpPr>
        <p:spPr>
          <a:xfrm>
            <a:off x="4163135" y="2191524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32" name="Google Shape;10932;p25"/>
          <p:cNvSpPr txBox="1"/>
          <p:nvPr>
            <p:ph idx="8" type="subTitle"/>
          </p:nvPr>
        </p:nvSpPr>
        <p:spPr>
          <a:xfrm>
            <a:off x="4163135" y="183670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33" name="Google Shape;10933;p25"/>
          <p:cNvSpPr txBox="1"/>
          <p:nvPr>
            <p:ph idx="9" type="subTitle"/>
          </p:nvPr>
        </p:nvSpPr>
        <p:spPr>
          <a:xfrm>
            <a:off x="6463075" y="2191524"/>
            <a:ext cx="19677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34" name="Google Shape;10934;p25"/>
          <p:cNvSpPr txBox="1"/>
          <p:nvPr>
            <p:ph idx="13" type="subTitle"/>
          </p:nvPr>
        </p:nvSpPr>
        <p:spPr>
          <a:xfrm>
            <a:off x="6463075" y="1836700"/>
            <a:ext cx="19677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35" name="Google Shape;10935;p25"/>
          <p:cNvSpPr txBox="1"/>
          <p:nvPr>
            <p:ph idx="14" type="subTitle"/>
          </p:nvPr>
        </p:nvSpPr>
        <p:spPr>
          <a:xfrm>
            <a:off x="3013165" y="4082232"/>
            <a:ext cx="19659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36" name="Google Shape;10936;p25"/>
          <p:cNvSpPr txBox="1"/>
          <p:nvPr>
            <p:ph idx="15" type="subTitle"/>
          </p:nvPr>
        </p:nvSpPr>
        <p:spPr>
          <a:xfrm>
            <a:off x="3013165" y="372478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">
  <p:cSld name="CUSTOM_7_1">
    <p:spTree>
      <p:nvGrpSpPr>
        <p:cNvPr id="10937" name="Shape 10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38" name="Google Shape;10938;p26"/>
          <p:cNvSpPr txBox="1"/>
          <p:nvPr>
            <p:ph type="title"/>
          </p:nvPr>
        </p:nvSpPr>
        <p:spPr>
          <a:xfrm>
            <a:off x="872400" y="436725"/>
            <a:ext cx="7704000" cy="7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39" name="Google Shape;10939;p26"/>
          <p:cNvSpPr txBox="1"/>
          <p:nvPr>
            <p:ph idx="1" type="subTitle"/>
          </p:nvPr>
        </p:nvSpPr>
        <p:spPr>
          <a:xfrm>
            <a:off x="713225" y="3927200"/>
            <a:ext cx="1965900" cy="6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40" name="Google Shape;10940;p26"/>
          <p:cNvSpPr txBox="1"/>
          <p:nvPr>
            <p:ph idx="2" type="subTitle"/>
          </p:nvPr>
        </p:nvSpPr>
        <p:spPr>
          <a:xfrm>
            <a:off x="713225" y="357238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41" name="Google Shape;10941;p26"/>
          <p:cNvSpPr txBox="1"/>
          <p:nvPr>
            <p:ph idx="3" type="subTitle"/>
          </p:nvPr>
        </p:nvSpPr>
        <p:spPr>
          <a:xfrm>
            <a:off x="2151139" y="2191524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42" name="Google Shape;10942;p26"/>
          <p:cNvSpPr txBox="1"/>
          <p:nvPr>
            <p:ph idx="4" type="subTitle"/>
          </p:nvPr>
        </p:nvSpPr>
        <p:spPr>
          <a:xfrm>
            <a:off x="2151139" y="183670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43" name="Google Shape;10943;p26"/>
          <p:cNvSpPr txBox="1"/>
          <p:nvPr>
            <p:ph idx="5" type="subTitle"/>
          </p:nvPr>
        </p:nvSpPr>
        <p:spPr>
          <a:xfrm>
            <a:off x="6464880" y="3929825"/>
            <a:ext cx="19659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44" name="Google Shape;10944;p26"/>
          <p:cNvSpPr txBox="1"/>
          <p:nvPr>
            <p:ph idx="6" type="subTitle"/>
          </p:nvPr>
        </p:nvSpPr>
        <p:spPr>
          <a:xfrm>
            <a:off x="6464880" y="3572372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45" name="Google Shape;10945;p26"/>
          <p:cNvSpPr/>
          <p:nvPr/>
        </p:nvSpPr>
        <p:spPr>
          <a:xfrm rot="5400000">
            <a:off x="-1749532" y="2509668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6" name="Google Shape;10946;p26"/>
          <p:cNvSpPr/>
          <p:nvPr/>
        </p:nvSpPr>
        <p:spPr>
          <a:xfrm rot="5400000">
            <a:off x="79841" y="2952980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7" name="Google Shape;10947;p26"/>
          <p:cNvSpPr/>
          <p:nvPr/>
        </p:nvSpPr>
        <p:spPr>
          <a:xfrm>
            <a:off x="8576400" y="1890750"/>
            <a:ext cx="924447" cy="924664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8" name="Google Shape;10948;p26"/>
          <p:cNvSpPr txBox="1"/>
          <p:nvPr>
            <p:ph idx="7" type="subTitle"/>
          </p:nvPr>
        </p:nvSpPr>
        <p:spPr>
          <a:xfrm>
            <a:off x="5026966" y="2191524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49" name="Google Shape;10949;p26"/>
          <p:cNvSpPr txBox="1"/>
          <p:nvPr>
            <p:ph idx="8" type="subTitle"/>
          </p:nvPr>
        </p:nvSpPr>
        <p:spPr>
          <a:xfrm>
            <a:off x="5026966" y="183670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50" name="Google Shape;10950;p26"/>
          <p:cNvSpPr txBox="1"/>
          <p:nvPr>
            <p:ph idx="9" type="subTitle"/>
          </p:nvPr>
        </p:nvSpPr>
        <p:spPr>
          <a:xfrm>
            <a:off x="3589053" y="3929832"/>
            <a:ext cx="19659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51" name="Google Shape;10951;p26"/>
          <p:cNvSpPr txBox="1"/>
          <p:nvPr>
            <p:ph idx="13" type="subTitle"/>
          </p:nvPr>
        </p:nvSpPr>
        <p:spPr>
          <a:xfrm>
            <a:off x="3589053" y="357238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8">
    <p:spTree>
      <p:nvGrpSpPr>
        <p:cNvPr id="10952" name="Shape 10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3" name="Google Shape;10953;p27"/>
          <p:cNvSpPr txBox="1"/>
          <p:nvPr>
            <p:ph hasCustomPrompt="1" type="title"/>
          </p:nvPr>
        </p:nvSpPr>
        <p:spPr>
          <a:xfrm>
            <a:off x="2223600" y="539500"/>
            <a:ext cx="4696800" cy="768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7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954" name="Google Shape;10954;p27"/>
          <p:cNvSpPr txBox="1"/>
          <p:nvPr>
            <p:ph idx="1" type="subTitle"/>
          </p:nvPr>
        </p:nvSpPr>
        <p:spPr>
          <a:xfrm>
            <a:off x="2223600" y="1283125"/>
            <a:ext cx="4696800" cy="3657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10955" name="Google Shape;10955;p27"/>
          <p:cNvSpPr txBox="1"/>
          <p:nvPr>
            <p:ph hasCustomPrompt="1" idx="2" type="title"/>
          </p:nvPr>
        </p:nvSpPr>
        <p:spPr>
          <a:xfrm>
            <a:off x="2223600" y="2017683"/>
            <a:ext cx="4696800" cy="768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7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956" name="Google Shape;10956;p27"/>
          <p:cNvSpPr txBox="1"/>
          <p:nvPr>
            <p:ph idx="3" type="subTitle"/>
          </p:nvPr>
        </p:nvSpPr>
        <p:spPr>
          <a:xfrm>
            <a:off x="2223600" y="2758914"/>
            <a:ext cx="4696800" cy="3657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10957" name="Google Shape;10957;p27"/>
          <p:cNvSpPr txBox="1"/>
          <p:nvPr>
            <p:ph hasCustomPrompt="1" idx="4" type="title"/>
          </p:nvPr>
        </p:nvSpPr>
        <p:spPr>
          <a:xfrm>
            <a:off x="2223600" y="3495867"/>
            <a:ext cx="4696800" cy="768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7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958" name="Google Shape;10958;p27"/>
          <p:cNvSpPr txBox="1"/>
          <p:nvPr>
            <p:ph idx="5" type="subTitle"/>
          </p:nvPr>
        </p:nvSpPr>
        <p:spPr>
          <a:xfrm>
            <a:off x="2223600" y="4234703"/>
            <a:ext cx="4696800" cy="3693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grpSp>
        <p:nvGrpSpPr>
          <p:cNvPr id="10959" name="Google Shape;10959;p27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0960" name="Google Shape;10960;p27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27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27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27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27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27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27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27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27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27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27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27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27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27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27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27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27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27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27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27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27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27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27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27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27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27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27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27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27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27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27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27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27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27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27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27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27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27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27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27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27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27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27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27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27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27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27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27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27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27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27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27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27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27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27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27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27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27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27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27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27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27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27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27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27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27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27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27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27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27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27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27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27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27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27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27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27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27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27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27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27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27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27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27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27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27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27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27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27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27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27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27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27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27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27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27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27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27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27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27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27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27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27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27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27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27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27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27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27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27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27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27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27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27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27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27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27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27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27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27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27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27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27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27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27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27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27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27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27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27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27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27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27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27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27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27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27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27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27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27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27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27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27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27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27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27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27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27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27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27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27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27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27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27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27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27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27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27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27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27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27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27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27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27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27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27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27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27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27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27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27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27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27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27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27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27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27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27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27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27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27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27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27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27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27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27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27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27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27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27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27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27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27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27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27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27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27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27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27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27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27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27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27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27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27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27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27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27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27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27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27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27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27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27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27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27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27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27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27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27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27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27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27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27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27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27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27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27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27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27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27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27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27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27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27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27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27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27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27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27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27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27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27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27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27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27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27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27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27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27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27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27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27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27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27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27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27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27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27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27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27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27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27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27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27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27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27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27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27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27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27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27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27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27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27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27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27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27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27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27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27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27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27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27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27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27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27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27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27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27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27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27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27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27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27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27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27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27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27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27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27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27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27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27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27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27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27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27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27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27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27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27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27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27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27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27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27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27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27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27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27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27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27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27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27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27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27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27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27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27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27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27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27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27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27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27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27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27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27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27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27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27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27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27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27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27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27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27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27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27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27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27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27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27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27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27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27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27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27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27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27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27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27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27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27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27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27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27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27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27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27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27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27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27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27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27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27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27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27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27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27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27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27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27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27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27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27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27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27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27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27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27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27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27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27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27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27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27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27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27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27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27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27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27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27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27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27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27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27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27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27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27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27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27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27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27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27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27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27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27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27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27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27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27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27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27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27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27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27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27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27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27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27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27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27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27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27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27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27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27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27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27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27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27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27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27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27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27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27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27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27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27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27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27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27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27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27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27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27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27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27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27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27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27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27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27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27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27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27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27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27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27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27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27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27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27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27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27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27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27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27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27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27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27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27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27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27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27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27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27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27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27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27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27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27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27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27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27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27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27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27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27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27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27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27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27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27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27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27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27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27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27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27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27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27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27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27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27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27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27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27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27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27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27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27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27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27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27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27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27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27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27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27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27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27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27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27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27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27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27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27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27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27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27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27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27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27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27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27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27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27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27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27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27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27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27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27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27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27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27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27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27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27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27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27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27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27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27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27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27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27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27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27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27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27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27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27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27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27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27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27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27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27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27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27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27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27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27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27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27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27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27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27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27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27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27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27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27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27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27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27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27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27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27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27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27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27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27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27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27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27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27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27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27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27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27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27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27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27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27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27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27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27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27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27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27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27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27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27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27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27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27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27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27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27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27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27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27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27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27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27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27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27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27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27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27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27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27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27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27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27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27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27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27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27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27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27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27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27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27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27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27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27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27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27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27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27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27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27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27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27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27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27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27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27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27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27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27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27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27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27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27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27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27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27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27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27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27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27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27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27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27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27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27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27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27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27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27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27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27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27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27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27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27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27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27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27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27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27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27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27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27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27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27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27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27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27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27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27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27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27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27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27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27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27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27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27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27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27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27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27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27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27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27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27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27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27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27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27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27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27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27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27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27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27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27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27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27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27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27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27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27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27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27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27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27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27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27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27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27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27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27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27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27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27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27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27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27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27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27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27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27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27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27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27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27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27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27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27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27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27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27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27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27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27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27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27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27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27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27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27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27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27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27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27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27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27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27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27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27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27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27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27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27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27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27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27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27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27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27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27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27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27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27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27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27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27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27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27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27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27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27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27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27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27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27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27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27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27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27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27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27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27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27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27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27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27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27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27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27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27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27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27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27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27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27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27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27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27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27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27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27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27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27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27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27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27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27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27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27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27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27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27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27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27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27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27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27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27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27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27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27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27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27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27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27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27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27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27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27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27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27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27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27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27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27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27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27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27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27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27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27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27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27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27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27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27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27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27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27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27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27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27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27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27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27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27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27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27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27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27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27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27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27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27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27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27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27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27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27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27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27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27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27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27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27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27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27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27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27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27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27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27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27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27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27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27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27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27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27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27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27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27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27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27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27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27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27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27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27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27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27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27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27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27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27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27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27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27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27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27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27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27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27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27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27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27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27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27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27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27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27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27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27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27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27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27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27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27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27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27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27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27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27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27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27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27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27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27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27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27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27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27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27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27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27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27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27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27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27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27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27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27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27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27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27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27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27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27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27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27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27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27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27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27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27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27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27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27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27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27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27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27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27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27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27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27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27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27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27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27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27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27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27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27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27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27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27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27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27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27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27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27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27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27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27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27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27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27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27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27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27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27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27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27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27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27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27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27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27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27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27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27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27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27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27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27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27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27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27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27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27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27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27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27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27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27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27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27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27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27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27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27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27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27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27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27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27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27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27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27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27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27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27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27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27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27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27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27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27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27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27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27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27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27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27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27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27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27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27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27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27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27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27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27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27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27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27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27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27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27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27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27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27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27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27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27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27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27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27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27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27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27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27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27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27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27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27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27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27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27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27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27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27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27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27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27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27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27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27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27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27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27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27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27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27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27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27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27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27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27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27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27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27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27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27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27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27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27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27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27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27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27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27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27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27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27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27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27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27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27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27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27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27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27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27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27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27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27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27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27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27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27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27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27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27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27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27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27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27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27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27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27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27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27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27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27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27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27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27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27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27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27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27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27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27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27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27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27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27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27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27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27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27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27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27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27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27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27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27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27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27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27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27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27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27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27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27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27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27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27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27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27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27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27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27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27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27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27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27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27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27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27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27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27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27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27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27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27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27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27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27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27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27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27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27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27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27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27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27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27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27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27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27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27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27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27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27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27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27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27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27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27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27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27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27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27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27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27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27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27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27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27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27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27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27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27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27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27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27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27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27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27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27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27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27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27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27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27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27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27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27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27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27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27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27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27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27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27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27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27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27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27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27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27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27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27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27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27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27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27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27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27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27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27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27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27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27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27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27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27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27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27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27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27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27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27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27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27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27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27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27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27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27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27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27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27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27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27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27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27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27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27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27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27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27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27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27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27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27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27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27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27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27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27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27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27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27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27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27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27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27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27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27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27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27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27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27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27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9" name="Google Shape;12349;p27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27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27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27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27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27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27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27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27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27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27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27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27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27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27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27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27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27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27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27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27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27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27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27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27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27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27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27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27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27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27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27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27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27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27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27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27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27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27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27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27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27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27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27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27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27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27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27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27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27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27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27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27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27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27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27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27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27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27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27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27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27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27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27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27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27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27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27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27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27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27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27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27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27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27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27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27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27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27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27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27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27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27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27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27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27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27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27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27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27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27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27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27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27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27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27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27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27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27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27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9" name="Google Shape;12449;p27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27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27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27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27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27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27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27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27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27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27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27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27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27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27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27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27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27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27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27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27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27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27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27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27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27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27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27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27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27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27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27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27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27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27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27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27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27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27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27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27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0" name="Google Shape;12490;p27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27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27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27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27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27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27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27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27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27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27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27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27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27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27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27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27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27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27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27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27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27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27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27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27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27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27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27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27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27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27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27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27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27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27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27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27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27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27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27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27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27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27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27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27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27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27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27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27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27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27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27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27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27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27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27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27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27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27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27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27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27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27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27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27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27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27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27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27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27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27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27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27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27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27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27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27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27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27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27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27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27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27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27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27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27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76" name="Google Shape;12576;p27"/>
          <p:cNvSpPr/>
          <p:nvPr/>
        </p:nvSpPr>
        <p:spPr>
          <a:xfrm rot="-5400000">
            <a:off x="7627482" y="1567043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77" name="Google Shape;12577;p27"/>
          <p:cNvSpPr/>
          <p:nvPr/>
        </p:nvSpPr>
        <p:spPr>
          <a:xfrm rot="-5400000">
            <a:off x="8202092" y="1786767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78" name="Google Shape;12578;p27"/>
          <p:cNvGrpSpPr/>
          <p:nvPr/>
        </p:nvGrpSpPr>
        <p:grpSpPr>
          <a:xfrm rot="10800000">
            <a:off x="365573" y="1027175"/>
            <a:ext cx="347597" cy="4345456"/>
            <a:chOff x="-136402" y="-175976"/>
            <a:chExt cx="347597" cy="4345456"/>
          </a:xfrm>
        </p:grpSpPr>
        <p:sp>
          <p:nvSpPr>
            <p:cNvPr id="12579" name="Google Shape;12579;p27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27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27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27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27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27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27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27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27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27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27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27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27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27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27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27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27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27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27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27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27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27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27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27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27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27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27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6" name="Google Shape;12606;p27"/>
          <p:cNvGrpSpPr/>
          <p:nvPr/>
        </p:nvGrpSpPr>
        <p:grpSpPr>
          <a:xfrm rot="10800000">
            <a:off x="365573" y="1027180"/>
            <a:ext cx="347597" cy="4345451"/>
            <a:chOff x="-136402" y="-175976"/>
            <a:chExt cx="347597" cy="4345451"/>
          </a:xfrm>
        </p:grpSpPr>
        <p:sp>
          <p:nvSpPr>
            <p:cNvPr id="12607" name="Google Shape;12607;p27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27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27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27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27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27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27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27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27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27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27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27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27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27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27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27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27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27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27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27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27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27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27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27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27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27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33" name="Google Shape;12633;p27"/>
          <p:cNvSpPr/>
          <p:nvPr/>
        </p:nvSpPr>
        <p:spPr>
          <a:xfrm rot="10800000">
            <a:off x="365518" y="102718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8_1">
    <p:spTree>
      <p:nvGrpSpPr>
        <p:cNvPr id="12634" name="Shape 12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35" name="Google Shape;12635;p28"/>
          <p:cNvSpPr txBox="1"/>
          <p:nvPr>
            <p:ph hasCustomPrompt="1" type="title"/>
          </p:nvPr>
        </p:nvSpPr>
        <p:spPr>
          <a:xfrm>
            <a:off x="1910200" y="2015875"/>
            <a:ext cx="1042200" cy="406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636" name="Google Shape;12636;p28"/>
          <p:cNvSpPr txBox="1"/>
          <p:nvPr>
            <p:ph hasCustomPrompt="1" idx="2" type="title"/>
          </p:nvPr>
        </p:nvSpPr>
        <p:spPr>
          <a:xfrm>
            <a:off x="4586525" y="2015863"/>
            <a:ext cx="1042500" cy="406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637" name="Google Shape;12637;p28"/>
          <p:cNvSpPr txBox="1"/>
          <p:nvPr>
            <p:ph hasCustomPrompt="1" idx="3" type="title"/>
          </p:nvPr>
        </p:nvSpPr>
        <p:spPr>
          <a:xfrm>
            <a:off x="7262249" y="2015863"/>
            <a:ext cx="1042500" cy="406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638" name="Google Shape;12638;p28"/>
          <p:cNvSpPr txBox="1"/>
          <p:nvPr>
            <p:ph idx="4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2639" name="Google Shape;12639;p28"/>
          <p:cNvSpPr txBox="1"/>
          <p:nvPr>
            <p:ph idx="1" type="subTitle"/>
          </p:nvPr>
        </p:nvSpPr>
        <p:spPr>
          <a:xfrm>
            <a:off x="713225" y="3281425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2640" name="Google Shape;12640;p28"/>
          <p:cNvSpPr txBox="1"/>
          <p:nvPr>
            <p:ph idx="5" type="subTitle"/>
          </p:nvPr>
        </p:nvSpPr>
        <p:spPr>
          <a:xfrm>
            <a:off x="713225" y="292660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2641" name="Google Shape;12641;p28"/>
          <p:cNvSpPr txBox="1"/>
          <p:nvPr>
            <p:ph idx="6" type="subTitle"/>
          </p:nvPr>
        </p:nvSpPr>
        <p:spPr>
          <a:xfrm>
            <a:off x="3388950" y="3281425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2642" name="Google Shape;12642;p28"/>
          <p:cNvSpPr txBox="1"/>
          <p:nvPr>
            <p:ph idx="7" type="subTitle"/>
          </p:nvPr>
        </p:nvSpPr>
        <p:spPr>
          <a:xfrm>
            <a:off x="3388950" y="292660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2643" name="Google Shape;12643;p28"/>
          <p:cNvSpPr txBox="1"/>
          <p:nvPr>
            <p:ph idx="8" type="subTitle"/>
          </p:nvPr>
        </p:nvSpPr>
        <p:spPr>
          <a:xfrm>
            <a:off x="6064674" y="3281425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2644" name="Google Shape;12644;p28"/>
          <p:cNvSpPr txBox="1"/>
          <p:nvPr>
            <p:ph idx="9" type="subTitle"/>
          </p:nvPr>
        </p:nvSpPr>
        <p:spPr>
          <a:xfrm>
            <a:off x="6064674" y="292660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2645" name="Google Shape;12645;p28"/>
          <p:cNvSpPr/>
          <p:nvPr/>
        </p:nvSpPr>
        <p:spPr>
          <a:xfrm>
            <a:off x="103575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46" name="Google Shape;12646;p28"/>
          <p:cNvSpPr/>
          <p:nvPr/>
        </p:nvSpPr>
        <p:spPr>
          <a:xfrm>
            <a:off x="8172973" y="4365558"/>
            <a:ext cx="908514" cy="95518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47" name="Google Shape;12647;p28"/>
          <p:cNvGrpSpPr/>
          <p:nvPr/>
        </p:nvGrpSpPr>
        <p:grpSpPr>
          <a:xfrm>
            <a:off x="8890016" y="-99751"/>
            <a:ext cx="347597" cy="4345456"/>
            <a:chOff x="-136402" y="-175976"/>
            <a:chExt cx="347597" cy="4345456"/>
          </a:xfrm>
        </p:grpSpPr>
        <p:sp>
          <p:nvSpPr>
            <p:cNvPr id="12648" name="Google Shape;12648;p28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28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28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28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28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28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28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28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28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28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28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28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28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28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28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28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28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28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6" name="Google Shape;12666;p28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7" name="Google Shape;12667;p28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28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28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28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28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28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28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28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5" name="Google Shape;12675;p28"/>
          <p:cNvGrpSpPr/>
          <p:nvPr/>
        </p:nvGrpSpPr>
        <p:grpSpPr>
          <a:xfrm>
            <a:off x="8890016" y="-99751"/>
            <a:ext cx="347597" cy="4345451"/>
            <a:chOff x="-136402" y="-175976"/>
            <a:chExt cx="347597" cy="4345451"/>
          </a:xfrm>
        </p:grpSpPr>
        <p:sp>
          <p:nvSpPr>
            <p:cNvPr id="12676" name="Google Shape;12676;p28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28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28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28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28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28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28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28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28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28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28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28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28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28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28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28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28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28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28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28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28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28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28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28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28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28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02" name="Google Shape;12702;p28"/>
          <p:cNvSpPr/>
          <p:nvPr/>
        </p:nvSpPr>
        <p:spPr>
          <a:xfrm>
            <a:off x="8889968" y="-9980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03" name="Google Shape;12703;p28"/>
          <p:cNvSpPr/>
          <p:nvPr/>
        </p:nvSpPr>
        <p:spPr>
          <a:xfrm>
            <a:off x="-151900" y="-120000"/>
            <a:ext cx="991295" cy="104221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0">
    <p:spTree>
      <p:nvGrpSpPr>
        <p:cNvPr id="12704" name="Shape 12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05" name="Google Shape;12705;p2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12706" name="Google Shape;12706;p29"/>
          <p:cNvGrpSpPr/>
          <p:nvPr/>
        </p:nvGrpSpPr>
        <p:grpSpPr>
          <a:xfrm rot="-5400000">
            <a:off x="6144894" y="2894790"/>
            <a:ext cx="347597" cy="4345456"/>
            <a:chOff x="-136402" y="-175976"/>
            <a:chExt cx="347597" cy="4345456"/>
          </a:xfrm>
        </p:grpSpPr>
        <p:sp>
          <p:nvSpPr>
            <p:cNvPr id="12707" name="Google Shape;12707;p29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29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29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29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29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29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29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29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29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29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29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29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29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29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29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29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29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29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29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29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29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29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29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29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29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29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29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4" name="Google Shape;12734;p29"/>
          <p:cNvGrpSpPr/>
          <p:nvPr/>
        </p:nvGrpSpPr>
        <p:grpSpPr>
          <a:xfrm rot="-5400000">
            <a:off x="6144891" y="2894793"/>
            <a:ext cx="347597" cy="4345451"/>
            <a:chOff x="-136402" y="-175976"/>
            <a:chExt cx="347597" cy="4345451"/>
          </a:xfrm>
        </p:grpSpPr>
        <p:sp>
          <p:nvSpPr>
            <p:cNvPr id="12735" name="Google Shape;12735;p29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29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29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29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29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29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29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29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29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29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29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29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29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29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29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29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29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29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29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29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29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29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29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29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29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29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61" name="Google Shape;12761;p29"/>
          <p:cNvSpPr/>
          <p:nvPr/>
        </p:nvSpPr>
        <p:spPr>
          <a:xfrm rot="-5400000">
            <a:off x="6144816" y="289476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2" name="Google Shape;12762;p29"/>
          <p:cNvSpPr/>
          <p:nvPr/>
        </p:nvSpPr>
        <p:spPr>
          <a:xfrm>
            <a:off x="-221725" y="4030165"/>
            <a:ext cx="934961" cy="982947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3" name="Google Shape;12763;p29"/>
          <p:cNvSpPr/>
          <p:nvPr/>
        </p:nvSpPr>
        <p:spPr>
          <a:xfrm>
            <a:off x="8777236" y="-47750"/>
            <a:ext cx="550800" cy="2247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4" name="Google Shape;12764;p29"/>
          <p:cNvSpPr/>
          <p:nvPr/>
        </p:nvSpPr>
        <p:spPr>
          <a:xfrm>
            <a:off x="8599075" y="1637891"/>
            <a:ext cx="1609800" cy="1609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10_1">
    <p:spTree>
      <p:nvGrpSpPr>
        <p:cNvPr id="12765" name="Shape 12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6" name="Google Shape;12766;p30"/>
          <p:cNvSpPr txBox="1"/>
          <p:nvPr>
            <p:ph type="title"/>
          </p:nvPr>
        </p:nvSpPr>
        <p:spPr>
          <a:xfrm>
            <a:off x="720000" y="445025"/>
            <a:ext cx="7704000" cy="78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12767" name="Google Shape;12767;p30"/>
          <p:cNvGrpSpPr/>
          <p:nvPr/>
        </p:nvGrpSpPr>
        <p:grpSpPr>
          <a:xfrm rot="-5400000">
            <a:off x="1552469" y="-2158710"/>
            <a:ext cx="347597" cy="4345456"/>
            <a:chOff x="-136402" y="-175976"/>
            <a:chExt cx="347597" cy="4345456"/>
          </a:xfrm>
        </p:grpSpPr>
        <p:sp>
          <p:nvSpPr>
            <p:cNvPr id="12768" name="Google Shape;12768;p30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30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30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30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30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30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30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30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30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30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30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30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30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30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30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30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30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30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30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7" name="Google Shape;12787;p30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30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30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30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30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30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30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30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5" name="Google Shape;12795;p30"/>
          <p:cNvGrpSpPr/>
          <p:nvPr/>
        </p:nvGrpSpPr>
        <p:grpSpPr>
          <a:xfrm rot="-5400000">
            <a:off x="1552466" y="-2158707"/>
            <a:ext cx="347597" cy="4345451"/>
            <a:chOff x="-136402" y="-175976"/>
            <a:chExt cx="347597" cy="4345451"/>
          </a:xfrm>
        </p:grpSpPr>
        <p:sp>
          <p:nvSpPr>
            <p:cNvPr id="12796" name="Google Shape;12796;p30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30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30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30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30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30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30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30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30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30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30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30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30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30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30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30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30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30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30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30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30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30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30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30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30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30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22" name="Google Shape;12822;p30"/>
          <p:cNvSpPr/>
          <p:nvPr/>
        </p:nvSpPr>
        <p:spPr>
          <a:xfrm rot="-5400000">
            <a:off x="1552391" y="-215873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3" name="Google Shape;12823;p30"/>
          <p:cNvSpPr/>
          <p:nvPr/>
        </p:nvSpPr>
        <p:spPr>
          <a:xfrm rot="-5400000">
            <a:off x="1712363" y="3497863"/>
            <a:ext cx="459300" cy="304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4" name="Google Shape;12824;p30"/>
          <p:cNvSpPr/>
          <p:nvPr/>
        </p:nvSpPr>
        <p:spPr>
          <a:xfrm rot="-5400000">
            <a:off x="-1034812" y="3850013"/>
            <a:ext cx="1896300" cy="18963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5" name="Google Shape;12825;p30"/>
          <p:cNvSpPr/>
          <p:nvPr/>
        </p:nvSpPr>
        <p:spPr>
          <a:xfrm>
            <a:off x="8624923" y="1816773"/>
            <a:ext cx="847455" cy="890993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_1">
    <p:spTree>
      <p:nvGrpSpPr>
        <p:cNvPr id="12826" name="Shape 12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27" name="Google Shape;12827;p31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2828" name="Google Shape;12828;p31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31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31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31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31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31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31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31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31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31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31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31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31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31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31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31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31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31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31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31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31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31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31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31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31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31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31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31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31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31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31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31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31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31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31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31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31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31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31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31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31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31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31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31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31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31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31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31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31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31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31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31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31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31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31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31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4" name="Google Shape;12884;p31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5" name="Google Shape;12885;p31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31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31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31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31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31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31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31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31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31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31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31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31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31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31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31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31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2" name="Google Shape;12902;p31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31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31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31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31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31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31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31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31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31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31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31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31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31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31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7" name="Google Shape;12917;p31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31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31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31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31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31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31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31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31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31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31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31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31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31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31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31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31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31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31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31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31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31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31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31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31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31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31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31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31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31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31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31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31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31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31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31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31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31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31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31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31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31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31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31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31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31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31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31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31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31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31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31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31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31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31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31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31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31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31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31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31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8" name="Google Shape;12978;p31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31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31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31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31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31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31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31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31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31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31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31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31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31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31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31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31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5" name="Google Shape;12995;p31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31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31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31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31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0" name="Google Shape;13000;p31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31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31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31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31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31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31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31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31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31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31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31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31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31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31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31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31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31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31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31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31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31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31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31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31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31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31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31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31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31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31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31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31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31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31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31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31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31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31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31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31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31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31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31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31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31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31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31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31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31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31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31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31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31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31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31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31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31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31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31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31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31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31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31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31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31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31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31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31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31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31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31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31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31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31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31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31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31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31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31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31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31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31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31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31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31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31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31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31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31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31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31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31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31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31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31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6" name="Google Shape;13096;p31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7" name="Google Shape;13097;p31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8" name="Google Shape;13098;p31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31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31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31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31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31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31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31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31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31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31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31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31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31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31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31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31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31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31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31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31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31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31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31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31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31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31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31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31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31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31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9" name="Google Shape;13129;p31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31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31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31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31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4" name="Google Shape;13134;p31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5" name="Google Shape;13135;p31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31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31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31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31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31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31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31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31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31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31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31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31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31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31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31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31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2" name="Google Shape;13152;p31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3" name="Google Shape;13153;p31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31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5" name="Google Shape;13155;p31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6" name="Google Shape;13156;p31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7" name="Google Shape;13157;p31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31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31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0" name="Google Shape;13160;p31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31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31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31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31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31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31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31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31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31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31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31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31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3" name="Google Shape;13173;p31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31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31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31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31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8" name="Google Shape;13178;p31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31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31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1" name="Google Shape;13181;p31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31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31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31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5" name="Google Shape;13185;p31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31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31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31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9" name="Google Shape;13189;p31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31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31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31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31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31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31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31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7" name="Google Shape;13197;p31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31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31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31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1" name="Google Shape;13201;p31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2" name="Google Shape;13202;p31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31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4" name="Google Shape;13204;p31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5" name="Google Shape;13205;p31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31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31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8" name="Google Shape;13208;p31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9" name="Google Shape;13209;p31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31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1" name="Google Shape;13211;p31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2" name="Google Shape;13212;p31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3" name="Google Shape;13213;p31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31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31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31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31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8" name="Google Shape;13218;p31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9" name="Google Shape;13219;p31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31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31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31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31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31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31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31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31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31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31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31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1" name="Google Shape;13231;p31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31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31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31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5" name="Google Shape;13235;p31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6" name="Google Shape;13236;p31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31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8" name="Google Shape;13238;p31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9" name="Google Shape;13239;p31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31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31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31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31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4" name="Google Shape;13244;p31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31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31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31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31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31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0" name="Google Shape;13250;p31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31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31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3" name="Google Shape;13253;p31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31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5" name="Google Shape;13255;p31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6" name="Google Shape;13256;p31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7" name="Google Shape;13257;p31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31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31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0" name="Google Shape;13260;p31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31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31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31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31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31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31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31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31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9" name="Google Shape;13269;p31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0" name="Google Shape;13270;p31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1" name="Google Shape;13271;p31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31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3" name="Google Shape;13273;p31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31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31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31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31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31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9" name="Google Shape;13279;p31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0" name="Google Shape;13280;p31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1" name="Google Shape;13281;p31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31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31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31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5" name="Google Shape;13285;p31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6" name="Google Shape;13286;p31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7" name="Google Shape;13287;p31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31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31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31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31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31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31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31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5" name="Google Shape;13295;p31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6" name="Google Shape;13296;p31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7" name="Google Shape;13297;p31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31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31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31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31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2" name="Google Shape;13302;p31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3" name="Google Shape;13303;p31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4" name="Google Shape;13304;p31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31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31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31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8" name="Google Shape;13308;p31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9" name="Google Shape;13309;p31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31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31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31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31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31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31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31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7" name="Google Shape;13317;p31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31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31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31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31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31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3" name="Google Shape;13323;p31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31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31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31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7" name="Google Shape;13327;p31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8" name="Google Shape;13328;p31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9" name="Google Shape;13329;p31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31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31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31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31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31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31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31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31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31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31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31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1" name="Google Shape;13341;p31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2" name="Google Shape;13342;p31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3" name="Google Shape;13343;p31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31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31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6" name="Google Shape;13346;p31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7" name="Google Shape;13347;p31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31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31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31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1" name="Google Shape;13351;p31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31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3" name="Google Shape;13353;p31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31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31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31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31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8" name="Google Shape;13358;p31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9" name="Google Shape;13359;p31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31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31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2" name="Google Shape;13362;p31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3" name="Google Shape;13363;p31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4" name="Google Shape;13364;p31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31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31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7" name="Google Shape;13367;p31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8" name="Google Shape;13368;p31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9" name="Google Shape;13369;p31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0" name="Google Shape;13370;p31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1" name="Google Shape;13371;p31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2" name="Google Shape;13372;p31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31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4" name="Google Shape;13374;p31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31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31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31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31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31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31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31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31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3" name="Google Shape;13383;p31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4" name="Google Shape;13384;p31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31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6" name="Google Shape;13386;p31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7" name="Google Shape;13387;p31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31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9" name="Google Shape;13389;p31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0" name="Google Shape;13390;p31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1" name="Google Shape;13391;p31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2" name="Google Shape;13392;p31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31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31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5" name="Google Shape;13395;p31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6" name="Google Shape;13396;p31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7" name="Google Shape;13397;p31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8" name="Google Shape;13398;p31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9" name="Google Shape;13399;p31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0" name="Google Shape;13400;p31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1" name="Google Shape;13401;p31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31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3" name="Google Shape;13403;p31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4" name="Google Shape;13404;p31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5" name="Google Shape;13405;p31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6" name="Google Shape;13406;p31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31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31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9" name="Google Shape;13409;p31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0" name="Google Shape;13410;p31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1" name="Google Shape;13411;p31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2" name="Google Shape;13412;p31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31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31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5" name="Google Shape;13415;p31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31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31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31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31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0" name="Google Shape;13420;p31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31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31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31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4" name="Google Shape;13424;p31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5" name="Google Shape;13425;p31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31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7" name="Google Shape;13427;p31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8" name="Google Shape;13428;p31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9" name="Google Shape;13429;p31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31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1" name="Google Shape;13431;p31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2" name="Google Shape;13432;p31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31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31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31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6" name="Google Shape;13436;p31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7" name="Google Shape;13437;p31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8" name="Google Shape;13438;p31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9" name="Google Shape;13439;p31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31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31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2" name="Google Shape;13442;p31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3" name="Google Shape;13443;p31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31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31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31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31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31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9" name="Google Shape;13449;p31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0" name="Google Shape;13450;p31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1" name="Google Shape;13451;p31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2" name="Google Shape;13452;p31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3" name="Google Shape;13453;p31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4" name="Google Shape;13454;p31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5" name="Google Shape;13455;p31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6" name="Google Shape;13456;p31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7" name="Google Shape;13457;p31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8" name="Google Shape;13458;p31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9" name="Google Shape;13459;p31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0" name="Google Shape;13460;p31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31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2" name="Google Shape;13462;p31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3" name="Google Shape;13463;p31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31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31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31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31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8" name="Google Shape;13468;p31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9" name="Google Shape;13469;p31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0" name="Google Shape;13470;p31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31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2" name="Google Shape;13472;p31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3" name="Google Shape;13473;p31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31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5" name="Google Shape;13475;p31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6" name="Google Shape;13476;p31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7" name="Google Shape;13477;p31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31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9" name="Google Shape;13479;p31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0" name="Google Shape;13480;p31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1" name="Google Shape;13481;p31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2" name="Google Shape;13482;p31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31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4" name="Google Shape;13484;p31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5" name="Google Shape;13485;p31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6" name="Google Shape;13486;p31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7" name="Google Shape;13487;p31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8" name="Google Shape;13488;p31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9" name="Google Shape;13489;p31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0" name="Google Shape;13490;p31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31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2" name="Google Shape;13492;p31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3" name="Google Shape;13493;p31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31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31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6" name="Google Shape;13496;p31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7" name="Google Shape;13497;p31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8" name="Google Shape;13498;p31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9" name="Google Shape;13499;p31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0" name="Google Shape;13500;p31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1" name="Google Shape;13501;p31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31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3" name="Google Shape;13503;p31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4" name="Google Shape;13504;p31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5" name="Google Shape;13505;p31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6" name="Google Shape;13506;p31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7" name="Google Shape;13507;p31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8" name="Google Shape;13508;p31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9" name="Google Shape;13509;p31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0" name="Google Shape;13510;p31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31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2" name="Google Shape;13512;p31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3" name="Google Shape;13513;p31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31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31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6" name="Google Shape;13516;p31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7" name="Google Shape;13517;p31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8" name="Google Shape;13518;p31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9" name="Google Shape;13519;p31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0" name="Google Shape;13520;p31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1" name="Google Shape;13521;p31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2" name="Google Shape;13522;p31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3" name="Google Shape;13523;p31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4" name="Google Shape;13524;p31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5" name="Google Shape;13525;p31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6" name="Google Shape;13526;p31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7" name="Google Shape;13527;p31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31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31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0" name="Google Shape;13530;p31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1" name="Google Shape;13531;p31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2" name="Google Shape;13532;p31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3" name="Google Shape;13533;p31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31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5" name="Google Shape;13535;p31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6" name="Google Shape;13536;p31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7" name="Google Shape;13537;p31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31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9" name="Google Shape;13539;p31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0" name="Google Shape;13540;p31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31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2" name="Google Shape;13542;p31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3" name="Google Shape;13543;p31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4" name="Google Shape;13544;p31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31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6" name="Google Shape;13546;p31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31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31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31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31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1" name="Google Shape;13551;p31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2" name="Google Shape;13552;p31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31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4" name="Google Shape;13554;p31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5" name="Google Shape;13555;p31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6" name="Google Shape;13556;p31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7" name="Google Shape;13557;p31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31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9" name="Google Shape;13559;p31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0" name="Google Shape;13560;p31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1" name="Google Shape;13561;p31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31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31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4" name="Google Shape;13564;p31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31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6" name="Google Shape;13566;p31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7" name="Google Shape;13567;p31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8" name="Google Shape;13568;p31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9" name="Google Shape;13569;p31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0" name="Google Shape;13570;p31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1" name="Google Shape;13571;p31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2" name="Google Shape;13572;p31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31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31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5" name="Google Shape;13575;p31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6" name="Google Shape;13576;p31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31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8" name="Google Shape;13578;p31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9" name="Google Shape;13579;p31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0" name="Google Shape;13580;p31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1" name="Google Shape;13581;p31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2" name="Google Shape;13582;p31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3" name="Google Shape;13583;p31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4" name="Google Shape;13584;p31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5" name="Google Shape;13585;p31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31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31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31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31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31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1" name="Google Shape;13591;p31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31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31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31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31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6" name="Google Shape;13596;p31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31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31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9" name="Google Shape;13599;p31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0" name="Google Shape;13600;p31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1" name="Google Shape;13601;p31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31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3" name="Google Shape;13603;p31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4" name="Google Shape;13604;p31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5" name="Google Shape;13605;p31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31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7" name="Google Shape;13607;p31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8" name="Google Shape;13608;p31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31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31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31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31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31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4" name="Google Shape;13614;p31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5" name="Google Shape;13615;p31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31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7" name="Google Shape;13617;p31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8" name="Google Shape;13618;p31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9" name="Google Shape;13619;p31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0" name="Google Shape;13620;p31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31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31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3" name="Google Shape;13623;p31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4" name="Google Shape;13624;p31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5" name="Google Shape;13625;p31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31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31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8" name="Google Shape;13628;p31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9" name="Google Shape;13629;p31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31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31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2" name="Google Shape;13632;p31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31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31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31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6" name="Google Shape;13636;p31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31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31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9" name="Google Shape;13639;p31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0" name="Google Shape;13640;p31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1" name="Google Shape;13641;p31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2" name="Google Shape;13642;p31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3" name="Google Shape;13643;p31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4" name="Google Shape;13644;p31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5" name="Google Shape;13645;p31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31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31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31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31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31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31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2" name="Google Shape;13652;p31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3" name="Google Shape;13653;p31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31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5" name="Google Shape;13655;p31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6" name="Google Shape;13656;p31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7" name="Google Shape;13657;p31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31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31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0" name="Google Shape;13660;p31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1" name="Google Shape;13661;p31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2" name="Google Shape;13662;p31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3" name="Google Shape;13663;p31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31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5" name="Google Shape;13665;p31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6" name="Google Shape;13666;p31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7" name="Google Shape;13667;p31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8" name="Google Shape;13668;p31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9" name="Google Shape;13669;p31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31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1" name="Google Shape;13671;p31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2" name="Google Shape;13672;p31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3" name="Google Shape;13673;p31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31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5" name="Google Shape;13675;p31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31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31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31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9" name="Google Shape;13679;p31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0" name="Google Shape;13680;p31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31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31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31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4" name="Google Shape;13684;p31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31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31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7" name="Google Shape;13687;p31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31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31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0" name="Google Shape;13690;p31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1" name="Google Shape;13691;p31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2" name="Google Shape;13692;p31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31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31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31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6" name="Google Shape;13696;p31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7" name="Google Shape;13697;p31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8" name="Google Shape;13698;p31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9" name="Google Shape;13699;p31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0" name="Google Shape;13700;p31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1" name="Google Shape;13701;p31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2" name="Google Shape;13702;p31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3" name="Google Shape;13703;p31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31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31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6" name="Google Shape;13706;p31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31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31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9" name="Google Shape;13709;p31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0" name="Google Shape;13710;p31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31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31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3" name="Google Shape;13713;p31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31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31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31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7" name="Google Shape;13717;p31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8" name="Google Shape;13718;p31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9" name="Google Shape;13719;p31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0" name="Google Shape;13720;p31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1" name="Google Shape;13721;p31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31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31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31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31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31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7" name="Google Shape;13727;p31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8" name="Google Shape;13728;p31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9" name="Google Shape;13729;p31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0" name="Google Shape;13730;p31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31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2" name="Google Shape;13732;p31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3" name="Google Shape;13733;p31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4" name="Google Shape;13734;p31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5" name="Google Shape;13735;p31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6" name="Google Shape;13736;p31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7" name="Google Shape;13737;p31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8" name="Google Shape;13738;p31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31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31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1" name="Google Shape;13741;p31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2" name="Google Shape;13742;p31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3" name="Google Shape;13743;p31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4" name="Google Shape;13744;p31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5" name="Google Shape;13745;p31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31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31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31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9" name="Google Shape;13749;p31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0" name="Google Shape;13750;p31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31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2" name="Google Shape;13752;p31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3" name="Google Shape;13753;p31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4" name="Google Shape;13754;p31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5" name="Google Shape;13755;p31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6" name="Google Shape;13756;p31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7" name="Google Shape;13757;p31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8" name="Google Shape;13758;p31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9" name="Google Shape;13759;p31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0" name="Google Shape;13760;p31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31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31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31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4" name="Google Shape;13764;p31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5" name="Google Shape;13765;p31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31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7" name="Google Shape;13767;p31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8" name="Google Shape;13768;p31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31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31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31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31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31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4" name="Google Shape;13774;p31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31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6" name="Google Shape;13776;p31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7" name="Google Shape;13777;p31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8" name="Google Shape;13778;p31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9" name="Google Shape;13779;p31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0" name="Google Shape;13780;p31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1" name="Google Shape;13781;p31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2" name="Google Shape;13782;p31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3" name="Google Shape;13783;p31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4" name="Google Shape;13784;p31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5" name="Google Shape;13785;p31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31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31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8" name="Google Shape;13788;p31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9" name="Google Shape;13789;p31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0" name="Google Shape;13790;p31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1" name="Google Shape;13791;p31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2" name="Google Shape;13792;p31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3" name="Google Shape;13793;p31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4" name="Google Shape;13794;p31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31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6" name="Google Shape;13796;p31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31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8" name="Google Shape;13798;p31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9" name="Google Shape;13799;p31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31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31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2" name="Google Shape;13802;p31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3" name="Google Shape;13803;p31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4" name="Google Shape;13804;p31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5" name="Google Shape;13805;p31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31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31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31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9" name="Google Shape;13809;p31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0" name="Google Shape;13810;p31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1" name="Google Shape;13811;p31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2" name="Google Shape;13812;p31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3" name="Google Shape;13813;p31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4" name="Google Shape;13814;p31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5" name="Google Shape;13815;p31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31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31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31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31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0" name="Google Shape;13820;p31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1" name="Google Shape;13821;p31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2" name="Google Shape;13822;p31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31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31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31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6" name="Google Shape;13826;p31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7" name="Google Shape;13827;p31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31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9" name="Google Shape;13829;p31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0" name="Google Shape;13830;p31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31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31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31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31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5" name="Google Shape;13835;p31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31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31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8" name="Google Shape;13838;p31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9" name="Google Shape;13839;p31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31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1" name="Google Shape;13841;p31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31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31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31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31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6" name="Google Shape;13846;p31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7" name="Google Shape;13847;p31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8" name="Google Shape;13848;p31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31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31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1" name="Google Shape;13851;p31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2" name="Google Shape;13852;p31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3" name="Google Shape;13853;p31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31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31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31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31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31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31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31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31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31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3" name="Google Shape;13863;p31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31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31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31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7" name="Google Shape;13867;p31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8" name="Google Shape;13868;p31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31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31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31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31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31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4" name="Google Shape;13874;p31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5" name="Google Shape;13875;p31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6" name="Google Shape;13876;p31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7" name="Google Shape;13877;p31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31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9" name="Google Shape;13879;p31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0" name="Google Shape;13880;p31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1" name="Google Shape;13881;p31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2" name="Google Shape;13882;p31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3" name="Google Shape;13883;p31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31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31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6" name="Google Shape;13886;p31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7" name="Google Shape;13887;p31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8" name="Google Shape;13888;p31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31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31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1" name="Google Shape;13891;p31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2" name="Google Shape;13892;p31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3" name="Google Shape;13893;p31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31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5" name="Google Shape;13895;p31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6" name="Google Shape;13896;p31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31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31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9" name="Google Shape;13899;p31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0" name="Google Shape;13900;p31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1" name="Google Shape;13901;p31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31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31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4" name="Google Shape;13904;p31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5" name="Google Shape;13905;p31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31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31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31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9" name="Google Shape;13909;p31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31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31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31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31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31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31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6" name="Google Shape;13916;p31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7" name="Google Shape;13917;p31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31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31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31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31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31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3" name="Google Shape;13923;p31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4" name="Google Shape;13924;p31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31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31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31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31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9" name="Google Shape;13929;p31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31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31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31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31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31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31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31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31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31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31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31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31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31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31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31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31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31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31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31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31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31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1" name="Google Shape;13951;p31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2" name="Google Shape;13952;p31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31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4" name="Google Shape;13954;p31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31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31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31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31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31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31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31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31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31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31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31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31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31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31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31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31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31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31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3" name="Google Shape;13973;p31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31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31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31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31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31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31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0" name="Google Shape;13980;p31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31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31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3" name="Google Shape;13983;p31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4" name="Google Shape;13984;p31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31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6" name="Google Shape;13986;p31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7" name="Google Shape;13987;p31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31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31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0" name="Google Shape;13990;p31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1" name="Google Shape;13991;p31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2" name="Google Shape;13992;p31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31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4" name="Google Shape;13994;p31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5" name="Google Shape;13995;p31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6" name="Google Shape;13996;p31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31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31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31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31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31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31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3" name="Google Shape;14003;p31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4" name="Google Shape;14004;p31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5" name="Google Shape;14005;p31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31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31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8" name="Google Shape;14008;p31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9" name="Google Shape;14009;p31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31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31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2" name="Google Shape;14012;p31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3" name="Google Shape;14013;p31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4" name="Google Shape;14014;p31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31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31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7" name="Google Shape;14017;p31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8" name="Google Shape;14018;p31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31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31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1" name="Google Shape;14021;p31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31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3" name="Google Shape;14023;p31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4" name="Google Shape;14024;p31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31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6" name="Google Shape;14026;p31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7" name="Google Shape;14027;p31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8" name="Google Shape;14028;p31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9" name="Google Shape;14029;p31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31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31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31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31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31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31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6" name="Google Shape;14036;p31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7" name="Google Shape;14037;p31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31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31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31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31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2" name="Google Shape;14042;p31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3" name="Google Shape;14043;p31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4" name="Google Shape;14044;p31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5" name="Google Shape;14045;p31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31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31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8" name="Google Shape;14048;p31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9" name="Google Shape;14049;p31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31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31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2" name="Google Shape;14052;p31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31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31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31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6" name="Google Shape;14056;p31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7" name="Google Shape;14057;p31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31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31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0" name="Google Shape;14060;p31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1" name="Google Shape;14061;p31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2" name="Google Shape;14062;p31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3" name="Google Shape;14063;p31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31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31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6" name="Google Shape;14066;p31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7" name="Google Shape;14067;p31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31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31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0" name="Google Shape;14070;p31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31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31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31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4" name="Google Shape;14074;p31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5" name="Google Shape;14075;p31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31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31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31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9" name="Google Shape;14079;p31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0" name="Google Shape;14080;p31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1" name="Google Shape;14081;p31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2" name="Google Shape;14082;p31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3" name="Google Shape;14083;p31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4" name="Google Shape;14084;p31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5" name="Google Shape;14085;p31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31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7" name="Google Shape;14087;p31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8" name="Google Shape;14088;p31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31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31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31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31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31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31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31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31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31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8" name="Google Shape;14098;p31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31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31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31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2" name="Google Shape;14102;p31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3" name="Google Shape;14103;p31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31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31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6" name="Google Shape;14106;p31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7" name="Google Shape;14107;p31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8" name="Google Shape;14108;p31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31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31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31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2" name="Google Shape;14112;p31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3" name="Google Shape;14113;p31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31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31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31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7" name="Google Shape;14117;p31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31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31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0" name="Google Shape;14120;p31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31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2" name="Google Shape;14122;p31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3" name="Google Shape;14123;p31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31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31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31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7" name="Google Shape;14127;p31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31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31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31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31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31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31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31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5" name="Google Shape;14135;p31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31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31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31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31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31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31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2" name="Google Shape;14142;p31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3" name="Google Shape;14143;p31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31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5" name="Google Shape;14145;p31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31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31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31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9" name="Google Shape;14149;p31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0" name="Google Shape;14150;p31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1" name="Google Shape;14151;p31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2" name="Google Shape;14152;p31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3" name="Google Shape;14153;p31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4" name="Google Shape;14154;p31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5" name="Google Shape;14155;p31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6" name="Google Shape;14156;p31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31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8" name="Google Shape;14158;p31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31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31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1" name="Google Shape;14161;p31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31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3" name="Google Shape;14163;p31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4" name="Google Shape;14164;p31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5" name="Google Shape;14165;p31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6" name="Google Shape;14166;p31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31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8" name="Google Shape;14168;p31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9" name="Google Shape;14169;p31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0" name="Google Shape;14170;p31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31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31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31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4" name="Google Shape;14174;p31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5" name="Google Shape;14175;p31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6" name="Google Shape;14176;p31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7" name="Google Shape;14177;p31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8" name="Google Shape;14178;p31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9" name="Google Shape;14179;p31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0" name="Google Shape;14180;p31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1" name="Google Shape;14181;p31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2" name="Google Shape;14182;p31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3" name="Google Shape;14183;p31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4" name="Google Shape;14184;p31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5" name="Google Shape;14185;p31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31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7" name="Google Shape;14187;p31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8" name="Google Shape;14188;p31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9" name="Google Shape;14189;p31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31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1" name="Google Shape;14191;p31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2" name="Google Shape;14192;p31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3" name="Google Shape;14193;p31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4" name="Google Shape;14194;p31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5" name="Google Shape;14195;p31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6" name="Google Shape;14196;p31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7" name="Google Shape;14197;p31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8" name="Google Shape;14198;p31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9" name="Google Shape;14199;p31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0" name="Google Shape;14200;p31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1" name="Google Shape;14201;p31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2" name="Google Shape;14202;p31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3" name="Google Shape;14203;p31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4" name="Google Shape;14204;p31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5" name="Google Shape;14205;p31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6" name="Google Shape;14206;p31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7" name="Google Shape;14207;p31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8" name="Google Shape;14208;p31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9" name="Google Shape;14209;p31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0" name="Google Shape;14210;p31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1" name="Google Shape;14211;p31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2" name="Google Shape;14212;p31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3" name="Google Shape;14213;p31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31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31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6" name="Google Shape;14216;p31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7" name="Google Shape;14217;p31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31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31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31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1" name="Google Shape;14221;p31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2" name="Google Shape;14222;p31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3" name="Google Shape;14223;p31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4" name="Google Shape;14224;p31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5" name="Google Shape;14225;p31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6" name="Google Shape;14226;p31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7" name="Google Shape;14227;p31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8" name="Google Shape;14228;p31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9" name="Google Shape;14229;p31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31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31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2" name="Google Shape;14232;p31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31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4" name="Google Shape;14234;p31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5" name="Google Shape;14235;p31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6" name="Google Shape;14236;p31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7" name="Google Shape;14237;p31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8" name="Google Shape;14238;p31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31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31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1" name="Google Shape;14241;p31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31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31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31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31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31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31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31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31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31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31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31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31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4" name="Google Shape;14254;p31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5" name="Google Shape;14255;p31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31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31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8" name="Google Shape;14258;p31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31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31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1" name="Google Shape;14261;p31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31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31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4" name="Google Shape;14264;p31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31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31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31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31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31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31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31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31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31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31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31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31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7" name="Google Shape;14277;p31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8" name="Google Shape;14278;p31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9" name="Google Shape;14279;p31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31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1" name="Google Shape;14281;p31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2" name="Google Shape;14282;p31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3" name="Google Shape;14283;p31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31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5" name="Google Shape;14285;p31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6" name="Google Shape;14286;p31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7" name="Google Shape;14287;p31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8" name="Google Shape;14288;p31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31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31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31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2" name="Google Shape;14292;p31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3" name="Google Shape;14293;p31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31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5" name="Google Shape;14295;p31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6" name="Google Shape;14296;p31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7" name="Google Shape;14297;p31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8" name="Google Shape;14298;p31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9" name="Google Shape;14299;p31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0" name="Google Shape;14300;p31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1" name="Google Shape;14301;p31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2" name="Google Shape;14302;p31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3" name="Google Shape;14303;p31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31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31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6" name="Google Shape;14306;p31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31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8" name="Google Shape;14308;p31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9" name="Google Shape;14309;p31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31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31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31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31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4" name="Google Shape;14314;p31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5" name="Google Shape;14315;p31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6" name="Google Shape;14316;p31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7" name="Google Shape;14317;p31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8" name="Google Shape;14318;p31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9" name="Google Shape;14319;p31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0" name="Google Shape;14320;p31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1" name="Google Shape;14321;p31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2" name="Google Shape;14322;p31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3" name="Google Shape;14323;p31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4" name="Google Shape;14324;p31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5" name="Google Shape;14325;p31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6" name="Google Shape;14326;p31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7" name="Google Shape;14327;p31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8" name="Google Shape;14328;p31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31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0" name="Google Shape;14330;p31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1" name="Google Shape;14331;p31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2" name="Google Shape;14332;p31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3" name="Google Shape;14333;p31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31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31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6" name="Google Shape;14336;p31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7" name="Google Shape;14337;p31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31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31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31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1" name="Google Shape;14341;p31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2" name="Google Shape;14342;p31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3" name="Google Shape;14343;p31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4" name="Google Shape;14344;p31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5" name="Google Shape;14345;p31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6" name="Google Shape;14346;p31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7" name="Google Shape;14347;p31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8" name="Google Shape;14348;p31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9" name="Google Shape;14349;p31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31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1" name="Google Shape;14351;p31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2" name="Google Shape;14352;p31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3" name="Google Shape;14353;p31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31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5" name="Google Shape;14355;p31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6" name="Google Shape;14356;p31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7" name="Google Shape;14357;p31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8" name="Google Shape;14358;p31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31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31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1" name="Google Shape;14361;p31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2" name="Google Shape;14362;p31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31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4" name="Google Shape;14364;p31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5" name="Google Shape;14365;p31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31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7" name="Google Shape;14367;p31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8" name="Google Shape;14368;p31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9" name="Google Shape;14369;p31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0" name="Google Shape;14370;p31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31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31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3" name="Google Shape;14373;p31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4" name="Google Shape;14374;p31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5" name="Google Shape;14375;p31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6" name="Google Shape;14376;p31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31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31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31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0" name="Google Shape;14380;p31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1" name="Google Shape;14381;p31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2" name="Google Shape;14382;p31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31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31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31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6" name="Google Shape;14386;p31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7" name="Google Shape;14387;p31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8" name="Google Shape;14388;p31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9" name="Google Shape;14389;p31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0" name="Google Shape;14390;p31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1" name="Google Shape;14391;p31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2" name="Google Shape;14392;p31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3" name="Google Shape;14393;p31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4" name="Google Shape;14394;p31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5" name="Google Shape;14395;p31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6" name="Google Shape;14396;p31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7" name="Google Shape;14397;p31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8" name="Google Shape;14398;p31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9" name="Google Shape;14399;p31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0" name="Google Shape;14400;p31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1" name="Google Shape;14401;p31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2" name="Google Shape;14402;p31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3" name="Google Shape;14403;p31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4" name="Google Shape;14404;p31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5" name="Google Shape;14405;p31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6" name="Google Shape;14406;p31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7" name="Google Shape;14407;p31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8" name="Google Shape;14408;p31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9" name="Google Shape;14409;p31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0" name="Google Shape;14410;p31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1" name="Google Shape;14411;p31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2" name="Google Shape;14412;p31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3" name="Google Shape;14413;p31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4" name="Google Shape;14414;p31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5" name="Google Shape;14415;p31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6" name="Google Shape;14416;p31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7" name="Google Shape;14417;p31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8" name="Google Shape;14418;p31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9" name="Google Shape;14419;p31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0" name="Google Shape;14420;p31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1" name="Google Shape;14421;p31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2" name="Google Shape;14422;p31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3" name="Google Shape;14423;p31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4" name="Google Shape;14424;p31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5" name="Google Shape;14425;p31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6" name="Google Shape;14426;p31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7" name="Google Shape;14427;p31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8" name="Google Shape;14428;p31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9" name="Google Shape;14429;p31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0" name="Google Shape;14430;p31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1" name="Google Shape;14431;p31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2" name="Google Shape;14432;p31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3" name="Google Shape;14433;p31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4" name="Google Shape;14434;p31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5" name="Google Shape;14435;p31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6" name="Google Shape;14436;p31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7" name="Google Shape;14437;p31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31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9" name="Google Shape;14439;p31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0" name="Google Shape;14440;p31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1" name="Google Shape;14441;p31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2" name="Google Shape;14442;p31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3" name="Google Shape;14443;p31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44" name="Google Shape;14444;p31"/>
          <p:cNvGrpSpPr/>
          <p:nvPr/>
        </p:nvGrpSpPr>
        <p:grpSpPr>
          <a:xfrm rot="-5400000">
            <a:off x="5968319" y="-2113997"/>
            <a:ext cx="347597" cy="4345456"/>
            <a:chOff x="-136402" y="-175976"/>
            <a:chExt cx="347597" cy="4345456"/>
          </a:xfrm>
        </p:grpSpPr>
        <p:sp>
          <p:nvSpPr>
            <p:cNvPr id="14445" name="Google Shape;14445;p31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6" name="Google Shape;14446;p31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7" name="Google Shape;14447;p31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8" name="Google Shape;14448;p31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9" name="Google Shape;14449;p31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0" name="Google Shape;14450;p31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1" name="Google Shape;14451;p31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2" name="Google Shape;14452;p31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3" name="Google Shape;14453;p31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4" name="Google Shape;14454;p31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5" name="Google Shape;14455;p31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6" name="Google Shape;14456;p31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7" name="Google Shape;14457;p31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8" name="Google Shape;14458;p31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9" name="Google Shape;14459;p31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0" name="Google Shape;14460;p31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1" name="Google Shape;14461;p31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2" name="Google Shape;14462;p31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3" name="Google Shape;14463;p31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4" name="Google Shape;14464;p31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5" name="Google Shape;14465;p31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6" name="Google Shape;14466;p31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7" name="Google Shape;14467;p31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8" name="Google Shape;14468;p31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9" name="Google Shape;14469;p31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0" name="Google Shape;14470;p31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1" name="Google Shape;14471;p31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72" name="Google Shape;14472;p31"/>
          <p:cNvGrpSpPr/>
          <p:nvPr/>
        </p:nvGrpSpPr>
        <p:grpSpPr>
          <a:xfrm rot="-5400000">
            <a:off x="5968316" y="-2113995"/>
            <a:ext cx="347597" cy="4345451"/>
            <a:chOff x="-136402" y="-175976"/>
            <a:chExt cx="347597" cy="4345451"/>
          </a:xfrm>
        </p:grpSpPr>
        <p:sp>
          <p:nvSpPr>
            <p:cNvPr id="14473" name="Google Shape;14473;p31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4" name="Google Shape;14474;p31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5" name="Google Shape;14475;p31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6" name="Google Shape;14476;p31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7" name="Google Shape;14477;p31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8" name="Google Shape;14478;p31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9" name="Google Shape;14479;p31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0" name="Google Shape;14480;p31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1" name="Google Shape;14481;p31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2" name="Google Shape;14482;p31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3" name="Google Shape;14483;p31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4" name="Google Shape;14484;p31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5" name="Google Shape;14485;p31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6" name="Google Shape;14486;p31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7" name="Google Shape;14487;p31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8" name="Google Shape;14488;p31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9" name="Google Shape;14489;p31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0" name="Google Shape;14490;p31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1" name="Google Shape;14491;p31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2" name="Google Shape;14492;p31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3" name="Google Shape;14493;p31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4" name="Google Shape;14494;p31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5" name="Google Shape;14495;p31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6" name="Google Shape;14496;p31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7" name="Google Shape;14497;p31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8" name="Google Shape;14498;p31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499" name="Google Shape;14499;p31"/>
          <p:cNvSpPr/>
          <p:nvPr/>
        </p:nvSpPr>
        <p:spPr>
          <a:xfrm rot="-5400000">
            <a:off x="5968241" y="-2114023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0" name="Google Shape;14500;p31"/>
          <p:cNvSpPr txBox="1"/>
          <p:nvPr>
            <p:ph type="title"/>
          </p:nvPr>
        </p:nvSpPr>
        <p:spPr>
          <a:xfrm>
            <a:off x="713226" y="540000"/>
            <a:ext cx="4634100" cy="13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85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4501" name="Google Shape;14501;p31"/>
          <p:cNvSpPr txBox="1"/>
          <p:nvPr>
            <p:ph idx="1" type="subTitle"/>
          </p:nvPr>
        </p:nvSpPr>
        <p:spPr>
          <a:xfrm>
            <a:off x="713225" y="1938646"/>
            <a:ext cx="4448100" cy="114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4502" name="Google Shape;14502;p31"/>
          <p:cNvSpPr txBox="1"/>
          <p:nvPr/>
        </p:nvSpPr>
        <p:spPr>
          <a:xfrm>
            <a:off x="713225" y="3657875"/>
            <a:ext cx="4634100" cy="51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CREDITS: This presentation template was created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, and includes icons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, and infographics &amp; images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b="1"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 </a:t>
            </a:r>
            <a:endParaRPr b="1" sz="10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9">
    <p:spTree>
      <p:nvGrpSpPr>
        <p:cNvPr id="14503" name="Shape 14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04" name="Google Shape;14504;p32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4505" name="Google Shape;14505;p32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6" name="Google Shape;14506;p32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7" name="Google Shape;14507;p32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8" name="Google Shape;14508;p32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9" name="Google Shape;14509;p32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0" name="Google Shape;14510;p32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1" name="Google Shape;14511;p32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2" name="Google Shape;14512;p32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3" name="Google Shape;14513;p32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4" name="Google Shape;14514;p32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5" name="Google Shape;14515;p32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6" name="Google Shape;14516;p32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7" name="Google Shape;14517;p32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8" name="Google Shape;14518;p32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9" name="Google Shape;14519;p32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0" name="Google Shape;14520;p32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1" name="Google Shape;14521;p32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2" name="Google Shape;14522;p32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3" name="Google Shape;14523;p32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4" name="Google Shape;14524;p32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5" name="Google Shape;14525;p32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6" name="Google Shape;14526;p32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7" name="Google Shape;14527;p32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8" name="Google Shape;14528;p32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9" name="Google Shape;14529;p32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0" name="Google Shape;14530;p32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1" name="Google Shape;14531;p32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2" name="Google Shape;14532;p32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3" name="Google Shape;14533;p32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4" name="Google Shape;14534;p32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5" name="Google Shape;14535;p32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6" name="Google Shape;14536;p32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7" name="Google Shape;14537;p32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8" name="Google Shape;14538;p32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9" name="Google Shape;14539;p32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0" name="Google Shape;14540;p32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1" name="Google Shape;14541;p32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2" name="Google Shape;14542;p32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3" name="Google Shape;14543;p32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4" name="Google Shape;14544;p32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5" name="Google Shape;14545;p32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6" name="Google Shape;14546;p32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7" name="Google Shape;14547;p32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8" name="Google Shape;14548;p32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9" name="Google Shape;14549;p32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0" name="Google Shape;14550;p32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1" name="Google Shape;14551;p32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2" name="Google Shape;14552;p32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3" name="Google Shape;14553;p32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4" name="Google Shape;14554;p32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5" name="Google Shape;14555;p32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6" name="Google Shape;14556;p32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7" name="Google Shape;14557;p32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8" name="Google Shape;14558;p32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9" name="Google Shape;14559;p32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0" name="Google Shape;14560;p32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1" name="Google Shape;14561;p32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2" name="Google Shape;14562;p32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3" name="Google Shape;14563;p32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4" name="Google Shape;14564;p32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5" name="Google Shape;14565;p32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6" name="Google Shape;14566;p32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7" name="Google Shape;14567;p32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8" name="Google Shape;14568;p32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9" name="Google Shape;14569;p32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0" name="Google Shape;14570;p32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1" name="Google Shape;14571;p32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2" name="Google Shape;14572;p32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3" name="Google Shape;14573;p32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4" name="Google Shape;14574;p32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5" name="Google Shape;14575;p32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6" name="Google Shape;14576;p32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7" name="Google Shape;14577;p32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8" name="Google Shape;14578;p32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9" name="Google Shape;14579;p32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0" name="Google Shape;14580;p32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1" name="Google Shape;14581;p32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2" name="Google Shape;14582;p32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3" name="Google Shape;14583;p32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4" name="Google Shape;14584;p32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5" name="Google Shape;14585;p32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6" name="Google Shape;14586;p32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7" name="Google Shape;14587;p32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8" name="Google Shape;14588;p32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9" name="Google Shape;14589;p32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0" name="Google Shape;14590;p32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1" name="Google Shape;14591;p32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2" name="Google Shape;14592;p32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3" name="Google Shape;14593;p32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4" name="Google Shape;14594;p32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5" name="Google Shape;14595;p32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6" name="Google Shape;14596;p32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7" name="Google Shape;14597;p32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8" name="Google Shape;14598;p32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9" name="Google Shape;14599;p32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0" name="Google Shape;14600;p32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1" name="Google Shape;14601;p32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2" name="Google Shape;14602;p32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3" name="Google Shape;14603;p32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4" name="Google Shape;14604;p32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5" name="Google Shape;14605;p32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6" name="Google Shape;14606;p32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7" name="Google Shape;14607;p32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8" name="Google Shape;14608;p32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9" name="Google Shape;14609;p32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0" name="Google Shape;14610;p32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1" name="Google Shape;14611;p32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2" name="Google Shape;14612;p32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3" name="Google Shape;14613;p32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4" name="Google Shape;14614;p32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5" name="Google Shape;14615;p32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6" name="Google Shape;14616;p32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7" name="Google Shape;14617;p32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8" name="Google Shape;14618;p32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9" name="Google Shape;14619;p32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0" name="Google Shape;14620;p32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1" name="Google Shape;14621;p32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2" name="Google Shape;14622;p32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3" name="Google Shape;14623;p32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4" name="Google Shape;14624;p32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5" name="Google Shape;14625;p32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6" name="Google Shape;14626;p32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7" name="Google Shape;14627;p32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8" name="Google Shape;14628;p32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9" name="Google Shape;14629;p32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0" name="Google Shape;14630;p32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1" name="Google Shape;14631;p32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2" name="Google Shape;14632;p32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3" name="Google Shape;14633;p32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4" name="Google Shape;14634;p32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5" name="Google Shape;14635;p32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6" name="Google Shape;14636;p32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7" name="Google Shape;14637;p32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8" name="Google Shape;14638;p32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9" name="Google Shape;14639;p32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0" name="Google Shape;14640;p32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1" name="Google Shape;14641;p32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2" name="Google Shape;14642;p32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3" name="Google Shape;14643;p32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4" name="Google Shape;14644;p32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5" name="Google Shape;14645;p32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6" name="Google Shape;14646;p32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7" name="Google Shape;14647;p32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8" name="Google Shape;14648;p32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9" name="Google Shape;14649;p32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0" name="Google Shape;14650;p32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1" name="Google Shape;14651;p32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2" name="Google Shape;14652;p32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3" name="Google Shape;14653;p32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4" name="Google Shape;14654;p32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5" name="Google Shape;14655;p32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6" name="Google Shape;14656;p32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7" name="Google Shape;14657;p32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8" name="Google Shape;14658;p32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9" name="Google Shape;14659;p32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0" name="Google Shape;14660;p32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1" name="Google Shape;14661;p32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2" name="Google Shape;14662;p32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3" name="Google Shape;14663;p32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4" name="Google Shape;14664;p32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5" name="Google Shape;14665;p32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6" name="Google Shape;14666;p32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7" name="Google Shape;14667;p32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8" name="Google Shape;14668;p32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9" name="Google Shape;14669;p32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0" name="Google Shape;14670;p32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1" name="Google Shape;14671;p32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2" name="Google Shape;14672;p32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3" name="Google Shape;14673;p32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4" name="Google Shape;14674;p32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5" name="Google Shape;14675;p32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6" name="Google Shape;14676;p32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7" name="Google Shape;14677;p32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8" name="Google Shape;14678;p32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9" name="Google Shape;14679;p32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0" name="Google Shape;14680;p32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1" name="Google Shape;14681;p32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2" name="Google Shape;14682;p32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3" name="Google Shape;14683;p32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4" name="Google Shape;14684;p32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5" name="Google Shape;14685;p32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6" name="Google Shape;14686;p32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7" name="Google Shape;14687;p32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8" name="Google Shape;14688;p32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9" name="Google Shape;14689;p32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0" name="Google Shape;14690;p32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1" name="Google Shape;14691;p32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2" name="Google Shape;14692;p32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3" name="Google Shape;14693;p32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4" name="Google Shape;14694;p32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5" name="Google Shape;14695;p32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6" name="Google Shape;14696;p32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7" name="Google Shape;14697;p32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8" name="Google Shape;14698;p32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9" name="Google Shape;14699;p32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0" name="Google Shape;14700;p32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1" name="Google Shape;14701;p32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2" name="Google Shape;14702;p32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3" name="Google Shape;14703;p32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4" name="Google Shape;14704;p32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5" name="Google Shape;14705;p32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6" name="Google Shape;14706;p32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7" name="Google Shape;14707;p32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8" name="Google Shape;14708;p32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9" name="Google Shape;14709;p32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0" name="Google Shape;14710;p32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1" name="Google Shape;14711;p32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2" name="Google Shape;14712;p32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3" name="Google Shape;14713;p32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4" name="Google Shape;14714;p32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5" name="Google Shape;14715;p32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6" name="Google Shape;14716;p32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7" name="Google Shape;14717;p32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8" name="Google Shape;14718;p32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9" name="Google Shape;14719;p32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0" name="Google Shape;14720;p32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1" name="Google Shape;14721;p32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2" name="Google Shape;14722;p32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3" name="Google Shape;14723;p32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4" name="Google Shape;14724;p32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5" name="Google Shape;14725;p32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6" name="Google Shape;14726;p32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7" name="Google Shape;14727;p32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8" name="Google Shape;14728;p32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9" name="Google Shape;14729;p32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0" name="Google Shape;14730;p32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1" name="Google Shape;14731;p32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2" name="Google Shape;14732;p32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3" name="Google Shape;14733;p32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4" name="Google Shape;14734;p32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5" name="Google Shape;14735;p32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6" name="Google Shape;14736;p32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7" name="Google Shape;14737;p32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8" name="Google Shape;14738;p32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9" name="Google Shape;14739;p32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0" name="Google Shape;14740;p32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1" name="Google Shape;14741;p32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2" name="Google Shape;14742;p32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3" name="Google Shape;14743;p32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4" name="Google Shape;14744;p32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5" name="Google Shape;14745;p32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6" name="Google Shape;14746;p32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7" name="Google Shape;14747;p32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8" name="Google Shape;14748;p32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9" name="Google Shape;14749;p32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0" name="Google Shape;14750;p32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1" name="Google Shape;14751;p32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2" name="Google Shape;14752;p32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3" name="Google Shape;14753;p32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4" name="Google Shape;14754;p32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5" name="Google Shape;14755;p32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6" name="Google Shape;14756;p32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7" name="Google Shape;14757;p32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8" name="Google Shape;14758;p32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9" name="Google Shape;14759;p32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0" name="Google Shape;14760;p32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1" name="Google Shape;14761;p32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2" name="Google Shape;14762;p32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3" name="Google Shape;14763;p32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4" name="Google Shape;14764;p32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5" name="Google Shape;14765;p32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6" name="Google Shape;14766;p32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7" name="Google Shape;14767;p32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8" name="Google Shape;14768;p32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9" name="Google Shape;14769;p32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0" name="Google Shape;14770;p32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1" name="Google Shape;14771;p32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2" name="Google Shape;14772;p32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3" name="Google Shape;14773;p32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4" name="Google Shape;14774;p32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5" name="Google Shape;14775;p32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6" name="Google Shape;14776;p32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7" name="Google Shape;14777;p32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8" name="Google Shape;14778;p32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9" name="Google Shape;14779;p32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0" name="Google Shape;14780;p32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1" name="Google Shape;14781;p32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2" name="Google Shape;14782;p32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3" name="Google Shape;14783;p32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4" name="Google Shape;14784;p32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5" name="Google Shape;14785;p32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6" name="Google Shape;14786;p32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7" name="Google Shape;14787;p32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8" name="Google Shape;14788;p32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9" name="Google Shape;14789;p32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0" name="Google Shape;14790;p32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1" name="Google Shape;14791;p32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2" name="Google Shape;14792;p32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3" name="Google Shape;14793;p32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4" name="Google Shape;14794;p32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5" name="Google Shape;14795;p32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6" name="Google Shape;14796;p32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7" name="Google Shape;14797;p32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8" name="Google Shape;14798;p32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9" name="Google Shape;14799;p32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0" name="Google Shape;14800;p32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1" name="Google Shape;14801;p32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2" name="Google Shape;14802;p32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3" name="Google Shape;14803;p32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4" name="Google Shape;14804;p32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5" name="Google Shape;14805;p32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6" name="Google Shape;14806;p32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7" name="Google Shape;14807;p32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8" name="Google Shape;14808;p32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9" name="Google Shape;14809;p32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0" name="Google Shape;14810;p32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1" name="Google Shape;14811;p32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2" name="Google Shape;14812;p32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3" name="Google Shape;14813;p32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4" name="Google Shape;14814;p32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5" name="Google Shape;14815;p32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6" name="Google Shape;14816;p32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7" name="Google Shape;14817;p32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8" name="Google Shape;14818;p32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9" name="Google Shape;14819;p32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0" name="Google Shape;14820;p32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1" name="Google Shape;14821;p32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2" name="Google Shape;14822;p32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3" name="Google Shape;14823;p32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4" name="Google Shape;14824;p32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5" name="Google Shape;14825;p32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6" name="Google Shape;14826;p32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7" name="Google Shape;14827;p32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8" name="Google Shape;14828;p32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9" name="Google Shape;14829;p32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0" name="Google Shape;14830;p32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1" name="Google Shape;14831;p32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2" name="Google Shape;14832;p32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3" name="Google Shape;14833;p32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4" name="Google Shape;14834;p32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5" name="Google Shape;14835;p32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6" name="Google Shape;14836;p32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7" name="Google Shape;14837;p32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8" name="Google Shape;14838;p32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9" name="Google Shape;14839;p32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0" name="Google Shape;14840;p32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1" name="Google Shape;14841;p32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2" name="Google Shape;14842;p32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3" name="Google Shape;14843;p32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4" name="Google Shape;14844;p32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5" name="Google Shape;14845;p32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6" name="Google Shape;14846;p32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7" name="Google Shape;14847;p32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8" name="Google Shape;14848;p32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9" name="Google Shape;14849;p32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0" name="Google Shape;14850;p32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1" name="Google Shape;14851;p32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2" name="Google Shape;14852;p32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3" name="Google Shape;14853;p32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4" name="Google Shape;14854;p32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5" name="Google Shape;14855;p32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6" name="Google Shape;14856;p32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7" name="Google Shape;14857;p32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8" name="Google Shape;14858;p32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9" name="Google Shape;14859;p32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0" name="Google Shape;14860;p32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1" name="Google Shape;14861;p32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2" name="Google Shape;14862;p32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3" name="Google Shape;14863;p32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4" name="Google Shape;14864;p32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5" name="Google Shape;14865;p32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6" name="Google Shape;14866;p32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7" name="Google Shape;14867;p32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8" name="Google Shape;14868;p32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9" name="Google Shape;14869;p32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0" name="Google Shape;14870;p32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1" name="Google Shape;14871;p32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2" name="Google Shape;14872;p32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3" name="Google Shape;14873;p32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4" name="Google Shape;14874;p32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5" name="Google Shape;14875;p32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6" name="Google Shape;14876;p32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7" name="Google Shape;14877;p32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8" name="Google Shape;14878;p32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9" name="Google Shape;14879;p32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0" name="Google Shape;14880;p32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1" name="Google Shape;14881;p32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2" name="Google Shape;14882;p32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3" name="Google Shape;14883;p32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4" name="Google Shape;14884;p32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5" name="Google Shape;14885;p32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6" name="Google Shape;14886;p32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7" name="Google Shape;14887;p32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8" name="Google Shape;14888;p32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9" name="Google Shape;14889;p32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0" name="Google Shape;14890;p32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1" name="Google Shape;14891;p32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2" name="Google Shape;14892;p32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3" name="Google Shape;14893;p32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4" name="Google Shape;14894;p32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5" name="Google Shape;14895;p32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6" name="Google Shape;14896;p32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7" name="Google Shape;14897;p32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8" name="Google Shape;14898;p32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9" name="Google Shape;14899;p32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0" name="Google Shape;14900;p32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1" name="Google Shape;14901;p32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2" name="Google Shape;14902;p32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3" name="Google Shape;14903;p32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4" name="Google Shape;14904;p32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5" name="Google Shape;14905;p32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6" name="Google Shape;14906;p32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7" name="Google Shape;14907;p32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8" name="Google Shape;14908;p32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9" name="Google Shape;14909;p32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0" name="Google Shape;14910;p32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1" name="Google Shape;14911;p32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2" name="Google Shape;14912;p32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3" name="Google Shape;14913;p32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4" name="Google Shape;14914;p32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5" name="Google Shape;14915;p32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6" name="Google Shape;14916;p32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7" name="Google Shape;14917;p32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8" name="Google Shape;14918;p32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9" name="Google Shape;14919;p32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0" name="Google Shape;14920;p32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1" name="Google Shape;14921;p32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2" name="Google Shape;14922;p32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3" name="Google Shape;14923;p32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4" name="Google Shape;14924;p32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5" name="Google Shape;14925;p32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6" name="Google Shape;14926;p32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7" name="Google Shape;14927;p32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8" name="Google Shape;14928;p32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9" name="Google Shape;14929;p32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0" name="Google Shape;14930;p32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1" name="Google Shape;14931;p32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2" name="Google Shape;14932;p32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3" name="Google Shape;14933;p32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4" name="Google Shape;14934;p32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5" name="Google Shape;14935;p32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6" name="Google Shape;14936;p32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7" name="Google Shape;14937;p32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8" name="Google Shape;14938;p32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9" name="Google Shape;14939;p32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0" name="Google Shape;14940;p32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1" name="Google Shape;14941;p32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2" name="Google Shape;14942;p32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3" name="Google Shape;14943;p32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4" name="Google Shape;14944;p32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5" name="Google Shape;14945;p32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6" name="Google Shape;14946;p32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7" name="Google Shape;14947;p32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8" name="Google Shape;14948;p32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9" name="Google Shape;14949;p32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0" name="Google Shape;14950;p32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1" name="Google Shape;14951;p32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2" name="Google Shape;14952;p32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3" name="Google Shape;14953;p32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4" name="Google Shape;14954;p32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5" name="Google Shape;14955;p32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6" name="Google Shape;14956;p32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7" name="Google Shape;14957;p32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8" name="Google Shape;14958;p32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9" name="Google Shape;14959;p32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0" name="Google Shape;14960;p32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1" name="Google Shape;14961;p32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2" name="Google Shape;14962;p32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3" name="Google Shape;14963;p32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4" name="Google Shape;14964;p32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5" name="Google Shape;14965;p32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6" name="Google Shape;14966;p32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7" name="Google Shape;14967;p32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8" name="Google Shape;14968;p32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9" name="Google Shape;14969;p32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0" name="Google Shape;14970;p32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1" name="Google Shape;14971;p32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2" name="Google Shape;14972;p32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3" name="Google Shape;14973;p32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4" name="Google Shape;14974;p32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5" name="Google Shape;14975;p32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6" name="Google Shape;14976;p32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7" name="Google Shape;14977;p32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8" name="Google Shape;14978;p32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9" name="Google Shape;14979;p32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0" name="Google Shape;14980;p32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1" name="Google Shape;14981;p32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2" name="Google Shape;14982;p32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3" name="Google Shape;14983;p32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4" name="Google Shape;14984;p32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5" name="Google Shape;14985;p32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6" name="Google Shape;14986;p32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7" name="Google Shape;14987;p32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8" name="Google Shape;14988;p32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9" name="Google Shape;14989;p32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0" name="Google Shape;14990;p32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1" name="Google Shape;14991;p32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2" name="Google Shape;14992;p32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3" name="Google Shape;14993;p32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4" name="Google Shape;14994;p32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5" name="Google Shape;14995;p32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6" name="Google Shape;14996;p32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7" name="Google Shape;14997;p32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8" name="Google Shape;14998;p32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9" name="Google Shape;14999;p32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0" name="Google Shape;15000;p32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1" name="Google Shape;15001;p32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2" name="Google Shape;15002;p32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3" name="Google Shape;15003;p32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4" name="Google Shape;15004;p32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5" name="Google Shape;15005;p32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6" name="Google Shape;15006;p32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7" name="Google Shape;15007;p32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8" name="Google Shape;15008;p32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9" name="Google Shape;15009;p32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0" name="Google Shape;15010;p32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1" name="Google Shape;15011;p32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2" name="Google Shape;15012;p32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3" name="Google Shape;15013;p32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4" name="Google Shape;15014;p32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5" name="Google Shape;15015;p32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6" name="Google Shape;15016;p32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7" name="Google Shape;15017;p32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8" name="Google Shape;15018;p32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9" name="Google Shape;15019;p32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0" name="Google Shape;15020;p32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1" name="Google Shape;15021;p32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2" name="Google Shape;15022;p32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3" name="Google Shape;15023;p32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4" name="Google Shape;15024;p32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5" name="Google Shape;15025;p32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6" name="Google Shape;15026;p32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7" name="Google Shape;15027;p32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8" name="Google Shape;15028;p32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9" name="Google Shape;15029;p32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0" name="Google Shape;15030;p32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1" name="Google Shape;15031;p32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2" name="Google Shape;15032;p32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3" name="Google Shape;15033;p32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4" name="Google Shape;15034;p32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5" name="Google Shape;15035;p32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6" name="Google Shape;15036;p32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7" name="Google Shape;15037;p32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8" name="Google Shape;15038;p32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9" name="Google Shape;15039;p32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0" name="Google Shape;15040;p32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1" name="Google Shape;15041;p32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2" name="Google Shape;15042;p32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3" name="Google Shape;15043;p32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4" name="Google Shape;15044;p32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5" name="Google Shape;15045;p32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6" name="Google Shape;15046;p32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7" name="Google Shape;15047;p32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8" name="Google Shape;15048;p32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9" name="Google Shape;15049;p32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0" name="Google Shape;15050;p32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1" name="Google Shape;15051;p32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2" name="Google Shape;15052;p32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3" name="Google Shape;15053;p32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4" name="Google Shape;15054;p32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5" name="Google Shape;15055;p32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6" name="Google Shape;15056;p32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7" name="Google Shape;15057;p32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8" name="Google Shape;15058;p32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9" name="Google Shape;15059;p32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0" name="Google Shape;15060;p32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1" name="Google Shape;15061;p32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2" name="Google Shape;15062;p32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3" name="Google Shape;15063;p32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4" name="Google Shape;15064;p32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5" name="Google Shape;15065;p32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6" name="Google Shape;15066;p32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7" name="Google Shape;15067;p32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8" name="Google Shape;15068;p32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9" name="Google Shape;15069;p32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0" name="Google Shape;15070;p32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1" name="Google Shape;15071;p32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2" name="Google Shape;15072;p32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3" name="Google Shape;15073;p32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4" name="Google Shape;15074;p32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5" name="Google Shape;15075;p32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6" name="Google Shape;15076;p32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7" name="Google Shape;15077;p32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8" name="Google Shape;15078;p32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9" name="Google Shape;15079;p32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0" name="Google Shape;15080;p32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1" name="Google Shape;15081;p32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2" name="Google Shape;15082;p32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3" name="Google Shape;15083;p32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4" name="Google Shape;15084;p32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5" name="Google Shape;15085;p32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6" name="Google Shape;15086;p32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7" name="Google Shape;15087;p32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8" name="Google Shape;15088;p32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9" name="Google Shape;15089;p32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0" name="Google Shape;15090;p32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1" name="Google Shape;15091;p32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2" name="Google Shape;15092;p32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3" name="Google Shape;15093;p32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4" name="Google Shape;15094;p32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5" name="Google Shape;15095;p32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6" name="Google Shape;15096;p32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7" name="Google Shape;15097;p32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8" name="Google Shape;15098;p32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9" name="Google Shape;15099;p32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0" name="Google Shape;15100;p32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1" name="Google Shape;15101;p32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2" name="Google Shape;15102;p32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3" name="Google Shape;15103;p32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4" name="Google Shape;15104;p32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5" name="Google Shape;15105;p32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6" name="Google Shape;15106;p32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7" name="Google Shape;15107;p32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8" name="Google Shape;15108;p32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9" name="Google Shape;15109;p32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0" name="Google Shape;15110;p32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1" name="Google Shape;15111;p32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2" name="Google Shape;15112;p32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3" name="Google Shape;15113;p32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4" name="Google Shape;15114;p32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5" name="Google Shape;15115;p32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6" name="Google Shape;15116;p32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7" name="Google Shape;15117;p32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8" name="Google Shape;15118;p32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9" name="Google Shape;15119;p32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0" name="Google Shape;15120;p32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1" name="Google Shape;15121;p32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2" name="Google Shape;15122;p32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3" name="Google Shape;15123;p32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4" name="Google Shape;15124;p32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5" name="Google Shape;15125;p32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6" name="Google Shape;15126;p32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7" name="Google Shape;15127;p32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8" name="Google Shape;15128;p32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9" name="Google Shape;15129;p32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0" name="Google Shape;15130;p32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1" name="Google Shape;15131;p32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2" name="Google Shape;15132;p32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3" name="Google Shape;15133;p32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4" name="Google Shape;15134;p32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5" name="Google Shape;15135;p32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6" name="Google Shape;15136;p32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7" name="Google Shape;15137;p32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8" name="Google Shape;15138;p32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9" name="Google Shape;15139;p32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0" name="Google Shape;15140;p32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1" name="Google Shape;15141;p32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2" name="Google Shape;15142;p32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3" name="Google Shape;15143;p32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4" name="Google Shape;15144;p32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5" name="Google Shape;15145;p32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6" name="Google Shape;15146;p32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7" name="Google Shape;15147;p32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8" name="Google Shape;15148;p32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9" name="Google Shape;15149;p32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0" name="Google Shape;15150;p32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1" name="Google Shape;15151;p32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2" name="Google Shape;15152;p32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3" name="Google Shape;15153;p32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4" name="Google Shape;15154;p32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5" name="Google Shape;15155;p32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6" name="Google Shape;15156;p32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7" name="Google Shape;15157;p32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8" name="Google Shape;15158;p32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9" name="Google Shape;15159;p32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0" name="Google Shape;15160;p32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1" name="Google Shape;15161;p32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2" name="Google Shape;15162;p32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3" name="Google Shape;15163;p32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4" name="Google Shape;15164;p32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5" name="Google Shape;15165;p32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6" name="Google Shape;15166;p32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7" name="Google Shape;15167;p32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8" name="Google Shape;15168;p32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9" name="Google Shape;15169;p32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0" name="Google Shape;15170;p32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1" name="Google Shape;15171;p32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2" name="Google Shape;15172;p32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3" name="Google Shape;15173;p32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4" name="Google Shape;15174;p32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5" name="Google Shape;15175;p32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6" name="Google Shape;15176;p32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7" name="Google Shape;15177;p32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8" name="Google Shape;15178;p32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9" name="Google Shape;15179;p32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0" name="Google Shape;15180;p32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1" name="Google Shape;15181;p32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2" name="Google Shape;15182;p32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3" name="Google Shape;15183;p32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4" name="Google Shape;15184;p32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5" name="Google Shape;15185;p32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6" name="Google Shape;15186;p32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7" name="Google Shape;15187;p32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8" name="Google Shape;15188;p32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9" name="Google Shape;15189;p32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0" name="Google Shape;15190;p32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1" name="Google Shape;15191;p32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2" name="Google Shape;15192;p32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3" name="Google Shape;15193;p32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4" name="Google Shape;15194;p32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5" name="Google Shape;15195;p32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6" name="Google Shape;15196;p32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7" name="Google Shape;15197;p32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8" name="Google Shape;15198;p32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9" name="Google Shape;15199;p32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0" name="Google Shape;15200;p32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1" name="Google Shape;15201;p32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2" name="Google Shape;15202;p32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3" name="Google Shape;15203;p32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4" name="Google Shape;15204;p32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5" name="Google Shape;15205;p32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6" name="Google Shape;15206;p32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7" name="Google Shape;15207;p32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8" name="Google Shape;15208;p32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9" name="Google Shape;15209;p32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0" name="Google Shape;15210;p32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1" name="Google Shape;15211;p32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2" name="Google Shape;15212;p32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3" name="Google Shape;15213;p32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4" name="Google Shape;15214;p32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5" name="Google Shape;15215;p32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6" name="Google Shape;15216;p32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7" name="Google Shape;15217;p32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8" name="Google Shape;15218;p32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9" name="Google Shape;15219;p32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0" name="Google Shape;15220;p32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1" name="Google Shape;15221;p32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2" name="Google Shape;15222;p32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3" name="Google Shape;15223;p32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4" name="Google Shape;15224;p32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5" name="Google Shape;15225;p32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6" name="Google Shape;15226;p32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7" name="Google Shape;15227;p32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8" name="Google Shape;15228;p32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9" name="Google Shape;15229;p32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0" name="Google Shape;15230;p32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1" name="Google Shape;15231;p32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2" name="Google Shape;15232;p32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3" name="Google Shape;15233;p32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4" name="Google Shape;15234;p32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5" name="Google Shape;15235;p32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6" name="Google Shape;15236;p32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7" name="Google Shape;15237;p32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8" name="Google Shape;15238;p32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9" name="Google Shape;15239;p32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0" name="Google Shape;15240;p32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1" name="Google Shape;15241;p32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2" name="Google Shape;15242;p32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3" name="Google Shape;15243;p32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4" name="Google Shape;15244;p32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5" name="Google Shape;15245;p32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6" name="Google Shape;15246;p32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7" name="Google Shape;15247;p32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8" name="Google Shape;15248;p32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9" name="Google Shape;15249;p32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0" name="Google Shape;15250;p32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1" name="Google Shape;15251;p32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2" name="Google Shape;15252;p32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3" name="Google Shape;15253;p32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4" name="Google Shape;15254;p32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5" name="Google Shape;15255;p32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6" name="Google Shape;15256;p32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7" name="Google Shape;15257;p32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8" name="Google Shape;15258;p32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9" name="Google Shape;15259;p32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0" name="Google Shape;15260;p32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1" name="Google Shape;15261;p32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2" name="Google Shape;15262;p32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3" name="Google Shape;15263;p32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4" name="Google Shape;15264;p32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5" name="Google Shape;15265;p32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6" name="Google Shape;15266;p32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7" name="Google Shape;15267;p32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8" name="Google Shape;15268;p32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9" name="Google Shape;15269;p32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0" name="Google Shape;15270;p32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1" name="Google Shape;15271;p32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2" name="Google Shape;15272;p32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3" name="Google Shape;15273;p32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4" name="Google Shape;15274;p32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5" name="Google Shape;15275;p32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6" name="Google Shape;15276;p32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7" name="Google Shape;15277;p32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8" name="Google Shape;15278;p32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9" name="Google Shape;15279;p32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0" name="Google Shape;15280;p32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1" name="Google Shape;15281;p32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2" name="Google Shape;15282;p32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3" name="Google Shape;15283;p32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4" name="Google Shape;15284;p32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5" name="Google Shape;15285;p32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6" name="Google Shape;15286;p32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7" name="Google Shape;15287;p32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8" name="Google Shape;15288;p32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9" name="Google Shape;15289;p32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0" name="Google Shape;15290;p32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1" name="Google Shape;15291;p32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2" name="Google Shape;15292;p32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3" name="Google Shape;15293;p32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4" name="Google Shape;15294;p32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5" name="Google Shape;15295;p32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6" name="Google Shape;15296;p32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7" name="Google Shape;15297;p32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8" name="Google Shape;15298;p32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9" name="Google Shape;15299;p32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0" name="Google Shape;15300;p32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1" name="Google Shape;15301;p32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2" name="Google Shape;15302;p32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3" name="Google Shape;15303;p32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4" name="Google Shape;15304;p32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5" name="Google Shape;15305;p32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6" name="Google Shape;15306;p32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7" name="Google Shape;15307;p32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8" name="Google Shape;15308;p32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9" name="Google Shape;15309;p32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0" name="Google Shape;15310;p32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1" name="Google Shape;15311;p32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2" name="Google Shape;15312;p32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3" name="Google Shape;15313;p32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4" name="Google Shape;15314;p32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5" name="Google Shape;15315;p32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6" name="Google Shape;15316;p32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7" name="Google Shape;15317;p32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8" name="Google Shape;15318;p32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9" name="Google Shape;15319;p32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0" name="Google Shape;15320;p32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1" name="Google Shape;15321;p32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2" name="Google Shape;15322;p32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3" name="Google Shape;15323;p32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4" name="Google Shape;15324;p32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5" name="Google Shape;15325;p32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6" name="Google Shape;15326;p32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7" name="Google Shape;15327;p32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8" name="Google Shape;15328;p32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9" name="Google Shape;15329;p32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0" name="Google Shape;15330;p32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1" name="Google Shape;15331;p32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2" name="Google Shape;15332;p32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3" name="Google Shape;15333;p32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4" name="Google Shape;15334;p32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5" name="Google Shape;15335;p32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6" name="Google Shape;15336;p32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7" name="Google Shape;15337;p32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8" name="Google Shape;15338;p32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9" name="Google Shape;15339;p32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0" name="Google Shape;15340;p32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1" name="Google Shape;15341;p32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2" name="Google Shape;15342;p32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3" name="Google Shape;15343;p32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4" name="Google Shape;15344;p32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5" name="Google Shape;15345;p32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6" name="Google Shape;15346;p32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7" name="Google Shape;15347;p32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8" name="Google Shape;15348;p32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9" name="Google Shape;15349;p32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0" name="Google Shape;15350;p32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1" name="Google Shape;15351;p32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2" name="Google Shape;15352;p32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3" name="Google Shape;15353;p32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4" name="Google Shape;15354;p32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5" name="Google Shape;15355;p32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6" name="Google Shape;15356;p32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7" name="Google Shape;15357;p32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8" name="Google Shape;15358;p32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9" name="Google Shape;15359;p32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0" name="Google Shape;15360;p32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1" name="Google Shape;15361;p32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2" name="Google Shape;15362;p32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3" name="Google Shape;15363;p32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4" name="Google Shape;15364;p32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5" name="Google Shape;15365;p32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6" name="Google Shape;15366;p32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7" name="Google Shape;15367;p32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8" name="Google Shape;15368;p32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9" name="Google Shape;15369;p32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0" name="Google Shape;15370;p32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1" name="Google Shape;15371;p32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2" name="Google Shape;15372;p32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3" name="Google Shape;15373;p32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4" name="Google Shape;15374;p32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5" name="Google Shape;15375;p32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6" name="Google Shape;15376;p32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7" name="Google Shape;15377;p32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8" name="Google Shape;15378;p32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9" name="Google Shape;15379;p32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0" name="Google Shape;15380;p32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1" name="Google Shape;15381;p32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2" name="Google Shape;15382;p32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3" name="Google Shape;15383;p32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4" name="Google Shape;15384;p32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5" name="Google Shape;15385;p32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6" name="Google Shape;15386;p32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7" name="Google Shape;15387;p32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8" name="Google Shape;15388;p32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9" name="Google Shape;15389;p32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0" name="Google Shape;15390;p32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1" name="Google Shape;15391;p32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2" name="Google Shape;15392;p32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3" name="Google Shape;15393;p32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4" name="Google Shape;15394;p32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5" name="Google Shape;15395;p32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6" name="Google Shape;15396;p32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7" name="Google Shape;15397;p32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8" name="Google Shape;15398;p32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9" name="Google Shape;15399;p32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0" name="Google Shape;15400;p32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1" name="Google Shape;15401;p32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2" name="Google Shape;15402;p32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3" name="Google Shape;15403;p32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4" name="Google Shape;15404;p32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5" name="Google Shape;15405;p32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6" name="Google Shape;15406;p32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7" name="Google Shape;15407;p32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8" name="Google Shape;15408;p32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9" name="Google Shape;15409;p32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0" name="Google Shape;15410;p32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1" name="Google Shape;15411;p32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2" name="Google Shape;15412;p32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3" name="Google Shape;15413;p32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4" name="Google Shape;15414;p32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5" name="Google Shape;15415;p32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6" name="Google Shape;15416;p32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7" name="Google Shape;15417;p32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8" name="Google Shape;15418;p32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9" name="Google Shape;15419;p32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0" name="Google Shape;15420;p32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1" name="Google Shape;15421;p32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2" name="Google Shape;15422;p32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3" name="Google Shape;15423;p32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4" name="Google Shape;15424;p32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5" name="Google Shape;15425;p32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6" name="Google Shape;15426;p32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7" name="Google Shape;15427;p32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8" name="Google Shape;15428;p32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9" name="Google Shape;15429;p32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0" name="Google Shape;15430;p32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1" name="Google Shape;15431;p32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2" name="Google Shape;15432;p32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3" name="Google Shape;15433;p32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4" name="Google Shape;15434;p32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5" name="Google Shape;15435;p32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6" name="Google Shape;15436;p32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7" name="Google Shape;15437;p32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8" name="Google Shape;15438;p32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9" name="Google Shape;15439;p32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0" name="Google Shape;15440;p32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1" name="Google Shape;15441;p32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2" name="Google Shape;15442;p32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3" name="Google Shape;15443;p32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4" name="Google Shape;15444;p32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5" name="Google Shape;15445;p32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6" name="Google Shape;15446;p32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7" name="Google Shape;15447;p32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8" name="Google Shape;15448;p32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9" name="Google Shape;15449;p32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0" name="Google Shape;15450;p32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1" name="Google Shape;15451;p32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2" name="Google Shape;15452;p32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3" name="Google Shape;15453;p32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4" name="Google Shape;15454;p32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5" name="Google Shape;15455;p32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6" name="Google Shape;15456;p32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7" name="Google Shape;15457;p32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8" name="Google Shape;15458;p32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9" name="Google Shape;15459;p32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0" name="Google Shape;15460;p32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1" name="Google Shape;15461;p32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2" name="Google Shape;15462;p32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3" name="Google Shape;15463;p32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4" name="Google Shape;15464;p32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5" name="Google Shape;15465;p32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6" name="Google Shape;15466;p32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7" name="Google Shape;15467;p32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8" name="Google Shape;15468;p32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9" name="Google Shape;15469;p32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0" name="Google Shape;15470;p32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1" name="Google Shape;15471;p32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2" name="Google Shape;15472;p32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3" name="Google Shape;15473;p32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4" name="Google Shape;15474;p32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5" name="Google Shape;15475;p32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6" name="Google Shape;15476;p32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7" name="Google Shape;15477;p32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8" name="Google Shape;15478;p32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9" name="Google Shape;15479;p32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0" name="Google Shape;15480;p32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1" name="Google Shape;15481;p32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2" name="Google Shape;15482;p32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3" name="Google Shape;15483;p32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4" name="Google Shape;15484;p32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5" name="Google Shape;15485;p32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6" name="Google Shape;15486;p32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7" name="Google Shape;15487;p32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8" name="Google Shape;15488;p32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9" name="Google Shape;15489;p32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0" name="Google Shape;15490;p32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1" name="Google Shape;15491;p32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2" name="Google Shape;15492;p32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3" name="Google Shape;15493;p32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4" name="Google Shape;15494;p32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5" name="Google Shape;15495;p32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6" name="Google Shape;15496;p32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7" name="Google Shape;15497;p32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8" name="Google Shape;15498;p32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9" name="Google Shape;15499;p32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0" name="Google Shape;15500;p32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1" name="Google Shape;15501;p32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2" name="Google Shape;15502;p32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3" name="Google Shape;15503;p32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4" name="Google Shape;15504;p32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5" name="Google Shape;15505;p32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6" name="Google Shape;15506;p32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7" name="Google Shape;15507;p32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8" name="Google Shape;15508;p32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9" name="Google Shape;15509;p32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0" name="Google Shape;15510;p32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1" name="Google Shape;15511;p32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2" name="Google Shape;15512;p32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3" name="Google Shape;15513;p32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4" name="Google Shape;15514;p32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5" name="Google Shape;15515;p32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6" name="Google Shape;15516;p32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7" name="Google Shape;15517;p32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8" name="Google Shape;15518;p32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9" name="Google Shape;15519;p32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0" name="Google Shape;15520;p32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1" name="Google Shape;15521;p32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2" name="Google Shape;15522;p32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3" name="Google Shape;15523;p32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4" name="Google Shape;15524;p32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5" name="Google Shape;15525;p32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6" name="Google Shape;15526;p32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7" name="Google Shape;15527;p32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8" name="Google Shape;15528;p32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9" name="Google Shape;15529;p32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0" name="Google Shape;15530;p32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1" name="Google Shape;15531;p32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2" name="Google Shape;15532;p32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3" name="Google Shape;15533;p32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4" name="Google Shape;15534;p32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5" name="Google Shape;15535;p32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6" name="Google Shape;15536;p32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7" name="Google Shape;15537;p32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8" name="Google Shape;15538;p32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9" name="Google Shape;15539;p32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0" name="Google Shape;15540;p32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1" name="Google Shape;15541;p32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2" name="Google Shape;15542;p32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3" name="Google Shape;15543;p32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4" name="Google Shape;15544;p32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5" name="Google Shape;15545;p32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6" name="Google Shape;15546;p32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7" name="Google Shape;15547;p32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8" name="Google Shape;15548;p32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9" name="Google Shape;15549;p32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0" name="Google Shape;15550;p32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1" name="Google Shape;15551;p32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2" name="Google Shape;15552;p32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3" name="Google Shape;15553;p32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4" name="Google Shape;15554;p32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5" name="Google Shape;15555;p32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6" name="Google Shape;15556;p32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7" name="Google Shape;15557;p32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8" name="Google Shape;15558;p32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9" name="Google Shape;15559;p32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0" name="Google Shape;15560;p32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1" name="Google Shape;15561;p32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2" name="Google Shape;15562;p32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3" name="Google Shape;15563;p32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4" name="Google Shape;15564;p32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5" name="Google Shape;15565;p32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6" name="Google Shape;15566;p32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7" name="Google Shape;15567;p32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8" name="Google Shape;15568;p32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9" name="Google Shape;15569;p32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0" name="Google Shape;15570;p32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1" name="Google Shape;15571;p32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2" name="Google Shape;15572;p32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3" name="Google Shape;15573;p32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4" name="Google Shape;15574;p32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5" name="Google Shape;15575;p32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6" name="Google Shape;15576;p32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7" name="Google Shape;15577;p32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8" name="Google Shape;15578;p32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9" name="Google Shape;15579;p32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0" name="Google Shape;15580;p32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1" name="Google Shape;15581;p32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2" name="Google Shape;15582;p32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3" name="Google Shape;15583;p32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4" name="Google Shape;15584;p32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5" name="Google Shape;15585;p32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6" name="Google Shape;15586;p32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7" name="Google Shape;15587;p32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8" name="Google Shape;15588;p32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9" name="Google Shape;15589;p32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0" name="Google Shape;15590;p32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1" name="Google Shape;15591;p32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2" name="Google Shape;15592;p32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3" name="Google Shape;15593;p32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4" name="Google Shape;15594;p32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5" name="Google Shape;15595;p32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6" name="Google Shape;15596;p32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7" name="Google Shape;15597;p32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8" name="Google Shape;15598;p32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9" name="Google Shape;15599;p32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0" name="Google Shape;15600;p32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1" name="Google Shape;15601;p32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2" name="Google Shape;15602;p32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3" name="Google Shape;15603;p32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4" name="Google Shape;15604;p32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5" name="Google Shape;15605;p32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6" name="Google Shape;15606;p32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7" name="Google Shape;15607;p32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8" name="Google Shape;15608;p32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9" name="Google Shape;15609;p32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0" name="Google Shape;15610;p32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1" name="Google Shape;15611;p32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2" name="Google Shape;15612;p32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3" name="Google Shape;15613;p32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4" name="Google Shape;15614;p32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5" name="Google Shape;15615;p32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6" name="Google Shape;15616;p32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7" name="Google Shape;15617;p32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8" name="Google Shape;15618;p32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9" name="Google Shape;15619;p32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0" name="Google Shape;15620;p32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1" name="Google Shape;15621;p32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2" name="Google Shape;15622;p32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3" name="Google Shape;15623;p32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4" name="Google Shape;15624;p32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5" name="Google Shape;15625;p32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6" name="Google Shape;15626;p32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7" name="Google Shape;15627;p32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8" name="Google Shape;15628;p32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9" name="Google Shape;15629;p32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0" name="Google Shape;15630;p32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1" name="Google Shape;15631;p32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2" name="Google Shape;15632;p32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3" name="Google Shape;15633;p32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4" name="Google Shape;15634;p32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5" name="Google Shape;15635;p32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6" name="Google Shape;15636;p32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7" name="Google Shape;15637;p32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8" name="Google Shape;15638;p32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9" name="Google Shape;15639;p32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0" name="Google Shape;15640;p32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1" name="Google Shape;15641;p32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2" name="Google Shape;15642;p32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3" name="Google Shape;15643;p32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4" name="Google Shape;15644;p32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5" name="Google Shape;15645;p32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6" name="Google Shape;15646;p32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7" name="Google Shape;15647;p32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8" name="Google Shape;15648;p32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9" name="Google Shape;15649;p32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0" name="Google Shape;15650;p32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1" name="Google Shape;15651;p32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2" name="Google Shape;15652;p32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3" name="Google Shape;15653;p32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4" name="Google Shape;15654;p32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5" name="Google Shape;15655;p32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6" name="Google Shape;15656;p32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7" name="Google Shape;15657;p32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8" name="Google Shape;15658;p32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9" name="Google Shape;15659;p32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0" name="Google Shape;15660;p32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1" name="Google Shape;15661;p32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2" name="Google Shape;15662;p32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3" name="Google Shape;15663;p32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4" name="Google Shape;15664;p32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5" name="Google Shape;15665;p32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6" name="Google Shape;15666;p32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7" name="Google Shape;15667;p32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8" name="Google Shape;15668;p32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9" name="Google Shape;15669;p32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0" name="Google Shape;15670;p32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1" name="Google Shape;15671;p32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2" name="Google Shape;15672;p32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3" name="Google Shape;15673;p32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4" name="Google Shape;15674;p32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5" name="Google Shape;15675;p32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6" name="Google Shape;15676;p32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7" name="Google Shape;15677;p32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8" name="Google Shape;15678;p32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9" name="Google Shape;15679;p32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0" name="Google Shape;15680;p32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1" name="Google Shape;15681;p32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2" name="Google Shape;15682;p32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3" name="Google Shape;15683;p32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4" name="Google Shape;15684;p32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5" name="Google Shape;15685;p32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6" name="Google Shape;15686;p32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7" name="Google Shape;15687;p32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8" name="Google Shape;15688;p32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9" name="Google Shape;15689;p32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0" name="Google Shape;15690;p32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1" name="Google Shape;15691;p32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2" name="Google Shape;15692;p32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3" name="Google Shape;15693;p32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4" name="Google Shape;15694;p32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5" name="Google Shape;15695;p32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6" name="Google Shape;15696;p32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7" name="Google Shape;15697;p32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8" name="Google Shape;15698;p32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9" name="Google Shape;15699;p32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0" name="Google Shape;15700;p32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1" name="Google Shape;15701;p32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2" name="Google Shape;15702;p32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3" name="Google Shape;15703;p32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4" name="Google Shape;15704;p32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5" name="Google Shape;15705;p32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6" name="Google Shape;15706;p32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7" name="Google Shape;15707;p32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8" name="Google Shape;15708;p32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9" name="Google Shape;15709;p32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0" name="Google Shape;15710;p32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1" name="Google Shape;15711;p32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2" name="Google Shape;15712;p32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3" name="Google Shape;15713;p32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4" name="Google Shape;15714;p32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5" name="Google Shape;15715;p32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6" name="Google Shape;15716;p32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7" name="Google Shape;15717;p32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8" name="Google Shape;15718;p32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9" name="Google Shape;15719;p32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0" name="Google Shape;15720;p32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1" name="Google Shape;15721;p32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2" name="Google Shape;15722;p32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3" name="Google Shape;15723;p32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4" name="Google Shape;15724;p32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5" name="Google Shape;15725;p32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6" name="Google Shape;15726;p32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7" name="Google Shape;15727;p32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8" name="Google Shape;15728;p32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9" name="Google Shape;15729;p32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0" name="Google Shape;15730;p32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1" name="Google Shape;15731;p32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2" name="Google Shape;15732;p32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3" name="Google Shape;15733;p32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4" name="Google Shape;15734;p32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5" name="Google Shape;15735;p32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6" name="Google Shape;15736;p32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7" name="Google Shape;15737;p32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8" name="Google Shape;15738;p32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9" name="Google Shape;15739;p32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0" name="Google Shape;15740;p32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1" name="Google Shape;15741;p32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2" name="Google Shape;15742;p32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3" name="Google Shape;15743;p32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4" name="Google Shape;15744;p32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5" name="Google Shape;15745;p32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6" name="Google Shape;15746;p32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7" name="Google Shape;15747;p32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8" name="Google Shape;15748;p32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9" name="Google Shape;15749;p32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0" name="Google Shape;15750;p32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1" name="Google Shape;15751;p32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2" name="Google Shape;15752;p32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3" name="Google Shape;15753;p32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4" name="Google Shape;15754;p32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5" name="Google Shape;15755;p32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6" name="Google Shape;15756;p32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7" name="Google Shape;15757;p32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8" name="Google Shape;15758;p32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9" name="Google Shape;15759;p32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0" name="Google Shape;15760;p32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1" name="Google Shape;15761;p32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2" name="Google Shape;15762;p32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3" name="Google Shape;15763;p32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4" name="Google Shape;15764;p32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5" name="Google Shape;15765;p32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6" name="Google Shape;15766;p32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7" name="Google Shape;15767;p32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8" name="Google Shape;15768;p32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9" name="Google Shape;15769;p32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0" name="Google Shape;15770;p32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1" name="Google Shape;15771;p32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2" name="Google Shape;15772;p32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3" name="Google Shape;15773;p32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4" name="Google Shape;15774;p32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5" name="Google Shape;15775;p32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6" name="Google Shape;15776;p32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7" name="Google Shape;15777;p32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8" name="Google Shape;15778;p32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9" name="Google Shape;15779;p32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0" name="Google Shape;15780;p32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1" name="Google Shape;15781;p32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2" name="Google Shape;15782;p32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3" name="Google Shape;15783;p32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4" name="Google Shape;15784;p32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5" name="Google Shape;15785;p32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6" name="Google Shape;15786;p32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7" name="Google Shape;15787;p32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8" name="Google Shape;15788;p32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9" name="Google Shape;15789;p32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0" name="Google Shape;15790;p32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1" name="Google Shape;15791;p32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2" name="Google Shape;15792;p32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3" name="Google Shape;15793;p32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4" name="Google Shape;15794;p32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5" name="Google Shape;15795;p32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6" name="Google Shape;15796;p32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7" name="Google Shape;15797;p32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8" name="Google Shape;15798;p32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9" name="Google Shape;15799;p32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0" name="Google Shape;15800;p32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1" name="Google Shape;15801;p32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2" name="Google Shape;15802;p32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3" name="Google Shape;15803;p32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4" name="Google Shape;15804;p32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5" name="Google Shape;15805;p32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6" name="Google Shape;15806;p32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7" name="Google Shape;15807;p32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8" name="Google Shape;15808;p32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9" name="Google Shape;15809;p32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0" name="Google Shape;15810;p32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1" name="Google Shape;15811;p32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2" name="Google Shape;15812;p32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3" name="Google Shape;15813;p32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4" name="Google Shape;15814;p32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5" name="Google Shape;15815;p32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6" name="Google Shape;15816;p32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7" name="Google Shape;15817;p32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8" name="Google Shape;15818;p32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9" name="Google Shape;15819;p32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0" name="Google Shape;15820;p32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1" name="Google Shape;15821;p32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2" name="Google Shape;15822;p32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3" name="Google Shape;15823;p32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4" name="Google Shape;15824;p32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5" name="Google Shape;15825;p32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6" name="Google Shape;15826;p32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7" name="Google Shape;15827;p32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8" name="Google Shape;15828;p32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9" name="Google Shape;15829;p32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0" name="Google Shape;15830;p32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1" name="Google Shape;15831;p32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2" name="Google Shape;15832;p32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3" name="Google Shape;15833;p32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4" name="Google Shape;15834;p32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5" name="Google Shape;15835;p32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6" name="Google Shape;15836;p32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7" name="Google Shape;15837;p32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8" name="Google Shape;15838;p32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9" name="Google Shape;15839;p32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0" name="Google Shape;15840;p32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1" name="Google Shape;15841;p32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2" name="Google Shape;15842;p32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3" name="Google Shape;15843;p32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4" name="Google Shape;15844;p32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5" name="Google Shape;15845;p32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6" name="Google Shape;15846;p32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7" name="Google Shape;15847;p32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8" name="Google Shape;15848;p32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9" name="Google Shape;15849;p32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0" name="Google Shape;15850;p32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1" name="Google Shape;15851;p32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2" name="Google Shape;15852;p32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3" name="Google Shape;15853;p32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4" name="Google Shape;15854;p32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5" name="Google Shape;15855;p32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6" name="Google Shape;15856;p32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7" name="Google Shape;15857;p32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8" name="Google Shape;15858;p32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9" name="Google Shape;15859;p32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0" name="Google Shape;15860;p32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1" name="Google Shape;15861;p32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2" name="Google Shape;15862;p32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3" name="Google Shape;15863;p32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4" name="Google Shape;15864;p32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5" name="Google Shape;15865;p32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6" name="Google Shape;15866;p32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7" name="Google Shape;15867;p32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8" name="Google Shape;15868;p32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9" name="Google Shape;15869;p32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0" name="Google Shape;15870;p32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1" name="Google Shape;15871;p32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2" name="Google Shape;15872;p32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3" name="Google Shape;15873;p32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4" name="Google Shape;15874;p32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5" name="Google Shape;15875;p32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6" name="Google Shape;15876;p32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7" name="Google Shape;15877;p32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8" name="Google Shape;15878;p32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9" name="Google Shape;15879;p32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0" name="Google Shape;15880;p32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1" name="Google Shape;15881;p32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2" name="Google Shape;15882;p32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3" name="Google Shape;15883;p32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4" name="Google Shape;15884;p32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5" name="Google Shape;15885;p32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6" name="Google Shape;15886;p32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7" name="Google Shape;15887;p32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8" name="Google Shape;15888;p32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9" name="Google Shape;15889;p32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0" name="Google Shape;15890;p32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1" name="Google Shape;15891;p32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2" name="Google Shape;15892;p32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3" name="Google Shape;15893;p32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4" name="Google Shape;15894;p32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5" name="Google Shape;15895;p32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6" name="Google Shape;15896;p32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7" name="Google Shape;15897;p32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8" name="Google Shape;15898;p32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9" name="Google Shape;15899;p32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0" name="Google Shape;15900;p32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1" name="Google Shape;15901;p32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2" name="Google Shape;15902;p32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3" name="Google Shape;15903;p32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4" name="Google Shape;15904;p32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5" name="Google Shape;15905;p32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6" name="Google Shape;15906;p32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7" name="Google Shape;15907;p32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8" name="Google Shape;15908;p32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9" name="Google Shape;15909;p32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0" name="Google Shape;15910;p32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1" name="Google Shape;15911;p32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2" name="Google Shape;15912;p32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3" name="Google Shape;15913;p32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4" name="Google Shape;15914;p32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5" name="Google Shape;15915;p32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6" name="Google Shape;15916;p32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7" name="Google Shape;15917;p32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8" name="Google Shape;15918;p32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9" name="Google Shape;15919;p32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0" name="Google Shape;15920;p32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1" name="Google Shape;15921;p32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2" name="Google Shape;15922;p32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3" name="Google Shape;15923;p32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4" name="Google Shape;15924;p32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5" name="Google Shape;15925;p32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6" name="Google Shape;15926;p32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7" name="Google Shape;15927;p32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8" name="Google Shape;15928;p32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9" name="Google Shape;15929;p32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0" name="Google Shape;15930;p32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1" name="Google Shape;15931;p32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2" name="Google Shape;15932;p32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3" name="Google Shape;15933;p32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4" name="Google Shape;15934;p32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5" name="Google Shape;15935;p32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6" name="Google Shape;15936;p32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7" name="Google Shape;15937;p32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8" name="Google Shape;15938;p32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9" name="Google Shape;15939;p32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0" name="Google Shape;15940;p32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1" name="Google Shape;15941;p32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2" name="Google Shape;15942;p32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3" name="Google Shape;15943;p32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4" name="Google Shape;15944;p32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5" name="Google Shape;15945;p32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6" name="Google Shape;15946;p32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7" name="Google Shape;15947;p32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8" name="Google Shape;15948;p32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9" name="Google Shape;15949;p32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0" name="Google Shape;15950;p32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1" name="Google Shape;15951;p32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2" name="Google Shape;15952;p32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3" name="Google Shape;15953;p32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4" name="Google Shape;15954;p32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5" name="Google Shape;15955;p32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6" name="Google Shape;15956;p32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7" name="Google Shape;15957;p32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8" name="Google Shape;15958;p32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9" name="Google Shape;15959;p32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0" name="Google Shape;15960;p32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1" name="Google Shape;15961;p32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2" name="Google Shape;15962;p32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3" name="Google Shape;15963;p32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4" name="Google Shape;15964;p32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5" name="Google Shape;15965;p32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6" name="Google Shape;15966;p32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7" name="Google Shape;15967;p32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8" name="Google Shape;15968;p32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9" name="Google Shape;15969;p32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0" name="Google Shape;15970;p32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1" name="Google Shape;15971;p32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2" name="Google Shape;15972;p32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3" name="Google Shape;15973;p32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4" name="Google Shape;15974;p32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5" name="Google Shape;15975;p32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6" name="Google Shape;15976;p32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7" name="Google Shape;15977;p32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8" name="Google Shape;15978;p32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9" name="Google Shape;15979;p32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0" name="Google Shape;15980;p32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1" name="Google Shape;15981;p32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2" name="Google Shape;15982;p32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3" name="Google Shape;15983;p32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4" name="Google Shape;15984;p32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5" name="Google Shape;15985;p32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6" name="Google Shape;15986;p32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7" name="Google Shape;15987;p32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8" name="Google Shape;15988;p32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9" name="Google Shape;15989;p32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0" name="Google Shape;15990;p32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1" name="Google Shape;15991;p32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2" name="Google Shape;15992;p32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3" name="Google Shape;15993;p32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4" name="Google Shape;15994;p32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5" name="Google Shape;15995;p32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6" name="Google Shape;15996;p32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7" name="Google Shape;15997;p32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8" name="Google Shape;15998;p32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9" name="Google Shape;15999;p32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0" name="Google Shape;16000;p32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1" name="Google Shape;16001;p32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2" name="Google Shape;16002;p32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3" name="Google Shape;16003;p32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4" name="Google Shape;16004;p32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5" name="Google Shape;16005;p32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6" name="Google Shape;16006;p32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7" name="Google Shape;16007;p32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8" name="Google Shape;16008;p32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9" name="Google Shape;16009;p32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0" name="Google Shape;16010;p32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1" name="Google Shape;16011;p32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2" name="Google Shape;16012;p32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3" name="Google Shape;16013;p32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4" name="Google Shape;16014;p32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5" name="Google Shape;16015;p32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6" name="Google Shape;16016;p32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7" name="Google Shape;16017;p32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8" name="Google Shape;16018;p32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9" name="Google Shape;16019;p32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0" name="Google Shape;16020;p32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1" name="Google Shape;16021;p32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2" name="Google Shape;16022;p32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3" name="Google Shape;16023;p32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4" name="Google Shape;16024;p32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5" name="Google Shape;16025;p32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6" name="Google Shape;16026;p32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7" name="Google Shape;16027;p32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8" name="Google Shape;16028;p32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9" name="Google Shape;16029;p32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0" name="Google Shape;16030;p32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1" name="Google Shape;16031;p32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2" name="Google Shape;16032;p32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3" name="Google Shape;16033;p32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4" name="Google Shape;16034;p32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5" name="Google Shape;16035;p32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6" name="Google Shape;16036;p32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7" name="Google Shape;16037;p32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8" name="Google Shape;16038;p32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9" name="Google Shape;16039;p32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0" name="Google Shape;16040;p32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1" name="Google Shape;16041;p32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2" name="Google Shape;16042;p32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3" name="Google Shape;16043;p32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4" name="Google Shape;16044;p32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5" name="Google Shape;16045;p32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6" name="Google Shape;16046;p32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7" name="Google Shape;16047;p32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8" name="Google Shape;16048;p32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9" name="Google Shape;16049;p32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0" name="Google Shape;16050;p32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1" name="Google Shape;16051;p32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2" name="Google Shape;16052;p32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3" name="Google Shape;16053;p32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4" name="Google Shape;16054;p32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5" name="Google Shape;16055;p32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6" name="Google Shape;16056;p32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7" name="Google Shape;16057;p32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8" name="Google Shape;16058;p32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9" name="Google Shape;16059;p32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0" name="Google Shape;16060;p32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1" name="Google Shape;16061;p32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2" name="Google Shape;16062;p32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3" name="Google Shape;16063;p32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4" name="Google Shape;16064;p32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5" name="Google Shape;16065;p32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6" name="Google Shape;16066;p32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7" name="Google Shape;16067;p32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8" name="Google Shape;16068;p32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9" name="Google Shape;16069;p32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0" name="Google Shape;16070;p32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1" name="Google Shape;16071;p32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2" name="Google Shape;16072;p32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3" name="Google Shape;16073;p32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4" name="Google Shape;16074;p32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5" name="Google Shape;16075;p32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6" name="Google Shape;16076;p32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7" name="Google Shape;16077;p32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8" name="Google Shape;16078;p32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9" name="Google Shape;16079;p32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0" name="Google Shape;16080;p32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1" name="Google Shape;16081;p32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2" name="Google Shape;16082;p32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3" name="Google Shape;16083;p32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4" name="Google Shape;16084;p32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5" name="Google Shape;16085;p32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6" name="Google Shape;16086;p32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7" name="Google Shape;16087;p32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8" name="Google Shape;16088;p32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9" name="Google Shape;16089;p32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0" name="Google Shape;16090;p32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1" name="Google Shape;16091;p32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2" name="Google Shape;16092;p32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3" name="Google Shape;16093;p32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4" name="Google Shape;16094;p32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5" name="Google Shape;16095;p32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6" name="Google Shape;16096;p32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7" name="Google Shape;16097;p32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8" name="Google Shape;16098;p32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9" name="Google Shape;16099;p32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0" name="Google Shape;16100;p32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1" name="Google Shape;16101;p32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2" name="Google Shape;16102;p32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3" name="Google Shape;16103;p32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4" name="Google Shape;16104;p32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5" name="Google Shape;16105;p32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6" name="Google Shape;16106;p32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7" name="Google Shape;16107;p32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8" name="Google Shape;16108;p32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9" name="Google Shape;16109;p32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0" name="Google Shape;16110;p32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1" name="Google Shape;16111;p32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2" name="Google Shape;16112;p32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3" name="Google Shape;16113;p32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4" name="Google Shape;16114;p32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5" name="Google Shape;16115;p32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6" name="Google Shape;16116;p32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7" name="Google Shape;16117;p32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8" name="Google Shape;16118;p32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9" name="Google Shape;16119;p32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0" name="Google Shape;16120;p32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9_1">
    <p:spTree>
      <p:nvGrpSpPr>
        <p:cNvPr id="16121" name="Shape 16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22" name="Google Shape;16122;p33"/>
          <p:cNvSpPr/>
          <p:nvPr/>
        </p:nvSpPr>
        <p:spPr>
          <a:xfrm>
            <a:off x="-214975" y="3963813"/>
            <a:ext cx="928204" cy="975843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3" name="Google Shape;16123;p33"/>
          <p:cNvSpPr/>
          <p:nvPr/>
        </p:nvSpPr>
        <p:spPr>
          <a:xfrm>
            <a:off x="8872872" y="246175"/>
            <a:ext cx="550800" cy="2247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4" name="Google Shape;16124;p33"/>
          <p:cNvSpPr/>
          <p:nvPr/>
        </p:nvSpPr>
        <p:spPr>
          <a:xfrm>
            <a:off x="8519900" y="1931816"/>
            <a:ext cx="1609800" cy="1609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33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32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●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○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■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●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○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■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●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○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Poppins"/>
              <a:buChar char="■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11.png"/><Relationship Id="rId4" Type="http://schemas.openxmlformats.org/officeDocument/2006/relationships/image" Target="../media/image9.jpg"/><Relationship Id="rId5" Type="http://schemas.openxmlformats.org/officeDocument/2006/relationships/image" Target="../media/image3.png"/><Relationship Id="rId6" Type="http://schemas.openxmlformats.org/officeDocument/2006/relationships/image" Target="../media/image21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5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0.png"/><Relationship Id="rId4" Type="http://schemas.openxmlformats.org/officeDocument/2006/relationships/image" Target="../media/image12.jpg"/><Relationship Id="rId5" Type="http://schemas.openxmlformats.org/officeDocument/2006/relationships/image" Target="../media/image17.jpg"/><Relationship Id="rId6" Type="http://schemas.openxmlformats.org/officeDocument/2006/relationships/image" Target="../media/image16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7.png"/><Relationship Id="rId4" Type="http://schemas.openxmlformats.org/officeDocument/2006/relationships/image" Target="../media/image18.jpg"/><Relationship Id="rId5" Type="http://schemas.openxmlformats.org/officeDocument/2006/relationships/image" Target="../media/image14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5.png"/><Relationship Id="rId4" Type="http://schemas.openxmlformats.org/officeDocument/2006/relationships/hyperlink" Target="https://www.renouffitnessequipment.com.au/product/functional-trainer-smith-machine-3/" TargetMode="External"/><Relationship Id="rId5" Type="http://schemas.openxmlformats.org/officeDocument/2006/relationships/image" Target="../media/image8.png"/><Relationship Id="rId6" Type="http://schemas.openxmlformats.org/officeDocument/2006/relationships/image" Target="../media/image6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4.png"/><Relationship Id="rId4" Type="http://schemas.openxmlformats.org/officeDocument/2006/relationships/image" Target="../media/image1.png"/><Relationship Id="rId5" Type="http://schemas.openxmlformats.org/officeDocument/2006/relationships/image" Target="../media/image2.png"/><Relationship Id="rId6" Type="http://schemas.openxmlformats.org/officeDocument/2006/relationships/hyperlink" Target="https://grabcad.com/library/quick-release-steering-hub--1" TargetMode="Externa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9.jpg"/><Relationship Id="rId4" Type="http://schemas.openxmlformats.org/officeDocument/2006/relationships/image" Target="../media/image23.jpg"/><Relationship Id="rId5" Type="http://schemas.openxmlformats.org/officeDocument/2006/relationships/image" Target="../media/image13.jpg"/><Relationship Id="rId6" Type="http://schemas.openxmlformats.org/officeDocument/2006/relationships/image" Target="../media/image20.jpg"/><Relationship Id="rId7" Type="http://schemas.openxmlformats.org/officeDocument/2006/relationships/image" Target="../media/image22.jpg"/><Relationship Id="rId8" Type="http://schemas.openxmlformats.org/officeDocument/2006/relationships/image" Target="../media/image24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0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28" name="Shape 16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29" name="Google Shape;16129;p34"/>
          <p:cNvSpPr txBox="1"/>
          <p:nvPr>
            <p:ph type="ctrTitle"/>
          </p:nvPr>
        </p:nvSpPr>
        <p:spPr>
          <a:xfrm>
            <a:off x="713225" y="564343"/>
            <a:ext cx="7717500" cy="31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E90 Project: Hydrogen Fuel Cell Vehicle</a:t>
            </a:r>
            <a:endParaRPr/>
          </a:p>
        </p:txBody>
      </p:sp>
      <p:sp>
        <p:nvSpPr>
          <p:cNvPr id="16130" name="Google Shape;16130;p34"/>
          <p:cNvSpPr txBox="1"/>
          <p:nvPr>
            <p:ph idx="1" type="subTitle"/>
          </p:nvPr>
        </p:nvSpPr>
        <p:spPr>
          <a:xfrm>
            <a:off x="713250" y="3682906"/>
            <a:ext cx="7717500" cy="4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Gabriel Salas, Michael Moran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34" name="Shape 16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35" name="Google Shape;16135;p3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</a:t>
            </a:r>
            <a:endParaRPr/>
          </a:p>
        </p:txBody>
      </p:sp>
      <p:sp>
        <p:nvSpPr>
          <p:cNvPr id="16136" name="Google Shape;16136;p35"/>
          <p:cNvSpPr txBox="1"/>
          <p:nvPr>
            <p:ph idx="1" type="body"/>
          </p:nvPr>
        </p:nvSpPr>
        <p:spPr>
          <a:xfrm>
            <a:off x="720000" y="1432838"/>
            <a:ext cx="3852000" cy="41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Purpose and Background</a:t>
            </a:r>
            <a:endParaRPr/>
          </a:p>
        </p:txBody>
      </p:sp>
      <p:sp>
        <p:nvSpPr>
          <p:cNvPr id="16137" name="Google Shape;16137;p35"/>
          <p:cNvSpPr txBox="1"/>
          <p:nvPr>
            <p:ph idx="1" type="body"/>
          </p:nvPr>
        </p:nvSpPr>
        <p:spPr>
          <a:xfrm>
            <a:off x="4572000" y="1432838"/>
            <a:ext cx="3852000" cy="41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Requirements and Constraints</a:t>
            </a:r>
            <a:endParaRPr/>
          </a:p>
        </p:txBody>
      </p:sp>
      <p:sp>
        <p:nvSpPr>
          <p:cNvPr id="16138" name="Google Shape;16138;p35"/>
          <p:cNvSpPr txBox="1"/>
          <p:nvPr>
            <p:ph idx="1" type="body"/>
          </p:nvPr>
        </p:nvSpPr>
        <p:spPr>
          <a:xfrm>
            <a:off x="720000" y="3298763"/>
            <a:ext cx="3852000" cy="41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Goals and Current Work</a:t>
            </a:r>
            <a:endParaRPr/>
          </a:p>
        </p:txBody>
      </p:sp>
      <p:sp>
        <p:nvSpPr>
          <p:cNvPr id="16139" name="Google Shape;16139;p35"/>
          <p:cNvSpPr txBox="1"/>
          <p:nvPr>
            <p:ph idx="1" type="body"/>
          </p:nvPr>
        </p:nvSpPr>
        <p:spPr>
          <a:xfrm>
            <a:off x="4572000" y="3298763"/>
            <a:ext cx="3852000" cy="41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Next Steps</a:t>
            </a:r>
            <a:endParaRPr/>
          </a:p>
        </p:txBody>
      </p:sp>
      <p:pic>
        <p:nvPicPr>
          <p:cNvPr id="16140" name="Google Shape;16140;p35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916075" y="1957088"/>
            <a:ext cx="1459800" cy="1229400"/>
          </a:xfrm>
          <a:prstGeom prst="hexagon">
            <a:avLst>
              <a:gd fmla="val 25000" name="adj"/>
              <a:gd fmla="val 115470" name="vf"/>
            </a:avLst>
          </a:prstGeom>
          <a:noFill/>
          <a:ln>
            <a:noFill/>
          </a:ln>
        </p:spPr>
      </p:pic>
      <p:pic>
        <p:nvPicPr>
          <p:cNvPr id="16141" name="Google Shape;16141;p35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5603550" y="1900961"/>
            <a:ext cx="1788900" cy="1341600"/>
          </a:xfrm>
          <a:prstGeom prst="roundRect">
            <a:avLst>
              <a:gd fmla="val 16667" name="adj"/>
            </a:avLst>
          </a:pr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16142" name="Google Shape;16142;p35" title="autodesk-fusion-360-logo-7F72A76397-seeklogo.com.png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998763" y="3710675"/>
            <a:ext cx="1294435" cy="13722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143" name="Google Shape;16143;p35" title="20250401_133948.jpg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5583150" y="3710677"/>
            <a:ext cx="1829700" cy="1372200"/>
          </a:xfrm>
          <a:prstGeom prst="roundRect">
            <a:avLst>
              <a:gd fmla="val 16667" name="adj"/>
            </a:avLst>
          </a:pr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47" name="Shape 16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8" name="Google Shape;16148;p3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PURPOSE</a:t>
            </a:r>
            <a:endParaRPr/>
          </a:p>
        </p:txBody>
      </p:sp>
      <p:sp>
        <p:nvSpPr>
          <p:cNvPr id="16149" name="Google Shape;16149;p36"/>
          <p:cNvSpPr txBox="1"/>
          <p:nvPr>
            <p:ph idx="1" type="body"/>
          </p:nvPr>
        </p:nvSpPr>
        <p:spPr>
          <a:xfrm>
            <a:off x="720000" y="1326600"/>
            <a:ext cx="3852000" cy="34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goal is to continue the work of past senior </a:t>
            </a:r>
            <a:r>
              <a:rPr lang="en"/>
              <a:t>classes</a:t>
            </a:r>
            <a:r>
              <a:rPr lang="en"/>
              <a:t> as well as research done by </a:t>
            </a:r>
            <a:r>
              <a:rPr lang="en"/>
              <a:t>underclassmen.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Deep interest in motosport, vehicle development, and the search for alternative fuel sources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150" name="Google Shape;16150;p36" title="2564milesper.jpg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3253831" y="1326600"/>
            <a:ext cx="5170176" cy="3445794"/>
          </a:xfrm>
          <a:prstGeom prst="lightningBolt">
            <a:avLst/>
          </a:prstGeom>
          <a:noFill/>
          <a:ln>
            <a:noFill/>
          </a:ln>
        </p:spPr>
      </p:pic>
      <p:pic>
        <p:nvPicPr>
          <p:cNvPr id="16151" name="Google Shape;16151;p36" title="2564milesper.jpg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3361581" y="1326600"/>
            <a:ext cx="5170176" cy="3445794"/>
          </a:xfrm>
          <a:prstGeom prst="lightningBolt">
            <a:avLst/>
          </a:prstGeom>
          <a:noFill/>
          <a:ln>
            <a:noFill/>
          </a:ln>
        </p:spPr>
      </p:pic>
      <p:pic>
        <p:nvPicPr>
          <p:cNvPr id="16152" name="Google Shape;16152;p36" title="2564milesper.jpg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3513981" y="1326600"/>
            <a:ext cx="5170176" cy="3445794"/>
          </a:xfrm>
          <a:prstGeom prst="lightningBol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56" name="Shape 16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57" name="Google Shape;16157;p3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REQUIREMENTS &amp; CONSTRAINTS</a:t>
            </a:r>
            <a:endParaRPr/>
          </a:p>
        </p:txBody>
      </p:sp>
      <p:graphicFrame>
        <p:nvGraphicFramePr>
          <p:cNvPr id="16158" name="Google Shape;16158;p37"/>
          <p:cNvGraphicFramePr/>
          <p:nvPr/>
        </p:nvGraphicFramePr>
        <p:xfrm>
          <a:off x="720000" y="16192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{FCAA07F8-4112-45B0-B528-39FB32D84F45}</a:tableStyleId>
              </a:tblPr>
              <a:tblGrid>
                <a:gridCol w="3852000"/>
                <a:gridCol w="3852000"/>
              </a:tblGrid>
              <a:tr h="3810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dk2"/>
                          </a:solidFill>
                        </a:rPr>
                        <a:t>Requirements</a:t>
                      </a:r>
                      <a:r>
                        <a:rPr b="1" lang="en">
                          <a:solidFill>
                            <a:schemeClr val="dk2"/>
                          </a:solidFill>
                        </a:rPr>
                        <a:t> </a:t>
                      </a:r>
                      <a:endParaRPr b="1">
                        <a:solidFill>
                          <a:schemeClr val="dk2"/>
                        </a:solidFill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dk2"/>
                          </a:solidFill>
                        </a:rPr>
                        <a:t>Constrains </a:t>
                      </a:r>
                      <a:endParaRPr b="1">
                        <a:solidFill>
                          <a:schemeClr val="dk2"/>
                        </a:solidFill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2"/>
                          </a:solidFill>
                        </a:rPr>
                        <a:t>CAD / Fusion 360 Design and D</a:t>
                      </a:r>
                      <a:r>
                        <a:rPr lang="en">
                          <a:solidFill>
                            <a:schemeClr val="dk2"/>
                          </a:solidFill>
                        </a:rPr>
                        <a:t>evelopment</a:t>
                      </a:r>
                      <a:endParaRPr>
                        <a:solidFill>
                          <a:schemeClr val="dk2"/>
                        </a:solidFill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2"/>
                          </a:solidFill>
                        </a:rPr>
                        <a:t>Ordering</a:t>
                      </a:r>
                      <a:r>
                        <a:rPr lang="en">
                          <a:solidFill>
                            <a:schemeClr val="dk2"/>
                          </a:solidFill>
                        </a:rPr>
                        <a:t> materials + Arrival</a:t>
                      </a:r>
                      <a:endParaRPr>
                        <a:solidFill>
                          <a:schemeClr val="dk2"/>
                        </a:solidFill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2"/>
                          </a:solidFill>
                        </a:rPr>
                        <a:t>MIG Welding</a:t>
                      </a:r>
                      <a:endParaRPr>
                        <a:solidFill>
                          <a:schemeClr val="dk2"/>
                        </a:solidFill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2"/>
                          </a:solidFill>
                        </a:rPr>
                        <a:t>Machine Shop Availability</a:t>
                      </a:r>
                      <a:endParaRPr>
                        <a:solidFill>
                          <a:schemeClr val="dk2"/>
                        </a:solidFill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2"/>
                          </a:solidFill>
                        </a:rPr>
                        <a:t>Manufacturing / Machining </a:t>
                      </a:r>
                      <a:endParaRPr>
                        <a:solidFill>
                          <a:schemeClr val="dk2"/>
                        </a:solidFill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2"/>
                          </a:solidFill>
                        </a:rPr>
                        <a:t>Current Frame</a:t>
                      </a:r>
                      <a:endParaRPr>
                        <a:solidFill>
                          <a:schemeClr val="dk2"/>
                        </a:solidFill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2"/>
                          </a:solidFill>
                        </a:rPr>
                        <a:t>3D Print RULES OF RACE</a:t>
                      </a:r>
                      <a:endParaRPr>
                        <a:solidFill>
                          <a:schemeClr val="dk2"/>
                        </a:solidFill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2"/>
                          </a:solidFill>
                        </a:rPr>
                        <a:t>Prior Development(s) + Parts</a:t>
                      </a:r>
                      <a:endParaRPr>
                        <a:solidFill>
                          <a:schemeClr val="dk2"/>
                        </a:solidFill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6159" name="Google Shape;16159;p37"/>
          <p:cNvSpPr/>
          <p:nvPr/>
        </p:nvSpPr>
        <p:spPr>
          <a:xfrm flipH="1">
            <a:off x="4572000" y="3716072"/>
            <a:ext cx="2067606" cy="1249992"/>
          </a:xfrm>
          <a:prstGeom prst="lightningBolt">
            <a:avLst/>
          </a:prstGeom>
          <a:solidFill>
            <a:schemeClr val="dk2"/>
          </a:solidFill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160" name="Google Shape;16160;p37"/>
          <p:cNvSpPr/>
          <p:nvPr/>
        </p:nvSpPr>
        <p:spPr>
          <a:xfrm>
            <a:off x="3741599" y="4010000"/>
            <a:ext cx="830412" cy="956070"/>
          </a:xfrm>
          <a:prstGeom prst="lightningBolt">
            <a:avLst/>
          </a:prstGeom>
          <a:solidFill>
            <a:schemeClr val="lt2"/>
          </a:solidFill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64" name="Shape 16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65" name="Google Shape;16165;p3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CURRENT WORK</a:t>
            </a:r>
            <a:endParaRPr/>
          </a:p>
        </p:txBody>
      </p:sp>
      <p:sp>
        <p:nvSpPr>
          <p:cNvPr id="16166" name="Google Shape;16166;p38"/>
          <p:cNvSpPr txBox="1"/>
          <p:nvPr>
            <p:ph idx="1" type="body"/>
          </p:nvPr>
        </p:nvSpPr>
        <p:spPr>
          <a:xfrm>
            <a:off x="720000" y="1091526"/>
            <a:ext cx="7704000" cy="41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Suspension</a:t>
            </a:r>
            <a:endParaRPr/>
          </a:p>
        </p:txBody>
      </p:sp>
      <p:pic>
        <p:nvPicPr>
          <p:cNvPr id="16167" name="Google Shape;16167;p3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253475" y="1325697"/>
            <a:ext cx="2354400" cy="2492100"/>
          </a:xfrm>
          <a:prstGeom prst="flowChartAlternateProcess">
            <a:avLst/>
          </a:pr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16168" name="Google Shape;16168;p38" title="20250401_133815.jpg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75725" y="1503425"/>
            <a:ext cx="2898600" cy="2174100"/>
          </a:xfrm>
          <a:prstGeom prst="flowChartAlternateProcess">
            <a:avLst/>
          </a:pr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16169" name="Google Shape;16169;p38" title="20250318_134037.jpg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214600" y="2308275"/>
            <a:ext cx="2898600" cy="2714400"/>
          </a:xfrm>
          <a:prstGeom prst="arc">
            <a:avLst>
              <a:gd fmla="val 16200000" name="adj1"/>
              <a:gd fmla="val 5458016" name="adj2"/>
            </a:avLst>
          </a:pr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16170" name="Google Shape;16170;p38" title="20250318_164519.jpg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3214600" y="2308275"/>
            <a:ext cx="2898600" cy="2716200"/>
          </a:xfrm>
          <a:prstGeom prst="arc">
            <a:avLst>
              <a:gd fmla="val 5413264" name="adj1"/>
              <a:gd fmla="val 16236417" name="adj2"/>
            </a:avLst>
          </a:pr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74" name="Shape 16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5" name="Google Shape;16175;p3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CURRENT WORK</a:t>
            </a:r>
            <a:endParaRPr/>
          </a:p>
        </p:txBody>
      </p:sp>
      <p:sp>
        <p:nvSpPr>
          <p:cNvPr id="16176" name="Google Shape;16176;p39"/>
          <p:cNvSpPr txBox="1"/>
          <p:nvPr>
            <p:ph idx="1" type="body"/>
          </p:nvPr>
        </p:nvSpPr>
        <p:spPr>
          <a:xfrm>
            <a:off x="720000" y="1091526"/>
            <a:ext cx="7704000" cy="41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Brakes</a:t>
            </a:r>
            <a:endParaRPr/>
          </a:p>
        </p:txBody>
      </p:sp>
      <p:pic>
        <p:nvPicPr>
          <p:cNvPr id="16177" name="Google Shape;16177;p3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430500" y="1978278"/>
            <a:ext cx="2283000" cy="2310600"/>
          </a:xfrm>
          <a:prstGeom prst="roundRect">
            <a:avLst>
              <a:gd fmla="val 16667" name="adj"/>
            </a:avLst>
          </a:pr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16178" name="Google Shape;16178;p39" title="20250401_133906.jpg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20000" y="2490782"/>
            <a:ext cx="2397300" cy="1798200"/>
          </a:xfrm>
          <a:prstGeom prst="roundRect">
            <a:avLst>
              <a:gd fmla="val 16667" name="adj"/>
            </a:avLst>
          </a:pr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16179" name="Google Shape;16179;p39" title="20250401_133920.jpg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026700" y="2490919"/>
            <a:ext cx="2397300" cy="1797900"/>
          </a:xfrm>
          <a:prstGeom prst="roundRect">
            <a:avLst>
              <a:gd fmla="val 16667" name="adj"/>
            </a:avLst>
          </a:pr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83" name="Shape 16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84" name="Google Shape;16184;p4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CURRENT WORK</a:t>
            </a:r>
            <a:endParaRPr/>
          </a:p>
        </p:txBody>
      </p:sp>
      <p:sp>
        <p:nvSpPr>
          <p:cNvPr id="16185" name="Google Shape;16185;p40"/>
          <p:cNvSpPr txBox="1"/>
          <p:nvPr>
            <p:ph idx="1" type="body"/>
          </p:nvPr>
        </p:nvSpPr>
        <p:spPr>
          <a:xfrm>
            <a:off x="720000" y="1091526"/>
            <a:ext cx="7704000" cy="41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Steering: Rack + pinion</a:t>
            </a:r>
            <a:endParaRPr/>
          </a:p>
        </p:txBody>
      </p:sp>
      <p:pic>
        <p:nvPicPr>
          <p:cNvPr id="16186" name="Google Shape;16186;p4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553250" y="1503425"/>
            <a:ext cx="2870751" cy="2870751"/>
          </a:xfrm>
          <a:prstGeom prst="rect">
            <a:avLst/>
          </a:prstGeom>
          <a:noFill/>
          <a:ln>
            <a:noFill/>
          </a:ln>
        </p:spPr>
      </p:pic>
      <p:sp>
        <p:nvSpPr>
          <p:cNvPr id="16187" name="Google Shape;16187;p40"/>
          <p:cNvSpPr txBox="1"/>
          <p:nvPr/>
        </p:nvSpPr>
        <p:spPr>
          <a:xfrm>
            <a:off x="6224200" y="4592850"/>
            <a:ext cx="1783800" cy="49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Rack + pinion support </a:t>
            </a:r>
            <a:r>
              <a:rPr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inspiration</a:t>
            </a:r>
            <a:r>
              <a:rPr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: </a:t>
            </a:r>
            <a:r>
              <a:rPr i="1" lang="en" sz="1000" u="sng">
                <a:solidFill>
                  <a:schemeClr val="hlink"/>
                </a:solidFill>
                <a:latin typeface="Poppins"/>
                <a:ea typeface="Poppins"/>
                <a:cs typeface="Poppins"/>
                <a:sym typeface="Poppins"/>
                <a:hlinkClick r:id="rId4"/>
              </a:rPr>
              <a:t>Link_Image</a:t>
            </a:r>
            <a:r>
              <a:rPr i="1"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 </a:t>
            </a:r>
            <a:endParaRPr i="1" sz="10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pic>
        <p:nvPicPr>
          <p:cNvPr id="16188" name="Google Shape;16188;p40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32448" y="1001999"/>
            <a:ext cx="2244900" cy="1610100"/>
          </a:xfrm>
          <a:prstGeom prst="roundRect">
            <a:avLst>
              <a:gd fmla="val 16667" name="adj"/>
            </a:avLst>
          </a:pr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16189" name="Google Shape;16189;p40"/>
          <p:cNvSpPr/>
          <p:nvPr/>
        </p:nvSpPr>
        <p:spPr>
          <a:xfrm rot="5400000">
            <a:off x="1255775" y="2797950"/>
            <a:ext cx="891300" cy="766800"/>
          </a:xfrm>
          <a:prstGeom prst="bentUpArrow">
            <a:avLst>
              <a:gd fmla="val 25000" name="adj1"/>
              <a:gd fmla="val 25000" name="adj2"/>
              <a:gd fmla="val 25000" name="adj3"/>
            </a:avLst>
          </a:prstGeom>
          <a:solidFill>
            <a:srgbClr val="000000"/>
          </a:solidFill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  <p:pic>
        <p:nvPicPr>
          <p:cNvPr id="16190" name="Google Shape;16190;p40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199675" y="2735691"/>
            <a:ext cx="2244900" cy="2222100"/>
          </a:xfrm>
          <a:prstGeom prst="roundRect">
            <a:avLst>
              <a:gd fmla="val 16667" name="adj"/>
            </a:avLst>
          </a:pr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94" name="Shape 16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95" name="Google Shape;16195;p4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CURRENT WORK</a:t>
            </a:r>
            <a:endParaRPr/>
          </a:p>
        </p:txBody>
      </p:sp>
      <p:sp>
        <p:nvSpPr>
          <p:cNvPr id="16196" name="Google Shape;16196;p41"/>
          <p:cNvSpPr txBox="1"/>
          <p:nvPr>
            <p:ph idx="1" type="body"/>
          </p:nvPr>
        </p:nvSpPr>
        <p:spPr>
          <a:xfrm>
            <a:off x="720000" y="1091526"/>
            <a:ext cx="7704000" cy="41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Steering Wheel: Quick Release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197" name="Google Shape;16197;p41"/>
          <p:cNvPicPr preferRelativeResize="0"/>
          <p:nvPr/>
        </p:nvPicPr>
        <p:blipFill rotWithShape="1">
          <a:blip r:embed="rId3">
            <a:alphaModFix/>
          </a:blip>
          <a:srcRect b="14567" l="3338" r="12783" t="9955"/>
          <a:stretch/>
        </p:blipFill>
        <p:spPr>
          <a:xfrm>
            <a:off x="158875" y="1068600"/>
            <a:ext cx="2462700" cy="3006300"/>
          </a:xfrm>
          <a:prstGeom prst="flowChartAlternateProcess">
            <a:avLst/>
          </a:pr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16198" name="Google Shape;16198;p4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727425" y="2631178"/>
            <a:ext cx="2895300" cy="2060400"/>
          </a:xfrm>
          <a:prstGeom prst="roundRect">
            <a:avLst>
              <a:gd fmla="val 16667" name="adj"/>
            </a:avLst>
          </a:pr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16199" name="Google Shape;16199;p4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728550" y="1503425"/>
            <a:ext cx="3022200" cy="2361600"/>
          </a:xfrm>
          <a:prstGeom prst="roundRect">
            <a:avLst>
              <a:gd fmla="val 16667" name="adj"/>
            </a:avLst>
          </a:pr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16200" name="Google Shape;16200;p41"/>
          <p:cNvSpPr txBox="1"/>
          <p:nvPr/>
        </p:nvSpPr>
        <p:spPr>
          <a:xfrm>
            <a:off x="3742000" y="4691575"/>
            <a:ext cx="866100" cy="30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 u="sng">
                <a:solidFill>
                  <a:schemeClr val="hlink"/>
                </a:solidFill>
                <a:latin typeface="Poppins"/>
                <a:ea typeface="Poppins"/>
                <a:cs typeface="Poppins"/>
                <a:sym typeface="Poppins"/>
                <a:hlinkClick r:id="rId6"/>
              </a:rPr>
              <a:t>Frank Miller</a:t>
            </a:r>
            <a:r>
              <a:rPr lang="en" sz="8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 </a:t>
            </a:r>
            <a:endParaRPr sz="8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04" name="Shape 16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5" name="Google Shape;16205;p4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NEXT STEPS</a:t>
            </a:r>
            <a:endParaRPr/>
          </a:p>
        </p:txBody>
      </p:sp>
      <p:sp>
        <p:nvSpPr>
          <p:cNvPr id="16206" name="Google Shape;16206;p42"/>
          <p:cNvSpPr txBox="1"/>
          <p:nvPr>
            <p:ph idx="1" type="body"/>
          </p:nvPr>
        </p:nvSpPr>
        <p:spPr>
          <a:xfrm>
            <a:off x="417275" y="1962150"/>
            <a:ext cx="2440200" cy="41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Finish brake system</a:t>
            </a:r>
            <a:endParaRPr/>
          </a:p>
        </p:txBody>
      </p:sp>
      <p:pic>
        <p:nvPicPr>
          <p:cNvPr id="16207" name="Google Shape;16207;p42" title="20250401_150617.jpg"/>
          <p:cNvPicPr preferRelativeResize="0"/>
          <p:nvPr/>
        </p:nvPicPr>
        <p:blipFill rotWithShape="1">
          <a:blip r:embed="rId3">
            <a:alphaModFix/>
          </a:blip>
          <a:srcRect b="15541" l="9470" r="3649" t="17840"/>
          <a:stretch/>
        </p:blipFill>
        <p:spPr>
          <a:xfrm>
            <a:off x="417263" y="2492550"/>
            <a:ext cx="1179000" cy="1205400"/>
          </a:xfrm>
          <a:prstGeom prst="ellipse">
            <a:avLst/>
          </a:pr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16208" name="Google Shape;16208;p42" title="20250401_150231.jpg"/>
          <p:cNvPicPr preferRelativeResize="0"/>
          <p:nvPr/>
        </p:nvPicPr>
        <p:blipFill rotWithShape="1">
          <a:blip r:embed="rId4">
            <a:alphaModFix/>
          </a:blip>
          <a:srcRect b="0" l="15533" r="0" t="0"/>
          <a:stretch/>
        </p:blipFill>
        <p:spPr>
          <a:xfrm>
            <a:off x="1596263" y="2571750"/>
            <a:ext cx="1179000" cy="1047000"/>
          </a:xfrm>
          <a:prstGeom prst="roundRect">
            <a:avLst>
              <a:gd fmla="val 16667" name="adj"/>
            </a:avLst>
          </a:pr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16209" name="Google Shape;16209;p42" title="20250401_150454.jpg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775263" y="2697450"/>
            <a:ext cx="1061100" cy="795600"/>
          </a:xfrm>
          <a:prstGeom prst="roundRect">
            <a:avLst>
              <a:gd fmla="val 16667" name="adj"/>
            </a:avLst>
          </a:pr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16210" name="Google Shape;16210;p42" title="20250401_150436.jpg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3836387" y="2374050"/>
            <a:ext cx="1923000" cy="1442400"/>
          </a:xfrm>
          <a:prstGeom prst="roundRect">
            <a:avLst>
              <a:gd fmla="val 16667" name="adj"/>
            </a:avLst>
          </a:pr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16211" name="Google Shape;16211;p42" title="20250401_150333.jpg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5782513" y="2512501"/>
            <a:ext cx="1765200" cy="1323900"/>
          </a:xfrm>
          <a:prstGeom prst="snip2DiagRect">
            <a:avLst>
              <a:gd fmla="val 7351" name="adj1"/>
              <a:gd fmla="val 16667" name="adj2"/>
            </a:avLst>
          </a:pr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16212" name="Google Shape;16212;p42" title="20250401_150445.jpg"/>
          <p:cNvPicPr preferRelativeResize="0"/>
          <p:nvPr/>
        </p:nvPicPr>
        <p:blipFill rotWithShape="1">
          <a:blip r:embed="rId8">
            <a:alphaModFix/>
          </a:blip>
          <a:srcRect b="0" l="0" r="0" t="17763"/>
          <a:stretch/>
        </p:blipFill>
        <p:spPr>
          <a:xfrm>
            <a:off x="7570887" y="2571750"/>
            <a:ext cx="1179000" cy="1205400"/>
          </a:xfrm>
          <a:prstGeom prst="rightArrow">
            <a:avLst>
              <a:gd fmla="val 50000" name="adj1"/>
              <a:gd fmla="val 50000" name="adj2"/>
            </a:avLst>
          </a:prstGeom>
          <a:noFill/>
          <a:ln cap="flat" cmpd="sng" w="2857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16213" name="Google Shape;16213;p42"/>
          <p:cNvSpPr/>
          <p:nvPr/>
        </p:nvSpPr>
        <p:spPr>
          <a:xfrm>
            <a:off x="2446675" y="497350"/>
            <a:ext cx="820206" cy="820206"/>
          </a:xfrm>
          <a:prstGeom prst="lightningBol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214" name="Google Shape;16214;p42"/>
          <p:cNvSpPr txBox="1"/>
          <p:nvPr>
            <p:ph idx="1" type="body"/>
          </p:nvPr>
        </p:nvSpPr>
        <p:spPr>
          <a:xfrm>
            <a:off x="2085725" y="3958850"/>
            <a:ext cx="2440200" cy="41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Finish Suspencion</a:t>
            </a:r>
            <a:endParaRPr/>
          </a:p>
        </p:txBody>
      </p:sp>
      <p:sp>
        <p:nvSpPr>
          <p:cNvPr id="16215" name="Google Shape;16215;p42"/>
          <p:cNvSpPr txBox="1"/>
          <p:nvPr>
            <p:ph idx="1" type="body"/>
          </p:nvPr>
        </p:nvSpPr>
        <p:spPr>
          <a:xfrm>
            <a:off x="3652175" y="1819750"/>
            <a:ext cx="4210800" cy="41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Fit </a:t>
            </a:r>
            <a:r>
              <a:rPr lang="en"/>
              <a:t>Rack</a:t>
            </a:r>
            <a:r>
              <a:rPr lang="en"/>
              <a:t> &amp; Pinion System + Steering Wheel</a:t>
            </a:r>
            <a:endParaRPr/>
          </a:p>
        </p:txBody>
      </p:sp>
      <p:sp>
        <p:nvSpPr>
          <p:cNvPr id="16216" name="Google Shape;16216;p42"/>
          <p:cNvSpPr txBox="1"/>
          <p:nvPr>
            <p:ph idx="1" type="body"/>
          </p:nvPr>
        </p:nvSpPr>
        <p:spPr>
          <a:xfrm>
            <a:off x="6309675" y="3958850"/>
            <a:ext cx="2440200" cy="41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Modify Power into Pedal</a:t>
            </a:r>
            <a:endParaRPr/>
          </a:p>
        </p:txBody>
      </p:sp>
      <p:sp>
        <p:nvSpPr>
          <p:cNvPr id="16217" name="Google Shape;16217;p42"/>
          <p:cNvSpPr/>
          <p:nvPr/>
        </p:nvSpPr>
        <p:spPr>
          <a:xfrm flipH="1">
            <a:off x="5880469" y="497350"/>
            <a:ext cx="820206" cy="820206"/>
          </a:xfrm>
          <a:prstGeom prst="lightningBol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21" name="Shape 16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22" name="Google Shape;16222;p43"/>
          <p:cNvSpPr txBox="1"/>
          <p:nvPr>
            <p:ph type="title"/>
          </p:nvPr>
        </p:nvSpPr>
        <p:spPr>
          <a:xfrm>
            <a:off x="720000" y="2285400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Questions?</a:t>
            </a:r>
            <a:endParaRPr/>
          </a:p>
        </p:txBody>
      </p:sp>
      <p:sp>
        <p:nvSpPr>
          <p:cNvPr id="16223" name="Google Shape;16223;p43"/>
          <p:cNvSpPr txBox="1"/>
          <p:nvPr>
            <p:ph idx="1" type="body"/>
          </p:nvPr>
        </p:nvSpPr>
        <p:spPr>
          <a:xfrm>
            <a:off x="3351900" y="2858100"/>
            <a:ext cx="2440200" cy="41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 You</a:t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Mechanical Engineering Degree for College by Slidesgo">
  <a:themeElements>
    <a:clrScheme name="Simple Light">
      <a:dk1>
        <a:srgbClr val="0D5BA2"/>
      </a:dk1>
      <a:lt1>
        <a:srgbClr val="EFEFEF"/>
      </a:lt1>
      <a:dk2>
        <a:srgbClr val="FFFFFF"/>
      </a:dk2>
      <a:lt2>
        <a:srgbClr val="FFFFFF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