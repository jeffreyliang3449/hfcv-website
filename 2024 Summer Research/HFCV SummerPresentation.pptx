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officedocument.obfuscatedFont" Extension="odttf"/>
  <Default ContentType="application/vnd.openxmlformats-package.relationships+xml" Extension="rels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3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1.xml"/>
  <Override ContentType="application/vnd.openxmlformats-officedocument.presentationml.slide+xml" PartName="/ppt/slides/slide1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12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8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80" r:id="rId3"/>
  </p:sldMasterIdLst>
  <p:notesMasterIdLst>
    <p:notesMasterId r:id="rId4"/>
  </p:notesMasterIdLst>
  <p:sldIdLst>
    <p:sldId id="256" r:id="rId5"/>
    <p:sldId id="257" r:id="rId6"/>
    <p:sldId id="258" r:id="rId7"/>
    <p:sldId id="259" r:id="rId8"/>
    <p:sldId id="260" r:id="rId9"/>
    <p:sldId id="261" r:id="rId10"/>
    <p:sldId id="262" r:id="rId11"/>
    <p:sldId id="263" r:id="rId12"/>
    <p:sldId id="264" r:id="rId13"/>
    <p:sldId id="265" r:id="rId14"/>
    <p:sldId id="266" r:id="rId15"/>
    <p:sldId id="267" r:id="rId16"/>
    <p:sldId id="268" r:id="rId17"/>
    <p:sldId id="269" r:id="rId18"/>
    <p:sldId id="270" r:id="rId19"/>
  </p:sldIdLst>
  <p:sldSz cy="5143500" cx="9144000"/>
  <p:notesSz cx="6858000" cy="9144000"/>
  <p:embeddedFontLst>
    <p:embeddedFont>
      <p:font typeface="Poppins"/>
      <p:regular r:id="rId20"/>
      <p:bold r:id="rId21"/>
      <p:italic r:id="rId22"/>
      <p:boldItalic r:id="rId23"/>
    </p:embeddedFont>
    <p:embeddedFont>
      <p:font typeface="Anaheim"/>
      <p:regular r:id="rId24"/>
      <p:bold r:id="rId25"/>
    </p:embeddedFont>
    <p:embeddedFont>
      <p:font typeface="Poppins Medium"/>
      <p:regular r:id="rId26"/>
      <p:bold r:id="rId27"/>
      <p:italic r:id="rId28"/>
      <p:boldItalic r:id="rId29"/>
    </p:embeddedFont>
    <p:embeddedFont>
      <p:font typeface="Poppins SemiBold"/>
      <p:regular r:id="rId30"/>
      <p:bold r:id="rId31"/>
      <p:italic r:id="rId32"/>
      <p:boldItalic r:id="rId33"/>
    </p:embeddedFont>
    <p:embeddedFont>
      <p:font typeface="PT Sans"/>
      <p:regular r:id="rId34"/>
      <p:bold r:id="rId35"/>
      <p:italic r:id="rId36"/>
      <p:boldItalic r:id="rId37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_rels/presentation.xml.rels><?xml version="1.0" encoding="UTF-8" standalone="yes"?><Relationships xmlns="http://schemas.openxmlformats.org/package/2006/relationships"><Relationship Id="rId20" Type="http://schemas.openxmlformats.org/officeDocument/2006/relationships/font" Target="fonts/Poppins-regular.fntdata"/><Relationship Id="rId22" Type="http://schemas.openxmlformats.org/officeDocument/2006/relationships/font" Target="fonts/Poppins-italic.fntdata"/><Relationship Id="rId21" Type="http://schemas.openxmlformats.org/officeDocument/2006/relationships/font" Target="fonts/Poppins-bold.fntdata"/><Relationship Id="rId24" Type="http://schemas.openxmlformats.org/officeDocument/2006/relationships/font" Target="fonts/Anaheim-regular.fntdata"/><Relationship Id="rId23" Type="http://schemas.openxmlformats.org/officeDocument/2006/relationships/font" Target="fonts/Poppins-boldItalic.fntdata"/><Relationship Id="rId1" Type="http://schemas.openxmlformats.org/officeDocument/2006/relationships/theme" Target="theme/theme2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notesMaster" Target="notesMasters/notesMaster1.xml"/><Relationship Id="rId9" Type="http://schemas.openxmlformats.org/officeDocument/2006/relationships/slide" Target="slides/slide5.xml"/><Relationship Id="rId26" Type="http://schemas.openxmlformats.org/officeDocument/2006/relationships/font" Target="fonts/PoppinsMedium-regular.fntdata"/><Relationship Id="rId25" Type="http://schemas.openxmlformats.org/officeDocument/2006/relationships/font" Target="fonts/Anaheim-bold.fntdata"/><Relationship Id="rId28" Type="http://schemas.openxmlformats.org/officeDocument/2006/relationships/font" Target="fonts/PoppinsMedium-italic.fntdata"/><Relationship Id="rId27" Type="http://schemas.openxmlformats.org/officeDocument/2006/relationships/font" Target="fonts/PoppinsMedium-bold.fntdata"/><Relationship Id="rId5" Type="http://schemas.openxmlformats.org/officeDocument/2006/relationships/slide" Target="slides/slide1.xml"/><Relationship Id="rId6" Type="http://schemas.openxmlformats.org/officeDocument/2006/relationships/slide" Target="slides/slide2.xml"/><Relationship Id="rId29" Type="http://schemas.openxmlformats.org/officeDocument/2006/relationships/font" Target="fonts/PoppinsMedium-boldItalic.fntdata"/><Relationship Id="rId7" Type="http://schemas.openxmlformats.org/officeDocument/2006/relationships/slide" Target="slides/slide3.xml"/><Relationship Id="rId8" Type="http://schemas.openxmlformats.org/officeDocument/2006/relationships/slide" Target="slides/slide4.xml"/><Relationship Id="rId31" Type="http://schemas.openxmlformats.org/officeDocument/2006/relationships/font" Target="fonts/PoppinsSemiBold-bold.fntdata"/><Relationship Id="rId30" Type="http://schemas.openxmlformats.org/officeDocument/2006/relationships/font" Target="fonts/PoppinsSemiBold-regular.fntdata"/><Relationship Id="rId11" Type="http://schemas.openxmlformats.org/officeDocument/2006/relationships/slide" Target="slides/slide7.xml"/><Relationship Id="rId33" Type="http://schemas.openxmlformats.org/officeDocument/2006/relationships/font" Target="fonts/PoppinsSemiBold-boldItalic.fntdata"/><Relationship Id="rId10" Type="http://schemas.openxmlformats.org/officeDocument/2006/relationships/slide" Target="slides/slide6.xml"/><Relationship Id="rId32" Type="http://schemas.openxmlformats.org/officeDocument/2006/relationships/font" Target="fonts/PoppinsSemiBold-italic.fntdata"/><Relationship Id="rId13" Type="http://schemas.openxmlformats.org/officeDocument/2006/relationships/slide" Target="slides/slide9.xml"/><Relationship Id="rId35" Type="http://schemas.openxmlformats.org/officeDocument/2006/relationships/font" Target="fonts/PTSans-bold.fntdata"/><Relationship Id="rId12" Type="http://schemas.openxmlformats.org/officeDocument/2006/relationships/slide" Target="slides/slide8.xml"/><Relationship Id="rId34" Type="http://schemas.openxmlformats.org/officeDocument/2006/relationships/font" Target="fonts/PTSans-regular.fntdata"/><Relationship Id="rId15" Type="http://schemas.openxmlformats.org/officeDocument/2006/relationships/slide" Target="slides/slide11.xml"/><Relationship Id="rId37" Type="http://schemas.openxmlformats.org/officeDocument/2006/relationships/font" Target="fonts/PTSans-boldItalic.fntdata"/><Relationship Id="rId14" Type="http://schemas.openxmlformats.org/officeDocument/2006/relationships/slide" Target="slides/slide10.xml"/><Relationship Id="rId36" Type="http://schemas.openxmlformats.org/officeDocument/2006/relationships/font" Target="fonts/PTSans-italic.fntdata"/><Relationship Id="rId17" Type="http://schemas.openxmlformats.org/officeDocument/2006/relationships/slide" Target="slides/slide13.xml"/><Relationship Id="rId16" Type="http://schemas.openxmlformats.org/officeDocument/2006/relationships/slide" Target="slides/slide12.xml"/><Relationship Id="rId19" Type="http://schemas.openxmlformats.org/officeDocument/2006/relationships/slide" Target="slides/slide15.xml"/><Relationship Id="rId18" Type="http://schemas.openxmlformats.org/officeDocument/2006/relationships/slide" Target="slides/slide14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25" name="Shape 16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26" name="Google Shape;16126;g4dfce81f19_0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27" name="Google Shape;16127;g4dfce81f19_0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37" name="Shape 16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38" name="Google Shape;16138;gd431007ba2_0_2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39" name="Google Shape;16139;gd431007ba2_0_2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i="1" sz="1200">
              <a:solidFill>
                <a:srgbClr val="595959"/>
              </a:solidFill>
              <a:latin typeface="Anaheim"/>
              <a:ea typeface="Anaheim"/>
              <a:cs typeface="Anaheim"/>
              <a:sym typeface="Anaheim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48" name="Shape 16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49" name="Google Shape;16149;g54dda1946d_6_3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50" name="Google Shape;16150;g54dda1946d_6_3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60" name="Shape 16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61" name="Google Shape;16161;g54dda1946d_6_3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62" name="Google Shape;16162;g54dda1946d_6_3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81" name="Shape 16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82" name="Google Shape;16182;g2e315e37def_0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83" name="Google Shape;16183;g2e315e37def_0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95" name="Shape 16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96" name="Google Shape;16196;g54dda1946d_6_3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97" name="Google Shape;16197;g54dda1946d_6_3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212" name="Shape 16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13" name="Google Shape;16213;g1f762ab5b17_0_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214" name="Google Shape;16214;g1f762ab5b17_0_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309" name="Shape 16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10" name="Google Shape;16310;gd5260bdd85_0_2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11" name="Google Shape;16311;gd5260bdd85_0_2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318" name="Shape 163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19" name="Google Shape;16319;g2e648790f34_0_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20" name="Google Shape;16320;g2e648790f34_0_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324" name="Shape 163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25" name="Google Shape;16325;g54dda1946d_6_3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26" name="Google Shape;16326;g54dda1946d_6_3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422" name="Shape 16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23" name="Google Shape;16423;g2e315e37def_0_2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424" name="Google Shape;16424;g2e315e37def_0_2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447" name="Shape 16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48" name="Google Shape;16448;g2e315e37def_0_1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449" name="Google Shape;16449;g2e315e37def_0_1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544" name="Shape 165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45" name="Google Shape;16545;g1f762ab5b17_0_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546" name="Google Shape;16546;g1f762ab5b17_0_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581" name="Shape 165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82" name="Google Shape;16582;g2e648790f34_0_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583" name="Google Shape;16583;g2e648790f34_0_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610" name="Shape 166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11" name="Google Shape;16611;g54dda1946d_4_27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612" name="Google Shape;16612;g54dda1946d_4_27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s://bit.ly/3A1uf1Q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bg>
      <p:bgPr>
        <a:solidFill>
          <a:schemeClr val="dk1"/>
        </a:solid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10" name="Google Shape;10;p2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2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2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2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2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2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2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2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2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2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2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2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2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2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2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2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2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2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2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2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2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2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2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2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2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2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2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2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2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2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2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2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2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2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2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2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2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2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2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2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2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2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2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2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2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2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2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2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2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2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2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2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2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2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2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2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2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2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2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2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2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2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2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2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2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2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2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2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2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2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2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2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2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2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2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2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2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2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2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2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2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2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2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2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2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2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2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2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2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2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2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2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2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2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2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2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2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2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2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2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2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2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2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2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2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2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2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2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2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2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2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2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2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2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2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2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2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2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2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2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2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2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2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2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2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2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2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2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2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2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2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2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2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2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2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2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2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2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2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2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2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2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2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2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2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2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2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2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2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2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2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2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2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2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2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2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2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2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2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2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2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2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2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2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2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2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2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2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2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2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2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2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2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2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2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2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2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2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2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2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2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2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2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2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2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2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2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2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2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2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2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2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2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2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2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2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2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2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2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2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2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2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2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2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2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2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2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2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2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2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2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2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2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2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2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2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2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2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2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2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2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2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2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2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2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2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2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2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2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2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2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2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2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2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2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2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2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2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2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2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2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2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2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2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2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2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2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2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2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2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2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2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2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2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2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2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2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2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2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2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2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2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2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2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2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2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2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2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2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2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2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2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2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2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2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2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2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2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2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2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2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2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2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2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2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2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2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2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2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2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2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2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2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2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2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2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2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2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2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2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2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2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2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2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2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2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2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2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2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2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2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2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2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2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2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2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2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2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2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2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2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2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2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2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2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2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2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2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2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2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2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2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2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2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2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2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2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2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2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2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2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2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2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2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2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2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2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2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2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2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2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2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2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2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2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2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2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2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2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2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2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2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2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2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2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2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2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2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2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2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2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2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2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2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2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2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2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2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2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2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2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2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2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2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2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2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2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2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2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2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2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2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2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2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2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2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2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2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2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2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2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2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2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2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2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2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2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2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2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2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2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2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2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2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2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2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2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2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2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2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2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2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2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2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2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2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2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2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2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2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2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2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2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2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2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2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2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2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2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2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2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2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2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2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2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2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2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2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2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2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2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2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2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2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2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2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2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2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2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2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2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2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2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2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2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2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2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2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2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2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2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2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2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2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2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2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2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2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2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2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2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2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2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2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2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2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2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2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2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2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2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2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2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2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2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2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2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2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2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2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2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2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2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2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2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2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2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2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2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2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2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2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2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2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2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2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2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2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2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2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2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2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2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2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2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2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2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2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2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2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2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2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2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2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2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2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2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2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2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2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2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2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2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2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2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2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2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2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2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2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2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2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2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2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2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2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2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2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2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2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2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2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2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2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2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2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2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2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2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2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2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2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2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2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2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2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2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2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2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2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2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2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2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2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2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2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2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2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2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2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2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2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2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2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2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2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2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2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2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2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2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2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2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2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2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2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2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2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2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2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2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2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2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2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2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2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2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2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2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2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2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2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2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2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2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2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2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2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2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2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2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2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2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2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2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2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2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2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2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2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2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2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2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2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2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2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2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2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2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2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2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2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2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2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2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2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2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2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2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2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2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2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2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2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2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2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2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2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2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2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2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2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2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2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2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2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2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2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2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2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2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2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2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2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2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2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2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2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2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2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2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2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2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2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2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2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2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2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2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2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2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2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2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2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2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2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2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2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2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2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2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2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2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2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2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2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2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2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2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2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2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2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2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2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2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2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2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2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2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2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2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2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2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2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2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2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2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2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2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2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2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2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2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2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2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2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2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2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2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2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2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2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2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2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2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2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2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2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2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2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2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2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2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2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2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2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2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2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2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2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2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2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2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2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2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2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2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2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2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2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2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2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2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2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2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2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2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2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2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2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2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2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2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2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2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2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2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2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2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2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2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2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2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2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2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2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2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2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2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2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2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2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2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2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2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2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2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2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2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2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2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2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2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2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2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2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2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2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2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2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2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2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2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2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2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2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2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2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2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2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2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2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2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2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2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2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2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2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2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2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2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2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2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2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2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26" name="Google Shape;1626;p2"/>
          <p:cNvSpPr txBox="1"/>
          <p:nvPr>
            <p:ph type="ctrTitle"/>
          </p:nvPr>
        </p:nvSpPr>
        <p:spPr>
          <a:xfrm>
            <a:off x="713225" y="564343"/>
            <a:ext cx="7717500" cy="314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b="0" sz="60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627" name="Google Shape;1627;p2"/>
          <p:cNvSpPr txBox="1"/>
          <p:nvPr>
            <p:ph idx="1" type="subTitle"/>
          </p:nvPr>
        </p:nvSpPr>
        <p:spPr>
          <a:xfrm>
            <a:off x="713250" y="3682906"/>
            <a:ext cx="7717500" cy="409800"/>
          </a:xfrm>
          <a:prstGeom prst="rect">
            <a:avLst/>
          </a:prstGeom>
          <a:solidFill>
            <a:schemeClr val="dk2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628" name="Google Shape;1628;p2"/>
          <p:cNvSpPr/>
          <p:nvPr/>
        </p:nvSpPr>
        <p:spPr>
          <a:xfrm>
            <a:off x="-149000" y="4777950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9" name="Google Shape;1629;p2"/>
          <p:cNvSpPr/>
          <p:nvPr/>
        </p:nvSpPr>
        <p:spPr>
          <a:xfrm>
            <a:off x="1164785" y="4482086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30" name="Google Shape;1630;p2"/>
          <p:cNvGrpSpPr/>
          <p:nvPr/>
        </p:nvGrpSpPr>
        <p:grpSpPr>
          <a:xfrm>
            <a:off x="-77409" y="-99751"/>
            <a:ext cx="347597" cy="4345456"/>
            <a:chOff x="-136402" y="-175976"/>
            <a:chExt cx="347597" cy="4345456"/>
          </a:xfrm>
        </p:grpSpPr>
        <p:sp>
          <p:nvSpPr>
            <p:cNvPr id="1631" name="Google Shape;1631;p2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2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2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2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2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2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2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2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2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2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2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2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2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2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2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2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2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2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2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2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2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2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2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2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2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2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2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8" name="Google Shape;1658;p2"/>
          <p:cNvGrpSpPr/>
          <p:nvPr/>
        </p:nvGrpSpPr>
        <p:grpSpPr>
          <a:xfrm>
            <a:off x="-77409" y="-99751"/>
            <a:ext cx="347597" cy="4345451"/>
            <a:chOff x="-136402" y="-175976"/>
            <a:chExt cx="347597" cy="4345451"/>
          </a:xfrm>
        </p:grpSpPr>
        <p:sp>
          <p:nvSpPr>
            <p:cNvPr id="1659" name="Google Shape;1659;p2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2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2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2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2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2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2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2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2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2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2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2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2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2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2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2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2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2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2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2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2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2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2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2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2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2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85" name="Google Shape;1685;p2"/>
          <p:cNvSpPr/>
          <p:nvPr/>
        </p:nvSpPr>
        <p:spPr>
          <a:xfrm>
            <a:off x="-77457" y="-99800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bg>
      <p:bgPr>
        <a:solidFill>
          <a:schemeClr val="dk1"/>
        </a:solidFill>
      </p:bgPr>
    </p:bg>
    <p:spTree>
      <p:nvGrpSpPr>
        <p:cNvPr id="1686" name="Shape 1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87" name="Google Shape;1687;p3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1688" name="Google Shape;1688;p3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3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3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3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3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3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3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3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3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3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3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3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3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3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3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3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3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3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3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3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3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3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3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3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3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3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3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3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3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3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3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3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3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3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3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3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3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3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3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3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3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3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3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3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3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3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3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3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3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3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3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3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3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3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3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3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3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3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3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3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3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3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3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3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3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3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3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3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3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3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3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3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3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3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3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3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3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3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3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3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3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3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3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3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3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3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3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3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3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3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3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3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3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3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3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3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3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3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3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3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3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3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3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3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3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3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3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3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3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3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3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3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3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3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3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3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3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3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3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3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3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3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3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3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3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3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3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3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3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3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3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3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3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3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3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3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3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3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3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3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3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3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3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3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3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3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3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3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3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3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3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3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3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3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3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3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3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3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3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3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3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3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3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3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3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3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3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3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3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3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3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3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3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3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3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3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3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3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3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3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3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3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3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3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3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3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3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3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3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3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3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3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3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3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3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3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3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3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3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3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3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3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3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3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3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3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3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3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3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3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3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3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3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3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3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3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3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3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3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3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3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3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3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3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3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3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3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3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3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3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3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3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3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3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3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3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3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3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3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3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3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3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3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3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3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3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3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3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3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3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3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3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3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3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3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3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3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3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3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3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3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3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3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3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3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3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3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3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3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3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3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3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3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3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3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3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3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3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3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3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3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3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3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3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3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3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3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3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3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3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3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3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3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3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3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3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3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3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3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3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3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3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3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3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3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3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3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3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3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3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3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3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3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3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3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3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3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3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3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3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3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3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3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3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3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3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3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3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3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3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3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3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3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3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3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3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3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3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3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3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3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3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3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3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3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3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3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3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3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3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3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3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3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3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3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3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3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3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3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3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3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3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3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3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3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3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3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3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3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3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3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3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3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3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3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3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3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3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3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3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3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3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3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3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3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3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3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3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3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3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3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3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3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3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3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3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3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3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3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3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3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3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3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3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3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3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3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3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3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3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3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3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3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3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3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3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3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3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3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3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3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3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3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3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3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3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3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3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3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3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3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3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3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3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3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3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3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3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3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3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3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3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3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3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3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3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3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3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3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3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3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3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3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3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3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3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3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3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3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3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3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3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3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3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3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3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3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3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3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3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3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3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3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3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3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3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3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3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3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3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3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3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3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3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3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3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3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3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3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3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3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3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3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3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3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3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3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3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3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3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3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3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3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3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3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3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3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3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3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3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3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3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3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3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3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3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3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3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3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3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3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3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3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3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3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3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3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3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3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3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3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3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3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3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3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3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3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3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3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3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3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3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3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3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3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3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3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3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3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3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3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3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3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3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3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3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3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3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3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3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3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3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3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3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3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3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3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3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3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3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3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3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3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3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3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3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3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3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3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3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3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3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3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3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3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3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3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3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3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3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3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3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3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3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3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3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3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3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3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3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3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3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3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3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3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3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3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3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3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3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3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3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3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3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3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3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3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3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3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3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3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3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3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3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3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3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3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3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3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3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3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3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3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3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3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3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3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3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3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3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3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3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3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3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3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3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3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3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3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3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3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3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3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3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3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3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3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3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3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3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3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3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3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3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3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3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3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3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3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3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3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3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3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3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3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3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3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3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3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3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3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3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3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3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3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3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3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3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3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3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3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3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3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3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3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3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3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3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3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3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3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3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3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3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3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3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3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3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3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3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3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3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3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3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3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3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3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3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3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3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3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3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3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3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3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3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3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3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3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3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3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3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3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3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3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3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3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3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3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3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3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3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3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3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3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3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3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3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3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3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3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3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3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3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3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3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3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3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3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3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3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3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3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3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3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3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3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3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3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3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3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3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3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3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3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3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3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3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3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3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3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3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3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3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3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3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3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3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3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3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3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3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3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3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3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3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3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3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3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3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3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3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3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3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3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3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3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3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3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3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3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3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3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3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3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3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3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3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3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3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3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3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3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3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3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3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3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3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3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3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3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3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3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3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3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3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3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3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3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3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3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3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3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3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3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3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3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3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3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3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3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3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3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3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3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3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3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3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3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3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3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3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3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3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3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3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3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3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3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3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3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3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3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3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3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3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3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3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3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3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3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3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3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3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3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3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3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3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3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3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3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3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3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3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3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3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3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3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3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3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3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3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3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3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3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3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3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3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3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3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3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3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3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3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3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3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3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3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3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3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3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3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3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3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3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3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3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3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3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3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3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3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3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3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3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3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3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3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3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3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3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3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3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3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3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3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3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3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3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3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3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3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3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3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3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3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3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3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3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3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3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3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3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3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3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3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3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3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3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3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3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3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3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3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3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3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3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3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3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3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3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3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3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3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3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3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3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3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3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3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3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3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3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3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3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3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3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3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3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3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3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3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3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3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3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3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3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3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3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3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3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3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3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3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3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3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3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3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3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3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3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3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3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3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3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3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3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3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3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3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3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3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3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3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3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3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3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3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3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3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3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3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3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3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3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3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3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3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3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3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3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3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3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3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3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3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3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3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3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3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3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3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3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3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3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3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3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3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3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3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3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3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3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3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3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3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3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3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3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3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3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3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3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3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3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3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3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3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3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3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3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3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3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3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3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3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3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3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3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3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3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3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3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3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3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3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3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3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3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3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3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3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3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3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3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3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3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3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3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3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3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3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3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3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3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3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3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3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3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3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3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3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3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3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3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3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3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3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3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3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3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3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3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3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3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3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3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3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3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3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3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3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3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3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3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3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3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3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3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3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3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3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3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3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3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3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3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3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3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3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3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3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3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3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3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3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3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3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3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3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3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3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3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3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3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3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3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3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3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3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3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3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3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3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3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3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3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3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3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3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3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3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3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3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3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3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3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3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3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3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3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3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3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3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3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3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3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3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3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3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3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3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3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3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3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3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3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3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3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3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3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3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3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3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3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3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3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3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3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3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3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3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3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3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3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3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3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3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3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3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3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3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3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3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3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3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3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3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3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3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3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3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3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3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3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3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3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3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3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3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3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3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3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3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3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3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3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3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3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3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3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3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3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3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3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3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3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3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3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3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3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3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3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3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3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3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3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3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3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3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3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3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3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3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3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3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3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3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3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3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3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3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3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3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3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3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3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3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3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3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3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3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3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3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3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3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3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3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3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3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3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3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3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3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3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3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3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3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3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3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3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3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3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3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3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3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3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3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3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3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3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3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3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3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3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3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3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3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3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3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3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3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3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3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3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3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3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3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3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3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3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3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3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3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3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3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3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3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3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3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3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3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3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3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3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3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3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3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3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3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3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3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3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3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3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3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3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3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3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3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3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3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3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3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3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3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3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3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3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3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3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3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3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3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3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3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3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3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3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3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3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3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3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3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3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3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3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3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3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3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3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3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3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3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3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3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3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3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3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3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3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3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3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3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3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3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3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3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3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3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3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3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3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3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3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3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3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3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3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3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3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3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3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3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3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3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3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3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3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3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3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3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3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3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3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3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3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3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3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3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3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3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3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3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3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3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3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3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3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3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3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3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3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3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3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3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3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3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3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3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3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3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3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3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3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3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3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3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3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3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3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3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3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3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3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3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3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3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3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3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3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3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3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3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3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3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3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3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3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3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3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3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3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3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3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3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3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3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3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3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3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3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3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3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3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3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3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3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3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3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3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3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3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3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3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3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3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3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3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3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3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3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3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3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3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3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3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3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3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3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3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3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3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3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3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3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3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3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3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3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3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3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3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3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3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3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3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3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3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3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3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3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3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3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3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3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3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3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3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3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3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3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3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3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3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3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3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3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3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3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3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3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3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3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3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3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04" name="Google Shape;3304;p3"/>
          <p:cNvSpPr txBox="1"/>
          <p:nvPr>
            <p:ph type="title"/>
          </p:nvPr>
        </p:nvSpPr>
        <p:spPr>
          <a:xfrm>
            <a:off x="720000" y="2427410"/>
            <a:ext cx="5067600" cy="95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55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305" name="Google Shape;3305;p3"/>
          <p:cNvSpPr txBox="1"/>
          <p:nvPr>
            <p:ph hasCustomPrompt="1" idx="2" type="title"/>
          </p:nvPr>
        </p:nvSpPr>
        <p:spPr>
          <a:xfrm>
            <a:off x="720000" y="1296588"/>
            <a:ext cx="1256700" cy="9567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55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3306" name="Google Shape;3306;p3"/>
          <p:cNvSpPr txBox="1"/>
          <p:nvPr>
            <p:ph idx="1" type="subTitle"/>
          </p:nvPr>
        </p:nvSpPr>
        <p:spPr>
          <a:xfrm>
            <a:off x="720000" y="3471913"/>
            <a:ext cx="5067600" cy="3750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3307" name="Google Shape;3307;p3"/>
          <p:cNvSpPr/>
          <p:nvPr/>
        </p:nvSpPr>
        <p:spPr>
          <a:xfrm>
            <a:off x="298276" y="242362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bg>
      <p:bgPr>
        <a:solidFill>
          <a:schemeClr val="dk1"/>
        </a:solidFill>
      </p:bgPr>
    </p:bg>
    <p:spTree>
      <p:nvGrpSpPr>
        <p:cNvPr id="3308" name="Shape 3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09" name="Google Shape;3309;p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310" name="Google Shape;3310;p4"/>
          <p:cNvSpPr txBox="1"/>
          <p:nvPr>
            <p:ph idx="1" type="body"/>
          </p:nvPr>
        </p:nvSpPr>
        <p:spPr>
          <a:xfrm>
            <a:off x="720000" y="1091526"/>
            <a:ext cx="7704000" cy="41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●"/>
              <a:defRPr>
                <a:solidFill>
                  <a:schemeClr val="dk2"/>
                </a:solidFill>
              </a:defRPr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○"/>
              <a:defRPr>
                <a:solidFill>
                  <a:schemeClr val="dk2"/>
                </a:solidFill>
              </a:defRPr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■"/>
              <a:defRPr>
                <a:solidFill>
                  <a:schemeClr val="dk2"/>
                </a:solidFill>
              </a:defRPr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●"/>
              <a:defRPr>
                <a:solidFill>
                  <a:schemeClr val="dk2"/>
                </a:solidFill>
              </a:defRPr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○"/>
              <a:defRPr>
                <a:solidFill>
                  <a:schemeClr val="dk2"/>
                </a:solidFill>
              </a:defRPr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■"/>
              <a:defRPr>
                <a:solidFill>
                  <a:schemeClr val="dk2"/>
                </a:solidFill>
              </a:defRPr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●"/>
              <a:defRPr>
                <a:solidFill>
                  <a:schemeClr val="dk2"/>
                </a:solidFill>
              </a:defRPr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○"/>
              <a:defRPr>
                <a:solidFill>
                  <a:schemeClr val="dk2"/>
                </a:solidFill>
              </a:defRPr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■"/>
              <a:defRPr>
                <a:solidFill>
                  <a:schemeClr val="dk2"/>
                </a:solidFill>
              </a:defRPr>
            </a:lvl9pPr>
          </a:lstStyle>
          <a:p/>
        </p:txBody>
      </p:sp>
      <p:grpSp>
        <p:nvGrpSpPr>
          <p:cNvPr id="3311" name="Google Shape;3311;p4"/>
          <p:cNvGrpSpPr/>
          <p:nvPr/>
        </p:nvGrpSpPr>
        <p:grpSpPr>
          <a:xfrm>
            <a:off x="8870898" y="929774"/>
            <a:ext cx="347597" cy="4345456"/>
            <a:chOff x="-136402" y="-175976"/>
            <a:chExt cx="347597" cy="4345456"/>
          </a:xfrm>
        </p:grpSpPr>
        <p:sp>
          <p:nvSpPr>
            <p:cNvPr id="3312" name="Google Shape;3312;p4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4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4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4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4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4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4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4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4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4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4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4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4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4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4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4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4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4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4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4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4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4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4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4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4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4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4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39" name="Google Shape;3339;p4"/>
          <p:cNvGrpSpPr/>
          <p:nvPr/>
        </p:nvGrpSpPr>
        <p:grpSpPr>
          <a:xfrm>
            <a:off x="8870898" y="929774"/>
            <a:ext cx="347597" cy="4345451"/>
            <a:chOff x="-136402" y="-175976"/>
            <a:chExt cx="347597" cy="4345451"/>
          </a:xfrm>
        </p:grpSpPr>
        <p:sp>
          <p:nvSpPr>
            <p:cNvPr id="3340" name="Google Shape;3340;p4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4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4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4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4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4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4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4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4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4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4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4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4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4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4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4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4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4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4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4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4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4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4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4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4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4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66" name="Google Shape;3366;p4"/>
          <p:cNvSpPr/>
          <p:nvPr/>
        </p:nvSpPr>
        <p:spPr>
          <a:xfrm>
            <a:off x="8870850" y="929725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7" name="Google Shape;3367;p4"/>
          <p:cNvSpPr/>
          <p:nvPr/>
        </p:nvSpPr>
        <p:spPr>
          <a:xfrm>
            <a:off x="-770275" y="-449275"/>
            <a:ext cx="1540800" cy="15408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8" name="Google Shape;3368;p4"/>
          <p:cNvSpPr/>
          <p:nvPr/>
        </p:nvSpPr>
        <p:spPr>
          <a:xfrm>
            <a:off x="-437725" y="-116725"/>
            <a:ext cx="875700" cy="8757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9" name="Google Shape;3369;p4"/>
          <p:cNvSpPr/>
          <p:nvPr/>
        </p:nvSpPr>
        <p:spPr>
          <a:xfrm>
            <a:off x="-260868" y="4310950"/>
            <a:ext cx="1206475" cy="1268396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3370" name="Shape 33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1" name="Google Shape;3371;p5"/>
          <p:cNvSpPr txBox="1"/>
          <p:nvPr>
            <p:ph type="title"/>
          </p:nvPr>
        </p:nvSpPr>
        <p:spPr>
          <a:xfrm>
            <a:off x="720000" y="445025"/>
            <a:ext cx="7704000" cy="68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372" name="Google Shape;3372;p5"/>
          <p:cNvSpPr txBox="1"/>
          <p:nvPr>
            <p:ph idx="1" type="subTitle"/>
          </p:nvPr>
        </p:nvSpPr>
        <p:spPr>
          <a:xfrm>
            <a:off x="1080738" y="3588100"/>
            <a:ext cx="2979900" cy="68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373" name="Google Shape;3373;p5"/>
          <p:cNvSpPr txBox="1"/>
          <p:nvPr>
            <p:ph idx="2" type="subTitle"/>
          </p:nvPr>
        </p:nvSpPr>
        <p:spPr>
          <a:xfrm>
            <a:off x="1080738" y="3233275"/>
            <a:ext cx="2979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3374" name="Google Shape;3374;p5"/>
          <p:cNvSpPr txBox="1"/>
          <p:nvPr>
            <p:ph idx="3" type="subTitle"/>
          </p:nvPr>
        </p:nvSpPr>
        <p:spPr>
          <a:xfrm>
            <a:off x="5083366" y="3588100"/>
            <a:ext cx="2979900" cy="68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375" name="Google Shape;3375;p5"/>
          <p:cNvSpPr txBox="1"/>
          <p:nvPr>
            <p:ph idx="4" type="subTitle"/>
          </p:nvPr>
        </p:nvSpPr>
        <p:spPr>
          <a:xfrm>
            <a:off x="5083366" y="3233275"/>
            <a:ext cx="2979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3376" name="Google Shape;3376;p5"/>
          <p:cNvSpPr/>
          <p:nvPr/>
        </p:nvSpPr>
        <p:spPr>
          <a:xfrm>
            <a:off x="6436500" y="4777950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77" name="Google Shape;3377;p5"/>
          <p:cNvSpPr/>
          <p:nvPr/>
        </p:nvSpPr>
        <p:spPr>
          <a:xfrm>
            <a:off x="7750285" y="4482086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78" name="Google Shape;3378;p5"/>
          <p:cNvSpPr/>
          <p:nvPr/>
        </p:nvSpPr>
        <p:spPr>
          <a:xfrm>
            <a:off x="335400" y="4184997"/>
            <a:ext cx="592820" cy="592943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79" name="Google Shape;3379;p5"/>
          <p:cNvGrpSpPr/>
          <p:nvPr/>
        </p:nvGrpSpPr>
        <p:grpSpPr>
          <a:xfrm rot="10800000">
            <a:off x="8869823" y="-160500"/>
            <a:ext cx="347597" cy="4345456"/>
            <a:chOff x="-136402" y="-175976"/>
            <a:chExt cx="347597" cy="4345456"/>
          </a:xfrm>
        </p:grpSpPr>
        <p:sp>
          <p:nvSpPr>
            <p:cNvPr id="3380" name="Google Shape;3380;p5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5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5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5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5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5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5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5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5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5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5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5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5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5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5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5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5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5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5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5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5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5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5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5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5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5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5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07" name="Google Shape;3407;p5"/>
          <p:cNvGrpSpPr/>
          <p:nvPr/>
        </p:nvGrpSpPr>
        <p:grpSpPr>
          <a:xfrm rot="10800000">
            <a:off x="8869823" y="-160495"/>
            <a:ext cx="347597" cy="4345451"/>
            <a:chOff x="-136402" y="-175976"/>
            <a:chExt cx="347597" cy="4345451"/>
          </a:xfrm>
        </p:grpSpPr>
        <p:sp>
          <p:nvSpPr>
            <p:cNvPr id="3408" name="Google Shape;3408;p5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5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5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5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5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5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5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5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5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5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5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5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5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5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5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5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5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5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5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5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5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5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5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5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5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5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34" name="Google Shape;3434;p5"/>
          <p:cNvSpPr/>
          <p:nvPr/>
        </p:nvSpPr>
        <p:spPr>
          <a:xfrm rot="10800000">
            <a:off x="8869768" y="-160495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3435" name="Shape 3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6" name="Google Shape;3436;p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3437" name="Google Shape;3437;p6"/>
          <p:cNvGrpSpPr/>
          <p:nvPr/>
        </p:nvGrpSpPr>
        <p:grpSpPr>
          <a:xfrm rot="10800000">
            <a:off x="-91627" y="662838"/>
            <a:ext cx="347597" cy="4345456"/>
            <a:chOff x="-136402" y="-175976"/>
            <a:chExt cx="347597" cy="4345456"/>
          </a:xfrm>
        </p:grpSpPr>
        <p:sp>
          <p:nvSpPr>
            <p:cNvPr id="3438" name="Google Shape;3438;p6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6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6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6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6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6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6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6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6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6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6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6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6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6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6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6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6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6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6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6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6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6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6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6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6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6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6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65" name="Google Shape;3465;p6"/>
          <p:cNvGrpSpPr/>
          <p:nvPr/>
        </p:nvGrpSpPr>
        <p:grpSpPr>
          <a:xfrm rot="10800000">
            <a:off x="-91627" y="662842"/>
            <a:ext cx="347597" cy="4345451"/>
            <a:chOff x="-136402" y="-175976"/>
            <a:chExt cx="347597" cy="4345451"/>
          </a:xfrm>
        </p:grpSpPr>
        <p:sp>
          <p:nvSpPr>
            <p:cNvPr id="3466" name="Google Shape;3466;p6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6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6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6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6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6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6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6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6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6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6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6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6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6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6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6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6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6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6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6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6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6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6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6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6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6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92" name="Google Shape;3492;p6"/>
          <p:cNvSpPr/>
          <p:nvPr/>
        </p:nvSpPr>
        <p:spPr>
          <a:xfrm rot="10800000">
            <a:off x="-91682" y="662842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3" name="Google Shape;3493;p6"/>
          <p:cNvSpPr/>
          <p:nvPr/>
        </p:nvSpPr>
        <p:spPr>
          <a:xfrm>
            <a:off x="8837625" y="874400"/>
            <a:ext cx="459300" cy="304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4" name="Google Shape;3494;p6"/>
          <p:cNvSpPr/>
          <p:nvPr/>
        </p:nvSpPr>
        <p:spPr>
          <a:xfrm>
            <a:off x="8338925" y="-159825"/>
            <a:ext cx="1896300" cy="18963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bg>
      <p:bgPr>
        <a:solidFill>
          <a:schemeClr val="dk1"/>
        </a:solidFill>
      </p:bgPr>
    </p:bg>
    <p:spTree>
      <p:nvGrpSpPr>
        <p:cNvPr id="3495" name="Shape 34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96" name="Google Shape;3496;p7"/>
          <p:cNvSpPr txBox="1"/>
          <p:nvPr>
            <p:ph idx="1" type="subTitle"/>
          </p:nvPr>
        </p:nvSpPr>
        <p:spPr>
          <a:xfrm>
            <a:off x="720000" y="1920325"/>
            <a:ext cx="4294800" cy="2002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Nunito Light"/>
              <a:buChar char="●"/>
              <a:defRPr>
                <a:solidFill>
                  <a:schemeClr val="dk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Nunito Light"/>
              <a:buChar char="○"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Nunito Light"/>
              <a:buChar char="■"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Nunito Light"/>
              <a:buChar char="●"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○"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■"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300"/>
              <a:buFont typeface="Nunito Light"/>
              <a:buChar char="●"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300"/>
              <a:buFont typeface="Nunito Light"/>
              <a:buChar char="○"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Font typeface="Nunito Light"/>
              <a:buChar char="■"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497" name="Google Shape;3497;p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498" name="Google Shape;3498;p7"/>
          <p:cNvSpPr/>
          <p:nvPr>
            <p:ph idx="2" type="pic"/>
          </p:nvPr>
        </p:nvSpPr>
        <p:spPr>
          <a:xfrm>
            <a:off x="5679299" y="1520550"/>
            <a:ext cx="2801700" cy="2801700"/>
          </a:xfrm>
          <a:prstGeom prst="ellipse">
            <a:avLst/>
          </a:prstGeom>
          <a:noFill/>
          <a:ln>
            <a:noFill/>
          </a:ln>
        </p:spPr>
      </p:sp>
      <p:sp>
        <p:nvSpPr>
          <p:cNvPr id="3499" name="Google Shape;3499;p7"/>
          <p:cNvSpPr/>
          <p:nvPr/>
        </p:nvSpPr>
        <p:spPr>
          <a:xfrm>
            <a:off x="339875" y="292862"/>
            <a:ext cx="469242" cy="493282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3500" name="Shape 3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01" name="Google Shape;3501;p8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3502" name="Google Shape;3502;p8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8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8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8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8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8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8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8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8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8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8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8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8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8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8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8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8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8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8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8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8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8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8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8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8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8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8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8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8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8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8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8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8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8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8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8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8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8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8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8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8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8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8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8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8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8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8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8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8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8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8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8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8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8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8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8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8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8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8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8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8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8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8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8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8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8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8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8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8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8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8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8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8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8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8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8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8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8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8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8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8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8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8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8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8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8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8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8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8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8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8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8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8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8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8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8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8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8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8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8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8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8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8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8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8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8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8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8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8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8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8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8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8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8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8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8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8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8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8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8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8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8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8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8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8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8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8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8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8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8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8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8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8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8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8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8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8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8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8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8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8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8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8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8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8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8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8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8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8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8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8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8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8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8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8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8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8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8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8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8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8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8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8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8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8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8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8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8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8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8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8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8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8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8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8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8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8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8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8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8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8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8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8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8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8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8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8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8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8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8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8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8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8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8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8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8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8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8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8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8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8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8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8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8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8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8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8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8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8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8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8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8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8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8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8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8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8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8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8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8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8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8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8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8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8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8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8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8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8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8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8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8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8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8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8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8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8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8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8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8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8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8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8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8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8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8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8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8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8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8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8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8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8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8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8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8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8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8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8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8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8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8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8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8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8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8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8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8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8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8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8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8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8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8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8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8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8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8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8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8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8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8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8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8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8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8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8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8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8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8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8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8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8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8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8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8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8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8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8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8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8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8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8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8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8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8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8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8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8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8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8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8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8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8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8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8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8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8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8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8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8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8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8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8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8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8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8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8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8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8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8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8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8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8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8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8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8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8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8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8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8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8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8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8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8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8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8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8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8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8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8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8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8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8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8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8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8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8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8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8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8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8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8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8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8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8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8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8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8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8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8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8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8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8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8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8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8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8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8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8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8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8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8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8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8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8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8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8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8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8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8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8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8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8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8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8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8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8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8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8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8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8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8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8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8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8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8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8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8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8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8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8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8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8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8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8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8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8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8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8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8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8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8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8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8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8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8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8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8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8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8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8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8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8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8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8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8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8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8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8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8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8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8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8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8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8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8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8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8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8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8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8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8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8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8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8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8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8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8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8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8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8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8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8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8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8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8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8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8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8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8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8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8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8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8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8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8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8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8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8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8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8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8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8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8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8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8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8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8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8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8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8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8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8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8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8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8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8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8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8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8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8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8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8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8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8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8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8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8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8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8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8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8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8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8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8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8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8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8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8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8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8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8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8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8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8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8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8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8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8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8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8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8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8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8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8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8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8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8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8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8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8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8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8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8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8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8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8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8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8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8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8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8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8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8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8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8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8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8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8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8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8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8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8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8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8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8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8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8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8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8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8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8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8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8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8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8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8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8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8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8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8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8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8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8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8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8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8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8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8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8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8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8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8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8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8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8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8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8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8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8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8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8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8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8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8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8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8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8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8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8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8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8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8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8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8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8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8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8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8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8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8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8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8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8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8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8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8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8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8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8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8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8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8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8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8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8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8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8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8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8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8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8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8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8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8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8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8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8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8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8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8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8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8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8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8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8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8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8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8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8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8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8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8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8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8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8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8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8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8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8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8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8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8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8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8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8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8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8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8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8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8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8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8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8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8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8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8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8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8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8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8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8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8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8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8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8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8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8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8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8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8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8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8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8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8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8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8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8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8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8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8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8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8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8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8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8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8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8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8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8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8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8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8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8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8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8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8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8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8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8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8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8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8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8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8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8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8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8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8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8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8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8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8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8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8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8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8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8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8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8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8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8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8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8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8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8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8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8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8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8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8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8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8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8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8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8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8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8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8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8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8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8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8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8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8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8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8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8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8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8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8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8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8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8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8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8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8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8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8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8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8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8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8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8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8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8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8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8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8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8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8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8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8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8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8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8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8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8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8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8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8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8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8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8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8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8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8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8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8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8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8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8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8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8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8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8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8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8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8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8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8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8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8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8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8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8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8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8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8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8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8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8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8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8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8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8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8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8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8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8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8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8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8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8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8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8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8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8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8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8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8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8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8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8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8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8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8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8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8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8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8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8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8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8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8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8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8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8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8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8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8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8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8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8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8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8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8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8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8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8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8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8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8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8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8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8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8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8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8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8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8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8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8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8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8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8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8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8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8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8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8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8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8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8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8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8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8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8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8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8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8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8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8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8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8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8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8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8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8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8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8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8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8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8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8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8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8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8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8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8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8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8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8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8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8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8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8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8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8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8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8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8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8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8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8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8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8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8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8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8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8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8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8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8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8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8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8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8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8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8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8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8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8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8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8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8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8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8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8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8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8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8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8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8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8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8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8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8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8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8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8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8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8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8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8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8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8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8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8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8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8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8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8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8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8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8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8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8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8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8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8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8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8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8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8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8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8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8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8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8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8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8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8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8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8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8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8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8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8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8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8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8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8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8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8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8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8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8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8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8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8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8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8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8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8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8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8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8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8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8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8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8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8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8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8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8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8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8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8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8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8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8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8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8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8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8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8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8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8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8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8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8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8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8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8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8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8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8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8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8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8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8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8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8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8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8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8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8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8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8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8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8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8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8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8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8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8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8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8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8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8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8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8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8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8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8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8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8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8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8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8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8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8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8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8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8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8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8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8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8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8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8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8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8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8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8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8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8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8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8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8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8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8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8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8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8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8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8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8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8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8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8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8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8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8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8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8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8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8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8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8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8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8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8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8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8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8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8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8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8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8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8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8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8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8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8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8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8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8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8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8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8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8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8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8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8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8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8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8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8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8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8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8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8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8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8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8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8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8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8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8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8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8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8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8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8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8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8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8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8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8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8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8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8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8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8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8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8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8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8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8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8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8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8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8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8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8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8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8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8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8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8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8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8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8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8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8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8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8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8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8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8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8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8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8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8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8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8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8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8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8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8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8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8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8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8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8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8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8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8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8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8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8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8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8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8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8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8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8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8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8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8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8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8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8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8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8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8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8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8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8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8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8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8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8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8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8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8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8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8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8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8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8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8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8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8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8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8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8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8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8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8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8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8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8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8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8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8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8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8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8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8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8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8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8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8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8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8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8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8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8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8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8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8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8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8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8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8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8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8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8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8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8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8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8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8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8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8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8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8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8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8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8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8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8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8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8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8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8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8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8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8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8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8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8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8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8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8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8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8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8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8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8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8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8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8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8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8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8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8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8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8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8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8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8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8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8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8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8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8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8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8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8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8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8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8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8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8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8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8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8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8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8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8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8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8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8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8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8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8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8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8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8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8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8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8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8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8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8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8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8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8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8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8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8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8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8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8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8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8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8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8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8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8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8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8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8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8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8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8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8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8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8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8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8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8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8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8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8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8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8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8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8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8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8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8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8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8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8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8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8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8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8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8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8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8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8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8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8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8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8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8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8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8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8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8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8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8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8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8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8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8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8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8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8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8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8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8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8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8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8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8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8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8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8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8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8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8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8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8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8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8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8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8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8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8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8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8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8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8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8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8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8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8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8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8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8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8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8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8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8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8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8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8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8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8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8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8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8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8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8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8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8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8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8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8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8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8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8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8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8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8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8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8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8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8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8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8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8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8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8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8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8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8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8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8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8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8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8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8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8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8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8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8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8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8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8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8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8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8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8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8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8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8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8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8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8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8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8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8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8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8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8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8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8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8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8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8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8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8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8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8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8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8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8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8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8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8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8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8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8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8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8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8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8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8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8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8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8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8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8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8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8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8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8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8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8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8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8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8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8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8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8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8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8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8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8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8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8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8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8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8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8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8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8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18" name="Google Shape;5118;p8"/>
          <p:cNvSpPr txBox="1"/>
          <p:nvPr>
            <p:ph type="title"/>
          </p:nvPr>
        </p:nvSpPr>
        <p:spPr>
          <a:xfrm>
            <a:off x="1115550" y="1506000"/>
            <a:ext cx="6912900" cy="213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85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grpSp>
        <p:nvGrpSpPr>
          <p:cNvPr id="5119" name="Google Shape;5119;p8"/>
          <p:cNvGrpSpPr/>
          <p:nvPr/>
        </p:nvGrpSpPr>
        <p:grpSpPr>
          <a:xfrm rot="5400000">
            <a:off x="2712145" y="-2074329"/>
            <a:ext cx="347597" cy="4345456"/>
            <a:chOff x="-136402" y="-175976"/>
            <a:chExt cx="347597" cy="4345456"/>
          </a:xfrm>
        </p:grpSpPr>
        <p:sp>
          <p:nvSpPr>
            <p:cNvPr id="5120" name="Google Shape;5120;p8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8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8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8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8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8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8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8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8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8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8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8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8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8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8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8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8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8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8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8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8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8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8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8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8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8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8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7" name="Google Shape;5147;p8"/>
          <p:cNvGrpSpPr/>
          <p:nvPr/>
        </p:nvGrpSpPr>
        <p:grpSpPr>
          <a:xfrm rot="5400000">
            <a:off x="2712147" y="-2074327"/>
            <a:ext cx="347597" cy="4345451"/>
            <a:chOff x="-136402" y="-175976"/>
            <a:chExt cx="347597" cy="4345451"/>
          </a:xfrm>
        </p:grpSpPr>
        <p:sp>
          <p:nvSpPr>
            <p:cNvPr id="5148" name="Google Shape;5148;p8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8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8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8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8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8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8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8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8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8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8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8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8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8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8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8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8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8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8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8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8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8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8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8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8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8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74" name="Google Shape;5174;p8"/>
          <p:cNvSpPr/>
          <p:nvPr/>
        </p:nvSpPr>
        <p:spPr>
          <a:xfrm rot="5400000">
            <a:off x="2712120" y="-2074348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75" name="Google Shape;5175;p8"/>
          <p:cNvSpPr/>
          <p:nvPr/>
        </p:nvSpPr>
        <p:spPr>
          <a:xfrm flipH="1" rot="10800000">
            <a:off x="3699275" y="4528850"/>
            <a:ext cx="4680600" cy="8010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bg>
      <p:bgPr>
        <a:solidFill>
          <a:schemeClr val="dk1"/>
        </a:solidFill>
      </p:bgPr>
    </p:bg>
    <p:spTree>
      <p:nvGrpSpPr>
        <p:cNvPr id="5176" name="Shape 5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77" name="Google Shape;5177;p9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5178" name="Google Shape;5178;p9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9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9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9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9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9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9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9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9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9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9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9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9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9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9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9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9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9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9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9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9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9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9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9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9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9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9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9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9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9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9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9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9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9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9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9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9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9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9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9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9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9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9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9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9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9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9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9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9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9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9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9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9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9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9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9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9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9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9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9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9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9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9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9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9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9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9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9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9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9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9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9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9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9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9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9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9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9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9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9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9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9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9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9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9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9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9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9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9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9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9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9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9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9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9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9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9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9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9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9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9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9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9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9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9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9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9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9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9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9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9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9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9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9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9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9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9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9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9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9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9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9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9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9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9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9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9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9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9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9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9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9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9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9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9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9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9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9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9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9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9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9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9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9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9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9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9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9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9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9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9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9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9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9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9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9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9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9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9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9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9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9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9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9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9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9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9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9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9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9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9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9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9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9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9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9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9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9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9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9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9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9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9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9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9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9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9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9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9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9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9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9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9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9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9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9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9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9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9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9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9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9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9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9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9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9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9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9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9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9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9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9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9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9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9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9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9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9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9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9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9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9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9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9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9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9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9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9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9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9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9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9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9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9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9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9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9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9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9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9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9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9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9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9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9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9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9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9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9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9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9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9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9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9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9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9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9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9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9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9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9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9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9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9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9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9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9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9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9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9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9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9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9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9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9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9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9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9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9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9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9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9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9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9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9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9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9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9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9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9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9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9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9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9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9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9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9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9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9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9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9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9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9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9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9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9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9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9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9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9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9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9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9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9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9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9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9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9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9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9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9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9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9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9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9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9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9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9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9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9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9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9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9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9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9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9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9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9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9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9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9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9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9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9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9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9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9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9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9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9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9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9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9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9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9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9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9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9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9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9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9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9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9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9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9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9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9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9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9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9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9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9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9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9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9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9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9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9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9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9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9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9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9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9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9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9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9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9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9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9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9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9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9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9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9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9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9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9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9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9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9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9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9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9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9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9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9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9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9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9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9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9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9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9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9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9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9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9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9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9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9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9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9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9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9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9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9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9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9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9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9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9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9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9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9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9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9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9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9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9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9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9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9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9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9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9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9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9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9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9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9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9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9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9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9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9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9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9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9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9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9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9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9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9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9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9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9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9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9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9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9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9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9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9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9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9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9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9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9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9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9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9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9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9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9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9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9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9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9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9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9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9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9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9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9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9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9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9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9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9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9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9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9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9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9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9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9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9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9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9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9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9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9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9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9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9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9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9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9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9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9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9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9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9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9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9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9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9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9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9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9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9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9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9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9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9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9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9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9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9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9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9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9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9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9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9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9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9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9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9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9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9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9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9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9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9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9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9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9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9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9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9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9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9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9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9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9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9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9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9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9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9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9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9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9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9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9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9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9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9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9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9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9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9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9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9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9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9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9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9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9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9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9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9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9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9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9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9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9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9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9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9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9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9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9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9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9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9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9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9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9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9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9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9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9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9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9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9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9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9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9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9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9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9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9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9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9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9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9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9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9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9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9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9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9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9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9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9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9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9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9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9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9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9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9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9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9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9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9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9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9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9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9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9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9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9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9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9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9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9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9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9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9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9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9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9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9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9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9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9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9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9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9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9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9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9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9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9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9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9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9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9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9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9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9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9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9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9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9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9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9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9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9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9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9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9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9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9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9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9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9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9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9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9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9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9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9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9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9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9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9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9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9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9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9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9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9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9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9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9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9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9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9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9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9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9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9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9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9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9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9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9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9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9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9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9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9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9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9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9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9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9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9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9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9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9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9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9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9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9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9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9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9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9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9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9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9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9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9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9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9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9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9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9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9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9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9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9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9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9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9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9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9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9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9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9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9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9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9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9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9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9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9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9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9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9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9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9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9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9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9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9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9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9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9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9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9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9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9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9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9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9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9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9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9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9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9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9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9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9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9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9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9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9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9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9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9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9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9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9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9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9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9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9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9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9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9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9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9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9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9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9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9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9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9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9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9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9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9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9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9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9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9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9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9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9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9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9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9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9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9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9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9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9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9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9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9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9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9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9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9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9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9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9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9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9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9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9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9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9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9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9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9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9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9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9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9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9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9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9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9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9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9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9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9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9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9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9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9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9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9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9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9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9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9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9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9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9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9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9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9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9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9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9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9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9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9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9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9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9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9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9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9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9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9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9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9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9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9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9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9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9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9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9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9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9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9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9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9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9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9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9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9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9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9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9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9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9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9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9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9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9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9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9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9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9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9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9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9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9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9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9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9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9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9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9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9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9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9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9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9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9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9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9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9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9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9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9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9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9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9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9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9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9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9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9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9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9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9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9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9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9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9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9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9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9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9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9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9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9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9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9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9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9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9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9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9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9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9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9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9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9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9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9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9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9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9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9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9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9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9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9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9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9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9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9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9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9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9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9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9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9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9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9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9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9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9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9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9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9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9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9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9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9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9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9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9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9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9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9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9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9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9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9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9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9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9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9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9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9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9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9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9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9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9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9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9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9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9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9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9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9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9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9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9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9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9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9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9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9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9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9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9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9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9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9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9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9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9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9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9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9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9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9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9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9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9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9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9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9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9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9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9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9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9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9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9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9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9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9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9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9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9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9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9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9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9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9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9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9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9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9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9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9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9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9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9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9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9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9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9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9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9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9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9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9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9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9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9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9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9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9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9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9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9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9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9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9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9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9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9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9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9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9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9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9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9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9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9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9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9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9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9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9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9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9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9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9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9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9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9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9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9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9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9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9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9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9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9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9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9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9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9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9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9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9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9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9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9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9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9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9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9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9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9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9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9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9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9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9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9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9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9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9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9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9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9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9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9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9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9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9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9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9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9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9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9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9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9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9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9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9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9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9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9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9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9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9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9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9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9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9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9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9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9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9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9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9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9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9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9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9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9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9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9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9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9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9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9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9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9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9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9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9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9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9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9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9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9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9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9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9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9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9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9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9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9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9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9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9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9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9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9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9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9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9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9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9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9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9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9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9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9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9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9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9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9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9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9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9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9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9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9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9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9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9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9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9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9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9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9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9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9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9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9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9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9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9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9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9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9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9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9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9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9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9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9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9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9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9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9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9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9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9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9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9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9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9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9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9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9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9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9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9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9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9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9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9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9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9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9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9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9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9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9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9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9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9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9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9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9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9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9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9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9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9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9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9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9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9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9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9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9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9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9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9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9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9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9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9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9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9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9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9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9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9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9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9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9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9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9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9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9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9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9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9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9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9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9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9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9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9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9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9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9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9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9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9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9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9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9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9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9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9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9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9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9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9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9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9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9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9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9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9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9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9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9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9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9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9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9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9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9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9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9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9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9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9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9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9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9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9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9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9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9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9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9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9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9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9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9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9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9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9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9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9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9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9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9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9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9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9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9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9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9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9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9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9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9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9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9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9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9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9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9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9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9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9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9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9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9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9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9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9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9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9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9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9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9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9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9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9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9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9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9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9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9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9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9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9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9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9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9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9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9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9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9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9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9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9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9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9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9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9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9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9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9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9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9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9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9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9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9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9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9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9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9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9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9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9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9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9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9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9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9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9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9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9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9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9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9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9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9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9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9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9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9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9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9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9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9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9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9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9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9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9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9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9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9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9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9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9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9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9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9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9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9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9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9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9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9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9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9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9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9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9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9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9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9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9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9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9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9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9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9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9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9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9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9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9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9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9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9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9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9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9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9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9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9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9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9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9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9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9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9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9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9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9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9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9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9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9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9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9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9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9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9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9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9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9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9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9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9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9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9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9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9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9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9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9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9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9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9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9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9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9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4" name="Google Shape;6794;p9"/>
          <p:cNvSpPr txBox="1"/>
          <p:nvPr>
            <p:ph type="title"/>
          </p:nvPr>
        </p:nvSpPr>
        <p:spPr>
          <a:xfrm>
            <a:off x="713225" y="2310023"/>
            <a:ext cx="5722500" cy="1972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 sz="12000">
                <a:solidFill>
                  <a:schemeClr val="dk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795" name="Google Shape;6795;p9"/>
          <p:cNvSpPr txBox="1"/>
          <p:nvPr>
            <p:ph idx="1" type="subTitle"/>
          </p:nvPr>
        </p:nvSpPr>
        <p:spPr>
          <a:xfrm>
            <a:off x="713225" y="3932900"/>
            <a:ext cx="5722500" cy="6711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6796" name="Google Shape;6796;p9"/>
          <p:cNvGrpSpPr/>
          <p:nvPr/>
        </p:nvGrpSpPr>
        <p:grpSpPr>
          <a:xfrm rot="5400000">
            <a:off x="6959195" y="-2074329"/>
            <a:ext cx="347597" cy="4345456"/>
            <a:chOff x="-136402" y="-175976"/>
            <a:chExt cx="347597" cy="4345456"/>
          </a:xfrm>
        </p:grpSpPr>
        <p:sp>
          <p:nvSpPr>
            <p:cNvPr id="6797" name="Google Shape;6797;p9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9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9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9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9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9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9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9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9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9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9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9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9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9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9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9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9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9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9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9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9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9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9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9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9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9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9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4" name="Google Shape;6824;p9"/>
          <p:cNvGrpSpPr/>
          <p:nvPr/>
        </p:nvGrpSpPr>
        <p:grpSpPr>
          <a:xfrm rot="5400000">
            <a:off x="6959197" y="-2074327"/>
            <a:ext cx="347597" cy="4345451"/>
            <a:chOff x="-136402" y="-175976"/>
            <a:chExt cx="347597" cy="4345451"/>
          </a:xfrm>
        </p:grpSpPr>
        <p:sp>
          <p:nvSpPr>
            <p:cNvPr id="6825" name="Google Shape;6825;p9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9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9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9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9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9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9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9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9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9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9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9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9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9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9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9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9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9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9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9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9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9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9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9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9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9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51" name="Google Shape;6851;p9"/>
          <p:cNvSpPr/>
          <p:nvPr/>
        </p:nvSpPr>
        <p:spPr>
          <a:xfrm rot="5400000">
            <a:off x="6959170" y="-2074348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6852" name="Shape 68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53" name="Google Shape;6853;p10"/>
          <p:cNvSpPr txBox="1"/>
          <p:nvPr>
            <p:ph type="title"/>
          </p:nvPr>
        </p:nvSpPr>
        <p:spPr>
          <a:xfrm>
            <a:off x="2086950" y="1930050"/>
            <a:ext cx="4970100" cy="1283400"/>
          </a:xfrm>
          <a:prstGeom prst="rect">
            <a:avLst/>
          </a:prstGeom>
          <a:solidFill>
            <a:schemeClr val="dk2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6854" name="Shape 68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55" name="Google Shape;6855;p11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6856" name="Google Shape;6856;p11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11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11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11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11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11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11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11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11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11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11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11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11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11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11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11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11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11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11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11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11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11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11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11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11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11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11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11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11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11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11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11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11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11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11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11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11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11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11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11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11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11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11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11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11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11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11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11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11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11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11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11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11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11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11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11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11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11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11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11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11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11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11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11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11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11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11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11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11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11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11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11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11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11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11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11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11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11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11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11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11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11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11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11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11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11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11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11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11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11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11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11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11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11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11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11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11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11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11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11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11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11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11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11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11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11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11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11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11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11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11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11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11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11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11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11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11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11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11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11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11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11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11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11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11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11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11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11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11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11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11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11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11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11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11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11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11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11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11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11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11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11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11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11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11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11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11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11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11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11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11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11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11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11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11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11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11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11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11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11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11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11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11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11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11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11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11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11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11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11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11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11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11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11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11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11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11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11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11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11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11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11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11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11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11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11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11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11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11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11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11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11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11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11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11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11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11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11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11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11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11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11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11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11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11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11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11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11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11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11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11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11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11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11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11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11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11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11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11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11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11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11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11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11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11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11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11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11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11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11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11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11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11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11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11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11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11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11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11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11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11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11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11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11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11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11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11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11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11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11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11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11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11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11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11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11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11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11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11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11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11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11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11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11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11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11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11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11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11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11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11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11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11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11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11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11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11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11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11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11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11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11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11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11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11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11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11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11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11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11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11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11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11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11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11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11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11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11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11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11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11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11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11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11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11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11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11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11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11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11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11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11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11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11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11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11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11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11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11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11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11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11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11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11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11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11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11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11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11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11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11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11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11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11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11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11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11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11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11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11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11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11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11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11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11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11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11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11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11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11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11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11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11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11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11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11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11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11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11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11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11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11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11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11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11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11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11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11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11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11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11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11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11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11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11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11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11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11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11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11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11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11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11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11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11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11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11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11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11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11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11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11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11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11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11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11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11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11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11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11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11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11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11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11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11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11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11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11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11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11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11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11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11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11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11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11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11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11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11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11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11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11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11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11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11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11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11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11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11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11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11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11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11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11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11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11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11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11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11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11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11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11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11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11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11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11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11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11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11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11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11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11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11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11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11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11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11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11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11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11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11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11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11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11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11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11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11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11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11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11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11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11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11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11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11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11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11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11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11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11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11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11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11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11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11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11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11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11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11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11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11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11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11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11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11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11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11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11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11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11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11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11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11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11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11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11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11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11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11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11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11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11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11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11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11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11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11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11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11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11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11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11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11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11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11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11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11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11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11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11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11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11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11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11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11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11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11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11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11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11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11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11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11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11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11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11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11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11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11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11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11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11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11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11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11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11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11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11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11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11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11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11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11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11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11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11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11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11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11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11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11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11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11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11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11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11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11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11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11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11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11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11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11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11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11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11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11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11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11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11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11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11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11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11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11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11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11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11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11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11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11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11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11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11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11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11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11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11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11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11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11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11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11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11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11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11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11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11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11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11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11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11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11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11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11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11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11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11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11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11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11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11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11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11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11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11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11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11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11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11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11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11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11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11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11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11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11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11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11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11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11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11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11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11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11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11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11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11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11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11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11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11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11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11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11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11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11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11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11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11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11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11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11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11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11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11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11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11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11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11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11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11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11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11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11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11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11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11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11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11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11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11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11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11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11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11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11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11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11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11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11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11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11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11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11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11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11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11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11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11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11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11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11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11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11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11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11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11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11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11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11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11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11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11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11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11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11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11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11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11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11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11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11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11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11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11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11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11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11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11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11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11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11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11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11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11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11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11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11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11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11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11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11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11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11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11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11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11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11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11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11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11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11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11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11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11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11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11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11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11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11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11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11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11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11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11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11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11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11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11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11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11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11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11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11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11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11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11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11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11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11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11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11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11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11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11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11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11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11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11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11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11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11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11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11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11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11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11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11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11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11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11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11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11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11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11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11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11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11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11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11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11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11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11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11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11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11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11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11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11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11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11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11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11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11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11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11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11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11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11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11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11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11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11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11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11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11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11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11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11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11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11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11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11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11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11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11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11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11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11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11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11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11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11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11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11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11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11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11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11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11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11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11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11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11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11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11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11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11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11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11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11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11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11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11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11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11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11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11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11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11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11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11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11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11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11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11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11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11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11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11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11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11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11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11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11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11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11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11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11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11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11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11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11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11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11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11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11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11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11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11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11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11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11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11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11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11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11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11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11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11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11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11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11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11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11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11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11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11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11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11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11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11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11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11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11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11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11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11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11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11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11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11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11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11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11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11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11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11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11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11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11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11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11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11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11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11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11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11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11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11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11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11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11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11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11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11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11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11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11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11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11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11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11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11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11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11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11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11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11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11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11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11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11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11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11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11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11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11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11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11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11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11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11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11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11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11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11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11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11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11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11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11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11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11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11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11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11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11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11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11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11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11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11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11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11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11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11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11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11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11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11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11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11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11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11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11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11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11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11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11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11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11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11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11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11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11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11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11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11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11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11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11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11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11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11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11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11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11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11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11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11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11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11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11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11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11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11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11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11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11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11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11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11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11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11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11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11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11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11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11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11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11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11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11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11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11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11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11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11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11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11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11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11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11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11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11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11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11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11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11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11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11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11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11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11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11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11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11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11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11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11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11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11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11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11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11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11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11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11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11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11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11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11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11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11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11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11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11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11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11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11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11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11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11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11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11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11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11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11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11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11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11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11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11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11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11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11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11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11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11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11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11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11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11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11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11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11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11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11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11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11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11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11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11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11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11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11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11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11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11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11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11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11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11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11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11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11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11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11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11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11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11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11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11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11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11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11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11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11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11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11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11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11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11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11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11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11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11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11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11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11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11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11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11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11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11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11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11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11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11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11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11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11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11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11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11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11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11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11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11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11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11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11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11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11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11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11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11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11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11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11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11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11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11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11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11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11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11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11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11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11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11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11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11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11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11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11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11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11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11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11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11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11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11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11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11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11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11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11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11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11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11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11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11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11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11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11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11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11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11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11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11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11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11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11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11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11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11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11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11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11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11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11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11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11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11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11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11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11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11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11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11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11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11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11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11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11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11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11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11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11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11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11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11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11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11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11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11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11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11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11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11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11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11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11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11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11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11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11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11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11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11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11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11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11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11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11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11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11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11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11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11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11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11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11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11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11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11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11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11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11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11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11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11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11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11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11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11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11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11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11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11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11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11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11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11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11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11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11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11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11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11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11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11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11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11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11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11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11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11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11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11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11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11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11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11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11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11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11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11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11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11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11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11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11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11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11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11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11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11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11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11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11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11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11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11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11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11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11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11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11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11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11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11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11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11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11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11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11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11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11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11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11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11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11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11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11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11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11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11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11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11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11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11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11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11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11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11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11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11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11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11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11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11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11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11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11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11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11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11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11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11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11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11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11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11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11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11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11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11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11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11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11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11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11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11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11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11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11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11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11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11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11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11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11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11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11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11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11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11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11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11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11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11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11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11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11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11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11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11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11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11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11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11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11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11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11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11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11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11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11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11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11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11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11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11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11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11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11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11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11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11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11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11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11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11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11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11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11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11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11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11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11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11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11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11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11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11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11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11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11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11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11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11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11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11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11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11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11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11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11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11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11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11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11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11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11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11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11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11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11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11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11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11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11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11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11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11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11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11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11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11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11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11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11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11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11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11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11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11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11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11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11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11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11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11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11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11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11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11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11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11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11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11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11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11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11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11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11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11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11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11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11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11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11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11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11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11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11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11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11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11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11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11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11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11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11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11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11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11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11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11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11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11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11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11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11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11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11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11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11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11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11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11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11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72" name="Google Shape;8472;p11"/>
          <p:cNvSpPr txBox="1"/>
          <p:nvPr>
            <p:ph hasCustomPrompt="1" type="title"/>
          </p:nvPr>
        </p:nvSpPr>
        <p:spPr>
          <a:xfrm>
            <a:off x="713225" y="1897500"/>
            <a:ext cx="7717800" cy="136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9600"/>
              <a:buNone/>
              <a:defRPr sz="81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8473" name="Google Shape;8473;p11"/>
          <p:cNvSpPr txBox="1"/>
          <p:nvPr>
            <p:ph idx="1" type="subTitle"/>
          </p:nvPr>
        </p:nvSpPr>
        <p:spPr>
          <a:xfrm>
            <a:off x="1284000" y="3113450"/>
            <a:ext cx="6576000" cy="4467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8474" name="Google Shape;8474;p11"/>
          <p:cNvSpPr/>
          <p:nvPr/>
        </p:nvSpPr>
        <p:spPr>
          <a:xfrm>
            <a:off x="6506725" y="4777950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75" name="Google Shape;8475;p11"/>
          <p:cNvSpPr/>
          <p:nvPr/>
        </p:nvSpPr>
        <p:spPr>
          <a:xfrm>
            <a:off x="7820510" y="4482086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76" name="Google Shape;8476;p11"/>
          <p:cNvGrpSpPr/>
          <p:nvPr/>
        </p:nvGrpSpPr>
        <p:grpSpPr>
          <a:xfrm rot="5400000">
            <a:off x="5913670" y="-2074329"/>
            <a:ext cx="347597" cy="4345456"/>
            <a:chOff x="-136402" y="-175976"/>
            <a:chExt cx="347597" cy="4345456"/>
          </a:xfrm>
        </p:grpSpPr>
        <p:sp>
          <p:nvSpPr>
            <p:cNvPr id="8477" name="Google Shape;8477;p11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11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11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11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11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11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11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11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11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11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11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11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11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11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11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11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11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11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11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11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11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11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11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11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11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11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11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4" name="Google Shape;8504;p11"/>
          <p:cNvGrpSpPr/>
          <p:nvPr/>
        </p:nvGrpSpPr>
        <p:grpSpPr>
          <a:xfrm rot="5400000">
            <a:off x="5913672" y="-2074327"/>
            <a:ext cx="347597" cy="4345451"/>
            <a:chOff x="-136402" y="-175976"/>
            <a:chExt cx="347597" cy="4345451"/>
          </a:xfrm>
        </p:grpSpPr>
        <p:sp>
          <p:nvSpPr>
            <p:cNvPr id="8505" name="Google Shape;8505;p11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11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11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11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11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11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11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11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11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11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11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11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11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11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11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11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11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11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11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11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11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11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11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11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11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11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31" name="Google Shape;8531;p11"/>
          <p:cNvSpPr/>
          <p:nvPr/>
        </p:nvSpPr>
        <p:spPr>
          <a:xfrm rot="5400000">
            <a:off x="5913645" y="-2074348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32" name="Google Shape;8532;p11"/>
          <p:cNvGrpSpPr/>
          <p:nvPr/>
        </p:nvGrpSpPr>
        <p:grpSpPr>
          <a:xfrm rot="5400000">
            <a:off x="1789445" y="2885271"/>
            <a:ext cx="347597" cy="4345456"/>
            <a:chOff x="-136402" y="-175976"/>
            <a:chExt cx="347597" cy="4345456"/>
          </a:xfrm>
        </p:grpSpPr>
        <p:sp>
          <p:nvSpPr>
            <p:cNvPr id="8533" name="Google Shape;8533;p11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11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11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11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11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11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11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11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11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11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11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11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11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11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11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11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11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11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11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11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11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11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11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11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11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11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11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0" name="Google Shape;8560;p11"/>
          <p:cNvGrpSpPr/>
          <p:nvPr/>
        </p:nvGrpSpPr>
        <p:grpSpPr>
          <a:xfrm rot="5400000">
            <a:off x="1789447" y="2885273"/>
            <a:ext cx="347597" cy="4345451"/>
            <a:chOff x="-136402" y="-175976"/>
            <a:chExt cx="347597" cy="4345451"/>
          </a:xfrm>
        </p:grpSpPr>
        <p:sp>
          <p:nvSpPr>
            <p:cNvPr id="8561" name="Google Shape;8561;p11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11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11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11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11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11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11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11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11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11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11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11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11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11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11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11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11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11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11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11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11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11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11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11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11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11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87" name="Google Shape;8587;p11"/>
          <p:cNvSpPr/>
          <p:nvPr/>
        </p:nvSpPr>
        <p:spPr>
          <a:xfrm rot="5400000">
            <a:off x="1789420" y="2885252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solidFill>
          <a:schemeClr val="dk2"/>
        </a:solidFill>
      </p:bgPr>
    </p:bg>
    <p:spTree>
      <p:nvGrpSpPr>
        <p:cNvPr id="8588" name="Shape 858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_1_1_1_1_1">
    <p:bg>
      <p:bgPr>
        <a:solidFill>
          <a:schemeClr val="dk1"/>
        </a:solidFill>
      </p:bgPr>
    </p:bg>
    <p:spTree>
      <p:nvGrpSpPr>
        <p:cNvPr id="8589" name="Shape 85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90" name="Google Shape;8590;p1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591" name="Google Shape;8591;p13"/>
          <p:cNvSpPr txBox="1"/>
          <p:nvPr>
            <p:ph idx="1" type="subTitle"/>
          </p:nvPr>
        </p:nvSpPr>
        <p:spPr>
          <a:xfrm>
            <a:off x="720000" y="4044657"/>
            <a:ext cx="2400900" cy="65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592" name="Google Shape;8592;p13"/>
          <p:cNvSpPr txBox="1"/>
          <p:nvPr>
            <p:ph idx="2" type="subTitle"/>
          </p:nvPr>
        </p:nvSpPr>
        <p:spPr>
          <a:xfrm>
            <a:off x="3367649" y="4044657"/>
            <a:ext cx="2404800" cy="65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593" name="Google Shape;8593;p13"/>
          <p:cNvSpPr txBox="1"/>
          <p:nvPr>
            <p:ph idx="3" type="subTitle"/>
          </p:nvPr>
        </p:nvSpPr>
        <p:spPr>
          <a:xfrm>
            <a:off x="6019197" y="4044657"/>
            <a:ext cx="2404800" cy="65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594" name="Google Shape;8594;p13"/>
          <p:cNvSpPr txBox="1"/>
          <p:nvPr>
            <p:ph hasCustomPrompt="1" idx="4" type="title"/>
          </p:nvPr>
        </p:nvSpPr>
        <p:spPr>
          <a:xfrm>
            <a:off x="1586100" y="3081685"/>
            <a:ext cx="668700" cy="4569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28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595" name="Google Shape;8595;p13"/>
          <p:cNvSpPr txBox="1"/>
          <p:nvPr>
            <p:ph hasCustomPrompt="1" idx="5" type="title"/>
          </p:nvPr>
        </p:nvSpPr>
        <p:spPr>
          <a:xfrm>
            <a:off x="4210425" y="3081682"/>
            <a:ext cx="703500" cy="4569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28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596" name="Google Shape;8596;p13"/>
          <p:cNvSpPr txBox="1"/>
          <p:nvPr>
            <p:ph hasCustomPrompt="1" idx="6" type="title"/>
          </p:nvPr>
        </p:nvSpPr>
        <p:spPr>
          <a:xfrm>
            <a:off x="6869550" y="3081682"/>
            <a:ext cx="704100" cy="4569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28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597" name="Google Shape;8597;p13"/>
          <p:cNvSpPr txBox="1"/>
          <p:nvPr>
            <p:ph idx="7" type="subTitle"/>
          </p:nvPr>
        </p:nvSpPr>
        <p:spPr>
          <a:xfrm>
            <a:off x="720000" y="3707428"/>
            <a:ext cx="2400900" cy="45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8598" name="Google Shape;8598;p13"/>
          <p:cNvSpPr txBox="1"/>
          <p:nvPr>
            <p:ph idx="8" type="subTitle"/>
          </p:nvPr>
        </p:nvSpPr>
        <p:spPr>
          <a:xfrm>
            <a:off x="3367649" y="3707427"/>
            <a:ext cx="2404800" cy="45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8599" name="Google Shape;8599;p13"/>
          <p:cNvSpPr txBox="1"/>
          <p:nvPr>
            <p:ph idx="9" type="subTitle"/>
          </p:nvPr>
        </p:nvSpPr>
        <p:spPr>
          <a:xfrm>
            <a:off x="6019197" y="3707427"/>
            <a:ext cx="2404800" cy="45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8600" name="Google Shape;8600;p13"/>
          <p:cNvSpPr txBox="1"/>
          <p:nvPr>
            <p:ph idx="13" type="subTitle"/>
          </p:nvPr>
        </p:nvSpPr>
        <p:spPr>
          <a:xfrm>
            <a:off x="720000" y="2242663"/>
            <a:ext cx="2400900" cy="65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601" name="Google Shape;8601;p13"/>
          <p:cNvSpPr txBox="1"/>
          <p:nvPr>
            <p:ph idx="14" type="subTitle"/>
          </p:nvPr>
        </p:nvSpPr>
        <p:spPr>
          <a:xfrm>
            <a:off x="3367649" y="2242663"/>
            <a:ext cx="2404800" cy="65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602" name="Google Shape;8602;p13"/>
          <p:cNvSpPr txBox="1"/>
          <p:nvPr>
            <p:ph idx="15" type="subTitle"/>
          </p:nvPr>
        </p:nvSpPr>
        <p:spPr>
          <a:xfrm>
            <a:off x="6019197" y="2242663"/>
            <a:ext cx="2404800" cy="65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603" name="Google Shape;8603;p13"/>
          <p:cNvSpPr txBox="1"/>
          <p:nvPr>
            <p:ph hasCustomPrompt="1" idx="16" type="title"/>
          </p:nvPr>
        </p:nvSpPr>
        <p:spPr>
          <a:xfrm>
            <a:off x="1586100" y="1279691"/>
            <a:ext cx="668700" cy="4569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28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604" name="Google Shape;8604;p13"/>
          <p:cNvSpPr txBox="1"/>
          <p:nvPr>
            <p:ph hasCustomPrompt="1" idx="17" type="title"/>
          </p:nvPr>
        </p:nvSpPr>
        <p:spPr>
          <a:xfrm>
            <a:off x="4210425" y="1279688"/>
            <a:ext cx="703500" cy="4569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28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605" name="Google Shape;8605;p13"/>
          <p:cNvSpPr txBox="1"/>
          <p:nvPr>
            <p:ph hasCustomPrompt="1" idx="18" type="title"/>
          </p:nvPr>
        </p:nvSpPr>
        <p:spPr>
          <a:xfrm>
            <a:off x="6869550" y="1279688"/>
            <a:ext cx="704100" cy="4569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28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606" name="Google Shape;8606;p13"/>
          <p:cNvSpPr txBox="1"/>
          <p:nvPr>
            <p:ph idx="19" type="subTitle"/>
          </p:nvPr>
        </p:nvSpPr>
        <p:spPr>
          <a:xfrm>
            <a:off x="720000" y="1905427"/>
            <a:ext cx="2400900" cy="45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8607" name="Google Shape;8607;p13"/>
          <p:cNvSpPr txBox="1"/>
          <p:nvPr>
            <p:ph idx="20" type="subTitle"/>
          </p:nvPr>
        </p:nvSpPr>
        <p:spPr>
          <a:xfrm>
            <a:off x="3367649" y="1905426"/>
            <a:ext cx="2404800" cy="45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8608" name="Google Shape;8608;p13"/>
          <p:cNvSpPr txBox="1"/>
          <p:nvPr>
            <p:ph idx="21" type="subTitle"/>
          </p:nvPr>
        </p:nvSpPr>
        <p:spPr>
          <a:xfrm>
            <a:off x="6019197" y="1905426"/>
            <a:ext cx="2404800" cy="45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8609" name="Google Shape;8609;p13"/>
          <p:cNvSpPr/>
          <p:nvPr/>
        </p:nvSpPr>
        <p:spPr>
          <a:xfrm>
            <a:off x="8634600" y="-164025"/>
            <a:ext cx="894600" cy="32046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10" name="Google Shape;8610;p13"/>
          <p:cNvSpPr/>
          <p:nvPr/>
        </p:nvSpPr>
        <p:spPr>
          <a:xfrm>
            <a:off x="-459596" y="-487046"/>
            <a:ext cx="1355828" cy="1425415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11" name="Google Shape;8611;p13"/>
          <p:cNvSpPr/>
          <p:nvPr/>
        </p:nvSpPr>
        <p:spPr>
          <a:xfrm>
            <a:off x="8634600" y="2643625"/>
            <a:ext cx="2404800" cy="24048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12" name="Google Shape;8612;p13"/>
          <p:cNvGrpSpPr/>
          <p:nvPr/>
        </p:nvGrpSpPr>
        <p:grpSpPr>
          <a:xfrm rot="5400000">
            <a:off x="1746620" y="2952196"/>
            <a:ext cx="347597" cy="4345456"/>
            <a:chOff x="-136402" y="-175976"/>
            <a:chExt cx="347597" cy="4345456"/>
          </a:xfrm>
        </p:grpSpPr>
        <p:sp>
          <p:nvSpPr>
            <p:cNvPr id="8613" name="Google Shape;8613;p13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13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13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13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13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13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13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13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13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13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13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13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13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13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13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13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13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13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13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13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13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13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13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13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13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13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13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0" name="Google Shape;8640;p13"/>
          <p:cNvGrpSpPr/>
          <p:nvPr/>
        </p:nvGrpSpPr>
        <p:grpSpPr>
          <a:xfrm rot="5400000">
            <a:off x="1746622" y="2952198"/>
            <a:ext cx="347597" cy="4345451"/>
            <a:chOff x="-136402" y="-175976"/>
            <a:chExt cx="347597" cy="4345451"/>
          </a:xfrm>
        </p:grpSpPr>
        <p:sp>
          <p:nvSpPr>
            <p:cNvPr id="8641" name="Google Shape;8641;p13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13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13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13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13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13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13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13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13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13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13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13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13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13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13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13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13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13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13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13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13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13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13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13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13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13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67" name="Google Shape;8667;p13"/>
          <p:cNvSpPr/>
          <p:nvPr/>
        </p:nvSpPr>
        <p:spPr>
          <a:xfrm rot="5400000">
            <a:off x="1746595" y="2952177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BLANK_1_1">
    <p:spTree>
      <p:nvGrpSpPr>
        <p:cNvPr id="8668" name="Shape 8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69" name="Google Shape;8669;p14"/>
          <p:cNvSpPr txBox="1"/>
          <p:nvPr>
            <p:ph type="title"/>
          </p:nvPr>
        </p:nvSpPr>
        <p:spPr>
          <a:xfrm>
            <a:off x="4047550" y="3509148"/>
            <a:ext cx="4360200" cy="4404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4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8670" name="Google Shape;8670;p14"/>
          <p:cNvSpPr txBox="1"/>
          <p:nvPr>
            <p:ph idx="1" type="subTitle"/>
          </p:nvPr>
        </p:nvSpPr>
        <p:spPr>
          <a:xfrm>
            <a:off x="1716550" y="1193955"/>
            <a:ext cx="6691200" cy="2184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3000"/>
              <a:buNone/>
              <a:defRPr sz="3000"/>
            </a:lvl9pPr>
          </a:lstStyle>
          <a:p/>
        </p:txBody>
      </p:sp>
      <p:grpSp>
        <p:nvGrpSpPr>
          <p:cNvPr id="8671" name="Google Shape;8671;p14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8672" name="Google Shape;8672;p14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14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14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14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14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14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14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14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14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14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14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14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14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14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14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14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14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14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14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14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14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14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14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14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14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14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14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14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14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14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14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14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14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14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14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14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14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14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14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14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14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14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14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14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14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14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14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14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14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14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14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14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14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14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14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14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14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14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14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14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14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14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14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14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14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14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14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14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14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14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14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14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14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14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14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14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14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14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14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14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14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14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14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14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14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14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14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14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14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14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14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14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14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14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14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14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14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14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14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14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14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14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14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14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14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14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14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14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14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14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14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14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14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14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14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14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14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14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14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14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14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14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14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14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14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14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14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14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14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14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14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14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14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14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14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14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14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14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14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14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14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14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14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14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14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14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14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14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14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14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14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14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14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14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14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14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14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14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14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14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14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14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14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14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14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14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14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14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14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14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14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14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14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14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14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14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14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14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14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14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14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14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14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14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14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14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14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14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14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14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14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14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14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14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14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14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14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14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14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14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14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14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14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14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14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14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14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14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14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14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14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14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14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14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14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14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14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14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14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14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14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14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14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14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14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14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14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14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14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14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14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14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14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14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14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14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14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14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14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14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14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14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14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14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14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14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14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14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14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14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14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14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14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14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14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14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14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14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14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14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14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14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14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14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14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14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14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14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14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14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14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14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14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14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14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14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14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14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14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14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14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14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14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14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14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14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14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14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14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14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14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14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14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14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14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14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14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14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14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14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14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14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14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14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14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14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14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14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14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14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14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14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14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14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14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14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14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14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14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14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14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14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14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14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14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14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14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14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14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14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14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14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14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14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14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14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14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14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14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14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14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14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14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14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14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14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14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14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14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14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14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14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14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14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14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14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14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14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14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14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14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14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14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14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14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14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14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14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14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14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14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14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14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14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14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14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14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14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14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14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14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14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14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14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14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14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14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14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14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14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14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14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14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14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14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14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14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14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14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14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14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14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14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14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14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14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14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14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14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14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14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14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14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14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14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14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14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14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14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14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14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14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14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14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14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14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14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14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14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14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14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14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14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14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14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14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14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14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14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14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14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14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14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14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14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14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14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14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14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14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14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14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14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14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14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14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14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14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14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14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14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14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14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14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14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14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14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14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14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14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14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14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14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14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14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14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14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14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14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14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14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14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14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14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14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14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14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14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14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14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14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14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14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14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14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14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14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14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14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14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14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14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14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14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14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14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14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14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14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14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14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14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14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14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14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14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14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14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14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14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14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14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14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14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14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14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14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14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14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14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14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14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14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14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14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14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14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14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14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14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14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14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14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14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14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14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14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14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14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14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14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14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14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14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14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14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14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14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14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14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14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14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14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14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14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14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14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14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14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14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14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14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14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14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14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14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14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14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14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14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14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14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14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14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14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14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14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14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14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14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14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14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14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14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14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14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14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14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14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14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14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14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14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14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14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14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14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14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14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14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14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14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14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14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14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14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14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14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14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14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14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14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14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14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14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14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14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14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14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14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14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14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14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14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14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14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14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14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14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14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14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14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14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14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14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14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14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14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14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14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14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14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14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14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14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14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14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14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14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14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14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14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14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14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14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14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14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14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14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14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14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14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14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14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14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14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14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14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14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14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14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14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14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14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14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14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14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14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14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14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14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14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14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14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14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14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14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14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14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14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14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14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14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14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14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14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14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14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14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14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14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14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14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14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14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14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14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14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14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14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14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14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14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14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14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14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14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14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14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14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14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14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14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14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14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14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14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14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14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14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14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14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14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14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14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14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14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14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14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14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14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14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14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14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14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14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14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14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14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14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14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14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14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14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14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14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14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14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14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14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14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14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14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14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14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14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14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14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14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14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14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14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14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14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14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14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14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14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14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14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14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14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14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14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14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14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14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14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14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14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14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14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14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14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14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14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14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14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14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14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14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14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14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14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14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14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14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14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14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14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14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14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14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14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14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14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14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14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14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14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14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14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14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14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14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14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14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14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14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14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14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14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14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14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14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14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14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14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14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14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14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14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14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14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14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14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14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14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14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14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14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14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14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14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14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14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14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14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14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14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14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14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14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14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14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14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14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14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14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14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14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14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14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14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14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14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14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14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14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14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14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14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14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14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14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14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14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14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14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14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14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14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14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14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14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14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14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14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14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14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14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14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14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14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14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14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14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14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14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14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14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14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14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14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14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14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14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14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14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14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14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14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14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14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14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14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14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14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14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14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14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14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14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14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14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14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14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14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14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14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14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14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14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14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14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14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14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14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14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14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14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14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14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14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14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14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14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14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14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14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14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14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14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14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14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14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14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14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14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14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14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14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14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14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14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14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14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14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14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14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14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14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14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14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14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14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14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14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14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14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14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14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14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14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14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14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14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14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14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14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14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14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14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14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14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14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14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14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14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14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14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14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14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14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14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14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14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14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14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14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14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14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14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14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14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14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14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14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14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14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14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14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14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14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14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14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14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14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14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14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14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14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14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14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14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14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14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14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14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14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14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14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14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14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14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14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14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14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14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14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14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14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14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14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14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14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14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14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14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14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14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14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14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14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14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14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14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14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14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14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14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3" name="Google Shape;9763;p14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14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14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6" name="Google Shape;9766;p14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14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14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14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14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14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14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14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14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14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14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14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14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14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14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14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14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14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14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14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14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14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14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14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14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14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14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14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14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14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14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14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14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14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14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14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14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14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14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14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14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14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14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14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14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14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14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14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14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14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14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14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14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14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14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14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14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14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14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14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14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14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14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14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14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14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2" name="Google Shape;9832;p14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3" name="Google Shape;9833;p14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14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14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14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14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14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14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14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14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14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14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14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14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14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14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14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14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14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1" name="Google Shape;9851;p14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14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14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14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14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14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14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14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14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14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14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14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14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14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14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14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14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14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14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14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14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14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14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14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14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14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14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14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14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14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14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14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14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14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14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14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14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14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14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14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14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14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14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14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14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14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14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14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14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14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1" name="Google Shape;9901;p14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2" name="Google Shape;9902;p14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14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14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14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14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14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14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14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14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14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14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14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14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14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14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14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14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14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14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14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14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14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14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14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14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14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14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14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14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14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14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14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14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14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14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14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14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14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14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14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14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14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14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14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14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14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14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14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14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14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14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14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14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14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14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14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14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14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14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14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14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3" name="Google Shape;9963;p14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14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14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14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14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14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14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14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14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14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14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4" name="Google Shape;9974;p14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5" name="Google Shape;9975;p14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14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14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14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9" name="Google Shape;9979;p14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14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1" name="Google Shape;9981;p14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14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14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14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14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14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14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14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14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14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14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14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14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14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14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14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14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8" name="Google Shape;9998;p14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9" name="Google Shape;9999;p14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14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14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14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14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4" name="Google Shape;10004;p14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14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14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14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14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14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14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14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14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14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14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14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14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14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14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14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14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14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14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14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14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14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6" name="Google Shape;10026;p14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7" name="Google Shape;10027;p14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14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9" name="Google Shape;10029;p14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0" name="Google Shape;10030;p14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14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14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3" name="Google Shape;10033;p14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4" name="Google Shape;10034;p14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14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6" name="Google Shape;10036;p14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7" name="Google Shape;10037;p14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8" name="Google Shape;10038;p14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14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14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14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14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14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14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5" name="Google Shape;10045;p14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14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7" name="Google Shape;10047;p14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8" name="Google Shape;10048;p14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14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14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1" name="Google Shape;10051;p14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2" name="Google Shape;10052;p14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3" name="Google Shape;10053;p14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4" name="Google Shape;10054;p14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5" name="Google Shape;10055;p14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6" name="Google Shape;10056;p14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7" name="Google Shape;10057;p14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8" name="Google Shape;10058;p14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9" name="Google Shape;10059;p14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0" name="Google Shape;10060;p14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1" name="Google Shape;10061;p14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2" name="Google Shape;10062;p14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3" name="Google Shape;10063;p14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4" name="Google Shape;10064;p14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5" name="Google Shape;10065;p14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6" name="Google Shape;10066;p14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7" name="Google Shape;10067;p14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8" name="Google Shape;10068;p14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9" name="Google Shape;10069;p14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0" name="Google Shape;10070;p14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1" name="Google Shape;10071;p14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2" name="Google Shape;10072;p14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3" name="Google Shape;10073;p14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4" name="Google Shape;10074;p14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14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6" name="Google Shape;10076;p14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7" name="Google Shape;10077;p14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14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14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0" name="Google Shape;10080;p14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1" name="Google Shape;10081;p14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14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3" name="Google Shape;10083;p14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4" name="Google Shape;10084;p14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5" name="Google Shape;10085;p14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6" name="Google Shape;10086;p14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7" name="Google Shape;10087;p14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8" name="Google Shape;10088;p14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9" name="Google Shape;10089;p14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14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14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2" name="Google Shape;10092;p14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3" name="Google Shape;10093;p14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4" name="Google Shape;10094;p14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5" name="Google Shape;10095;p14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6" name="Google Shape;10096;p14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14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14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9" name="Google Shape;10099;p14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0" name="Google Shape;10100;p14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14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2" name="Google Shape;10102;p14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3" name="Google Shape;10103;p14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4" name="Google Shape;10104;p14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5" name="Google Shape;10105;p14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6" name="Google Shape;10106;p14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7" name="Google Shape;10107;p14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14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9" name="Google Shape;10109;p14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0" name="Google Shape;10110;p14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1" name="Google Shape;10111;p14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2" name="Google Shape;10112;p14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3" name="Google Shape;10113;p14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4" name="Google Shape;10114;p14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5" name="Google Shape;10115;p14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6" name="Google Shape;10116;p14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14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14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9" name="Google Shape;10119;p14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0" name="Google Shape;10120;p14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14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14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3" name="Google Shape;10123;p14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4" name="Google Shape;10124;p14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14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14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14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8" name="Google Shape;10128;p14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14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0" name="Google Shape;10130;p14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1" name="Google Shape;10131;p14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14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14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4" name="Google Shape;10134;p14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5" name="Google Shape;10135;p14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6" name="Google Shape;10136;p14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14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14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14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14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14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14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3" name="Google Shape;10143;p14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14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14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14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7" name="Google Shape;10147;p14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8" name="Google Shape;10148;p14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9" name="Google Shape;10149;p14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0" name="Google Shape;10150;p14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1" name="Google Shape;10151;p14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2" name="Google Shape;10152;p14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3" name="Google Shape;10153;p14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4" name="Google Shape;10154;p14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5" name="Google Shape;10155;p14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6" name="Google Shape;10156;p14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7" name="Google Shape;10157;p14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8" name="Google Shape;10158;p14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9" name="Google Shape;10159;p14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0" name="Google Shape;10160;p14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1" name="Google Shape;10161;p14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2" name="Google Shape;10162;p14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3" name="Google Shape;10163;p14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4" name="Google Shape;10164;p14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5" name="Google Shape;10165;p14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6" name="Google Shape;10166;p14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7" name="Google Shape;10167;p14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8" name="Google Shape;10168;p14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9" name="Google Shape;10169;p14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0" name="Google Shape;10170;p14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1" name="Google Shape;10171;p14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14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14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4" name="Google Shape;10174;p14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5" name="Google Shape;10175;p14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6" name="Google Shape;10176;p14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14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8" name="Google Shape;10178;p14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9" name="Google Shape;10179;p14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0" name="Google Shape;10180;p14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1" name="Google Shape;10181;p14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2" name="Google Shape;10182;p14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3" name="Google Shape;10183;p14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4" name="Google Shape;10184;p14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5" name="Google Shape;10185;p14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6" name="Google Shape;10186;p14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7" name="Google Shape;10187;p14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8" name="Google Shape;10188;p14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9" name="Google Shape;10189;p14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0" name="Google Shape;10190;p14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1" name="Google Shape;10191;p14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2" name="Google Shape;10192;p14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3" name="Google Shape;10193;p14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14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5" name="Google Shape;10195;p14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14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14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14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14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0" name="Google Shape;10200;p14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1" name="Google Shape;10201;p14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14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3" name="Google Shape;10203;p14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4" name="Google Shape;10204;p14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5" name="Google Shape;10205;p14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6" name="Google Shape;10206;p14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7" name="Google Shape;10207;p14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8" name="Google Shape;10208;p14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9" name="Google Shape;10209;p14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0" name="Google Shape;10210;p14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1" name="Google Shape;10211;p14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14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14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14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14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6" name="Google Shape;10216;p14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7" name="Google Shape;10217;p14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8" name="Google Shape;10218;p14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9" name="Google Shape;10219;p14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0" name="Google Shape;10220;p14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1" name="Google Shape;10221;p14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2" name="Google Shape;10222;p14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3" name="Google Shape;10223;p14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14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14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14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14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8" name="Google Shape;10228;p14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9" name="Google Shape;10229;p14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0" name="Google Shape;10230;p14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14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14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14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4" name="Google Shape;10234;p14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5" name="Google Shape;10235;p14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6" name="Google Shape;10236;p14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7" name="Google Shape;10237;p14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8" name="Google Shape;10238;p14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9" name="Google Shape;10239;p14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0" name="Google Shape;10240;p14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1" name="Google Shape;10241;p14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14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14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4" name="Google Shape;10244;p14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5" name="Google Shape;10245;p14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6" name="Google Shape;10246;p14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7" name="Google Shape;10247;p14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8" name="Google Shape;10248;p14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9" name="Google Shape;10249;p14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0" name="Google Shape;10250;p14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1" name="Google Shape;10251;p14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14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3" name="Google Shape;10253;p14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4" name="Google Shape;10254;p14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5" name="Google Shape;10255;p14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6" name="Google Shape;10256;p14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7" name="Google Shape;10257;p14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14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14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0" name="Google Shape;10260;p14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1" name="Google Shape;10261;p14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14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14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4" name="Google Shape;10264;p14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5" name="Google Shape;10265;p14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14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14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8" name="Google Shape;10268;p14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9" name="Google Shape;10269;p14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14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1" name="Google Shape;10271;p14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14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3" name="Google Shape;10273;p14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4" name="Google Shape;10274;p14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5" name="Google Shape;10275;p14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6" name="Google Shape;10276;p14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7" name="Google Shape;10277;p14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8" name="Google Shape;10278;p14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9" name="Google Shape;10279;p14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0" name="Google Shape;10280;p14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1" name="Google Shape;10281;p14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14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14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14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5" name="Google Shape;10285;p14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6" name="Google Shape;10286;p14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7" name="Google Shape;10287;p14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8" name="Google Shape;10288;p14"/>
          <p:cNvGrpSpPr/>
          <p:nvPr/>
        </p:nvGrpSpPr>
        <p:grpSpPr>
          <a:xfrm rot="5400000">
            <a:off x="2432820" y="2941896"/>
            <a:ext cx="347597" cy="4345456"/>
            <a:chOff x="-136402" y="-175976"/>
            <a:chExt cx="347597" cy="4345456"/>
          </a:xfrm>
        </p:grpSpPr>
        <p:sp>
          <p:nvSpPr>
            <p:cNvPr id="10289" name="Google Shape;10289;p14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0" name="Google Shape;10290;p14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1" name="Google Shape;10291;p14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2" name="Google Shape;10292;p14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3" name="Google Shape;10293;p14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4" name="Google Shape;10294;p14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5" name="Google Shape;10295;p14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6" name="Google Shape;10296;p14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14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8" name="Google Shape;10298;p14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9" name="Google Shape;10299;p14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0" name="Google Shape;10300;p14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1" name="Google Shape;10301;p14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2" name="Google Shape;10302;p14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3" name="Google Shape;10303;p14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4" name="Google Shape;10304;p14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5" name="Google Shape;10305;p14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6" name="Google Shape;10306;p14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7" name="Google Shape;10307;p14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8" name="Google Shape;10308;p14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9" name="Google Shape;10309;p14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0" name="Google Shape;10310;p14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1" name="Google Shape;10311;p14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2" name="Google Shape;10312;p14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3" name="Google Shape;10313;p14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4" name="Google Shape;10314;p14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14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6" name="Google Shape;10316;p14"/>
          <p:cNvGrpSpPr/>
          <p:nvPr/>
        </p:nvGrpSpPr>
        <p:grpSpPr>
          <a:xfrm rot="5400000">
            <a:off x="2432822" y="2941898"/>
            <a:ext cx="347597" cy="4345451"/>
            <a:chOff x="-136402" y="-175976"/>
            <a:chExt cx="347597" cy="4345451"/>
          </a:xfrm>
        </p:grpSpPr>
        <p:sp>
          <p:nvSpPr>
            <p:cNvPr id="10317" name="Google Shape;10317;p14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8" name="Google Shape;10318;p14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9" name="Google Shape;10319;p14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0" name="Google Shape;10320;p14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1" name="Google Shape;10321;p14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2" name="Google Shape;10322;p14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14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14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5" name="Google Shape;10325;p14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6" name="Google Shape;10326;p14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7" name="Google Shape;10327;p14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14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14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0" name="Google Shape;10330;p14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1" name="Google Shape;10331;p14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2" name="Google Shape;10332;p14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3" name="Google Shape;10333;p14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4" name="Google Shape;10334;p14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5" name="Google Shape;10335;p14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6" name="Google Shape;10336;p14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7" name="Google Shape;10337;p14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8" name="Google Shape;10338;p14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9" name="Google Shape;10339;p14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0" name="Google Shape;10340;p14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1" name="Google Shape;10341;p14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2" name="Google Shape;10342;p14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43" name="Google Shape;10343;p14"/>
          <p:cNvSpPr/>
          <p:nvPr/>
        </p:nvSpPr>
        <p:spPr>
          <a:xfrm rot="5400000">
            <a:off x="2432795" y="2941877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44" name="Google Shape;10344;p14"/>
          <p:cNvGrpSpPr/>
          <p:nvPr/>
        </p:nvGrpSpPr>
        <p:grpSpPr>
          <a:xfrm rot="10800000">
            <a:off x="8913498" y="-248025"/>
            <a:ext cx="347597" cy="4345456"/>
            <a:chOff x="-136402" y="-175976"/>
            <a:chExt cx="347597" cy="4345456"/>
          </a:xfrm>
        </p:grpSpPr>
        <p:sp>
          <p:nvSpPr>
            <p:cNvPr id="10345" name="Google Shape;10345;p14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14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7" name="Google Shape;10347;p14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8" name="Google Shape;10348;p14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9" name="Google Shape;10349;p14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14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14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2" name="Google Shape;10352;p14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3" name="Google Shape;10353;p14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4" name="Google Shape;10354;p14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5" name="Google Shape;10355;p14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6" name="Google Shape;10356;p14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7" name="Google Shape;10357;p14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8" name="Google Shape;10358;p14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9" name="Google Shape;10359;p14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0" name="Google Shape;10360;p14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14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2" name="Google Shape;10362;p14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3" name="Google Shape;10363;p14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14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5" name="Google Shape;10365;p14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6" name="Google Shape;10366;p14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7" name="Google Shape;10367;p14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8" name="Google Shape;10368;p14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14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0" name="Google Shape;10370;p14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1" name="Google Shape;10371;p14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2" name="Google Shape;10372;p14"/>
          <p:cNvGrpSpPr/>
          <p:nvPr/>
        </p:nvGrpSpPr>
        <p:grpSpPr>
          <a:xfrm rot="10800000">
            <a:off x="8913498" y="-248020"/>
            <a:ext cx="347597" cy="4345451"/>
            <a:chOff x="-136402" y="-175976"/>
            <a:chExt cx="347597" cy="4345451"/>
          </a:xfrm>
        </p:grpSpPr>
        <p:sp>
          <p:nvSpPr>
            <p:cNvPr id="10373" name="Google Shape;10373;p14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4" name="Google Shape;10374;p14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5" name="Google Shape;10375;p14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6" name="Google Shape;10376;p14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7" name="Google Shape;10377;p14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8" name="Google Shape;10378;p14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9" name="Google Shape;10379;p14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0" name="Google Shape;10380;p14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1" name="Google Shape;10381;p14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14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3" name="Google Shape;10383;p14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4" name="Google Shape;10384;p14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5" name="Google Shape;10385;p14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6" name="Google Shape;10386;p14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7" name="Google Shape;10387;p14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14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14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0" name="Google Shape;10390;p14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1" name="Google Shape;10391;p14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2" name="Google Shape;10392;p14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3" name="Google Shape;10393;p14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4" name="Google Shape;10394;p14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5" name="Google Shape;10395;p14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6" name="Google Shape;10396;p14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7" name="Google Shape;10397;p14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8" name="Google Shape;10398;p14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99" name="Google Shape;10399;p14"/>
          <p:cNvSpPr/>
          <p:nvPr/>
        </p:nvSpPr>
        <p:spPr>
          <a:xfrm rot="10800000">
            <a:off x="8913443" y="-248020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">
    <p:spTree>
      <p:nvGrpSpPr>
        <p:cNvPr id="10400" name="Shape 10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01" name="Google Shape;10401;p15"/>
          <p:cNvSpPr txBox="1"/>
          <p:nvPr>
            <p:ph type="title"/>
          </p:nvPr>
        </p:nvSpPr>
        <p:spPr>
          <a:xfrm>
            <a:off x="967038" y="799475"/>
            <a:ext cx="3296400" cy="255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0402" name="Google Shape;10402;p15"/>
          <p:cNvSpPr txBox="1"/>
          <p:nvPr>
            <p:ph idx="1" type="subTitle"/>
          </p:nvPr>
        </p:nvSpPr>
        <p:spPr>
          <a:xfrm>
            <a:off x="967038" y="3301290"/>
            <a:ext cx="3296400" cy="115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10403" name="Google Shape;10403;p15"/>
          <p:cNvSpPr/>
          <p:nvPr>
            <p:ph idx="2" type="pic"/>
          </p:nvPr>
        </p:nvSpPr>
        <p:spPr>
          <a:xfrm>
            <a:off x="4729963" y="984450"/>
            <a:ext cx="3177300" cy="3174600"/>
          </a:xfrm>
          <a:prstGeom prst="ellipse">
            <a:avLst/>
          </a:prstGeom>
          <a:noFill/>
          <a:ln>
            <a:noFill/>
          </a:ln>
        </p:spPr>
      </p:sp>
      <p:grpSp>
        <p:nvGrpSpPr>
          <p:cNvPr id="10404" name="Google Shape;10404;p15"/>
          <p:cNvGrpSpPr/>
          <p:nvPr/>
        </p:nvGrpSpPr>
        <p:grpSpPr>
          <a:xfrm rot="5400000">
            <a:off x="4568820" y="2952196"/>
            <a:ext cx="347597" cy="4345456"/>
            <a:chOff x="-136402" y="-175976"/>
            <a:chExt cx="347597" cy="4345456"/>
          </a:xfrm>
        </p:grpSpPr>
        <p:sp>
          <p:nvSpPr>
            <p:cNvPr id="10405" name="Google Shape;10405;p15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6" name="Google Shape;10406;p15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7" name="Google Shape;10407;p15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8" name="Google Shape;10408;p15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9" name="Google Shape;10409;p15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0" name="Google Shape;10410;p15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1" name="Google Shape;10411;p15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15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15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15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15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6" name="Google Shape;10416;p15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7" name="Google Shape;10417;p15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8" name="Google Shape;10418;p15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15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15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15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2" name="Google Shape;10422;p15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3" name="Google Shape;10423;p15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4" name="Google Shape;10424;p15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5" name="Google Shape;10425;p15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6" name="Google Shape;10426;p15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7" name="Google Shape;10427;p15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8" name="Google Shape;10428;p15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9" name="Google Shape;10429;p15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0" name="Google Shape;10430;p15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1" name="Google Shape;10431;p15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2" name="Google Shape;10432;p15"/>
          <p:cNvGrpSpPr/>
          <p:nvPr/>
        </p:nvGrpSpPr>
        <p:grpSpPr>
          <a:xfrm rot="5400000">
            <a:off x="4568822" y="2952198"/>
            <a:ext cx="347597" cy="4345451"/>
            <a:chOff x="-136402" y="-175976"/>
            <a:chExt cx="347597" cy="4345451"/>
          </a:xfrm>
        </p:grpSpPr>
        <p:sp>
          <p:nvSpPr>
            <p:cNvPr id="10433" name="Google Shape;10433;p15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15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15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15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7" name="Google Shape;10437;p15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8" name="Google Shape;10438;p15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9" name="Google Shape;10439;p15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0" name="Google Shape;10440;p15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15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15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15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15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5" name="Google Shape;10445;p15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6" name="Google Shape;10446;p15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15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15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9" name="Google Shape;10449;p15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0" name="Google Shape;10450;p15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1" name="Google Shape;10451;p15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15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15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4" name="Google Shape;10454;p15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5" name="Google Shape;10455;p15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6" name="Google Shape;10456;p15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7" name="Google Shape;10457;p15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15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59" name="Google Shape;10459;p15"/>
          <p:cNvSpPr/>
          <p:nvPr/>
        </p:nvSpPr>
        <p:spPr>
          <a:xfrm rot="5400000">
            <a:off x="4568795" y="2952177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60" name="Google Shape;10460;p15"/>
          <p:cNvSpPr/>
          <p:nvPr/>
        </p:nvSpPr>
        <p:spPr>
          <a:xfrm>
            <a:off x="-167150" y="1180050"/>
            <a:ext cx="646800" cy="29790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61" name="Google Shape;10461;p15"/>
          <p:cNvSpPr/>
          <p:nvPr/>
        </p:nvSpPr>
        <p:spPr>
          <a:xfrm>
            <a:off x="299813" y="3036962"/>
            <a:ext cx="355580" cy="373786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4">
    <p:spTree>
      <p:nvGrpSpPr>
        <p:cNvPr id="10462" name="Shape 10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63" name="Google Shape;10463;p16"/>
          <p:cNvSpPr txBox="1"/>
          <p:nvPr>
            <p:ph type="title"/>
          </p:nvPr>
        </p:nvSpPr>
        <p:spPr>
          <a:xfrm>
            <a:off x="720000" y="1620638"/>
            <a:ext cx="3287400" cy="127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0464" name="Google Shape;10464;p16"/>
          <p:cNvSpPr txBox="1"/>
          <p:nvPr>
            <p:ph idx="1" type="subTitle"/>
          </p:nvPr>
        </p:nvSpPr>
        <p:spPr>
          <a:xfrm>
            <a:off x="720000" y="2703098"/>
            <a:ext cx="3287400" cy="117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10465" name="Google Shape;10465;p16"/>
          <p:cNvGrpSpPr/>
          <p:nvPr/>
        </p:nvGrpSpPr>
        <p:grpSpPr>
          <a:xfrm rot="5400000">
            <a:off x="4091220" y="2906246"/>
            <a:ext cx="347597" cy="4345456"/>
            <a:chOff x="-136402" y="-175976"/>
            <a:chExt cx="347597" cy="4345456"/>
          </a:xfrm>
        </p:grpSpPr>
        <p:sp>
          <p:nvSpPr>
            <p:cNvPr id="10466" name="Google Shape;10466;p16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7" name="Google Shape;10467;p16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8" name="Google Shape;10468;p16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9" name="Google Shape;10469;p16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0" name="Google Shape;10470;p16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16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16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3" name="Google Shape;10473;p16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4" name="Google Shape;10474;p16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5" name="Google Shape;10475;p16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6" name="Google Shape;10476;p16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16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16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9" name="Google Shape;10479;p16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0" name="Google Shape;10480;p16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1" name="Google Shape;10481;p16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16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16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4" name="Google Shape;10484;p16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5" name="Google Shape;10485;p16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6" name="Google Shape;10486;p16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7" name="Google Shape;10487;p16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16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16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0" name="Google Shape;10490;p16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1" name="Google Shape;10491;p16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2" name="Google Shape;10492;p16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3" name="Google Shape;10493;p16"/>
          <p:cNvGrpSpPr/>
          <p:nvPr/>
        </p:nvGrpSpPr>
        <p:grpSpPr>
          <a:xfrm rot="5400000">
            <a:off x="4091222" y="2906248"/>
            <a:ext cx="347597" cy="4345451"/>
            <a:chOff x="-136402" y="-175976"/>
            <a:chExt cx="347597" cy="4345451"/>
          </a:xfrm>
        </p:grpSpPr>
        <p:sp>
          <p:nvSpPr>
            <p:cNvPr id="10494" name="Google Shape;10494;p16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16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16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16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16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9" name="Google Shape;10499;p16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0" name="Google Shape;10500;p16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16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16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16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4" name="Google Shape;10504;p16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5" name="Google Shape;10505;p16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6" name="Google Shape;10506;p16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7" name="Google Shape;10507;p16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8" name="Google Shape;10508;p16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9" name="Google Shape;10509;p16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0" name="Google Shape;10510;p16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1" name="Google Shape;10511;p16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2" name="Google Shape;10512;p16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3" name="Google Shape;10513;p16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4" name="Google Shape;10514;p16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5" name="Google Shape;10515;p16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6" name="Google Shape;10516;p16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16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8" name="Google Shape;10518;p16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16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20" name="Google Shape;10520;p16"/>
          <p:cNvSpPr/>
          <p:nvPr/>
        </p:nvSpPr>
        <p:spPr>
          <a:xfrm rot="5400000">
            <a:off x="4091195" y="2906227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21" name="Google Shape;10521;p16"/>
          <p:cNvSpPr/>
          <p:nvPr/>
        </p:nvSpPr>
        <p:spPr>
          <a:xfrm rot="5400000">
            <a:off x="5873525" y="-1188650"/>
            <a:ext cx="1019100" cy="20310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22" name="Google Shape;10522;p16"/>
          <p:cNvSpPr/>
          <p:nvPr/>
        </p:nvSpPr>
        <p:spPr>
          <a:xfrm rot="5400000">
            <a:off x="4638272" y="-421105"/>
            <a:ext cx="960600" cy="9606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4_1">
    <p:spTree>
      <p:nvGrpSpPr>
        <p:cNvPr id="10523" name="Shape 10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" name="Google Shape;10524;p17"/>
          <p:cNvSpPr txBox="1"/>
          <p:nvPr>
            <p:ph type="title"/>
          </p:nvPr>
        </p:nvSpPr>
        <p:spPr>
          <a:xfrm>
            <a:off x="4539175" y="1393675"/>
            <a:ext cx="3891600" cy="59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0525" name="Google Shape;10525;p17"/>
          <p:cNvSpPr txBox="1"/>
          <p:nvPr>
            <p:ph idx="1" type="subTitle"/>
          </p:nvPr>
        </p:nvSpPr>
        <p:spPr>
          <a:xfrm>
            <a:off x="4539150" y="1800275"/>
            <a:ext cx="3891600" cy="93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3">
  <p:cSld name="CUSTOM_11">
    <p:spTree>
      <p:nvGrpSpPr>
        <p:cNvPr id="10526" name="Shape 105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" name="Google Shape;10527;p18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grpSp>
        <p:nvGrpSpPr>
          <p:cNvPr id="10528" name="Google Shape;10528;p18"/>
          <p:cNvGrpSpPr/>
          <p:nvPr/>
        </p:nvGrpSpPr>
        <p:grpSpPr>
          <a:xfrm>
            <a:off x="8870898" y="929774"/>
            <a:ext cx="347597" cy="4345456"/>
            <a:chOff x="-136402" y="-175976"/>
            <a:chExt cx="347597" cy="4345456"/>
          </a:xfrm>
        </p:grpSpPr>
        <p:sp>
          <p:nvSpPr>
            <p:cNvPr id="10529" name="Google Shape;10529;p18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0" name="Google Shape;10530;p18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1" name="Google Shape;10531;p18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2" name="Google Shape;10532;p18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3" name="Google Shape;10533;p18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4" name="Google Shape;10534;p18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5" name="Google Shape;10535;p18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6" name="Google Shape;10536;p18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18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8" name="Google Shape;10538;p18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9" name="Google Shape;10539;p18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18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18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2" name="Google Shape;10542;p18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3" name="Google Shape;10543;p18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4" name="Google Shape;10544;p18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5" name="Google Shape;10545;p18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6" name="Google Shape;10546;p18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7" name="Google Shape;10547;p18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8" name="Google Shape;10548;p18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18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0" name="Google Shape;10550;p18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1" name="Google Shape;10551;p18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2" name="Google Shape;10552;p18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3" name="Google Shape;10553;p18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4" name="Google Shape;10554;p18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5" name="Google Shape;10555;p18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6" name="Google Shape;10556;p18"/>
          <p:cNvGrpSpPr/>
          <p:nvPr/>
        </p:nvGrpSpPr>
        <p:grpSpPr>
          <a:xfrm>
            <a:off x="8870898" y="929774"/>
            <a:ext cx="347597" cy="4345451"/>
            <a:chOff x="-136402" y="-175976"/>
            <a:chExt cx="347597" cy="4345451"/>
          </a:xfrm>
        </p:grpSpPr>
        <p:sp>
          <p:nvSpPr>
            <p:cNvPr id="10557" name="Google Shape;10557;p18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8" name="Google Shape;10558;p18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9" name="Google Shape;10559;p18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0" name="Google Shape;10560;p18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1" name="Google Shape;10561;p18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2" name="Google Shape;10562;p18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3" name="Google Shape;10563;p18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4" name="Google Shape;10564;p18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5" name="Google Shape;10565;p18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6" name="Google Shape;10566;p18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7" name="Google Shape;10567;p18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8" name="Google Shape;10568;p18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9" name="Google Shape;10569;p18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0" name="Google Shape;10570;p18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1" name="Google Shape;10571;p18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2" name="Google Shape;10572;p18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3" name="Google Shape;10573;p18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4" name="Google Shape;10574;p18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5" name="Google Shape;10575;p18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18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7" name="Google Shape;10577;p18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8" name="Google Shape;10578;p18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9" name="Google Shape;10579;p18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0" name="Google Shape;10580;p18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1" name="Google Shape;10581;p18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2" name="Google Shape;10582;p18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83" name="Google Shape;10583;p18"/>
          <p:cNvSpPr/>
          <p:nvPr/>
        </p:nvSpPr>
        <p:spPr>
          <a:xfrm>
            <a:off x="8870850" y="929725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4" name="Google Shape;10584;p18"/>
          <p:cNvSpPr/>
          <p:nvPr/>
        </p:nvSpPr>
        <p:spPr>
          <a:xfrm>
            <a:off x="-770275" y="-449275"/>
            <a:ext cx="1540800" cy="15408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5" name="Google Shape;10585;p18"/>
          <p:cNvSpPr/>
          <p:nvPr/>
        </p:nvSpPr>
        <p:spPr>
          <a:xfrm>
            <a:off x="-437725" y="-116725"/>
            <a:ext cx="875700" cy="8757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6" name="Google Shape;10586;p18"/>
          <p:cNvSpPr/>
          <p:nvPr/>
        </p:nvSpPr>
        <p:spPr>
          <a:xfrm>
            <a:off x="-260868" y="4310950"/>
            <a:ext cx="1206475" cy="1268396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7" name="Google Shape;10587;p18"/>
          <p:cNvSpPr txBox="1"/>
          <p:nvPr>
            <p:ph idx="1" type="subTitle"/>
          </p:nvPr>
        </p:nvSpPr>
        <p:spPr>
          <a:xfrm>
            <a:off x="1252500" y="1091525"/>
            <a:ext cx="6639000" cy="60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588" name="Google Shape;10588;p18"/>
          <p:cNvSpPr txBox="1"/>
          <p:nvPr>
            <p:ph idx="2" type="subTitle"/>
          </p:nvPr>
        </p:nvSpPr>
        <p:spPr>
          <a:xfrm>
            <a:off x="720000" y="1758275"/>
            <a:ext cx="4173600" cy="201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 sz="1400"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4">
  <p:cSld name="CUSTOM_11_1">
    <p:spTree>
      <p:nvGrpSpPr>
        <p:cNvPr id="10589" name="Shape 105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0" name="Google Shape;10590;p1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grpSp>
        <p:nvGrpSpPr>
          <p:cNvPr id="10591" name="Google Shape;10591;p19"/>
          <p:cNvGrpSpPr/>
          <p:nvPr/>
        </p:nvGrpSpPr>
        <p:grpSpPr>
          <a:xfrm rot="5400000">
            <a:off x="7098202" y="-2115604"/>
            <a:ext cx="347597" cy="4345456"/>
            <a:chOff x="-136402" y="-175976"/>
            <a:chExt cx="347597" cy="4345456"/>
          </a:xfrm>
        </p:grpSpPr>
        <p:sp>
          <p:nvSpPr>
            <p:cNvPr id="10592" name="Google Shape;10592;p19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19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4" name="Google Shape;10594;p19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5" name="Google Shape;10595;p19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19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7" name="Google Shape;10597;p19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8" name="Google Shape;10598;p19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19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19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1" name="Google Shape;10601;p19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2" name="Google Shape;10602;p19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3" name="Google Shape;10603;p19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4" name="Google Shape;10604;p19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5" name="Google Shape;10605;p19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6" name="Google Shape;10606;p19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19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8" name="Google Shape;10608;p19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9" name="Google Shape;10609;p19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19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19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2" name="Google Shape;10612;p19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3" name="Google Shape;10613;p19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4" name="Google Shape;10614;p19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5" name="Google Shape;10615;p19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6" name="Google Shape;10616;p19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7" name="Google Shape;10617;p19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8" name="Google Shape;10618;p19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9" name="Google Shape;10619;p19"/>
          <p:cNvGrpSpPr/>
          <p:nvPr/>
        </p:nvGrpSpPr>
        <p:grpSpPr>
          <a:xfrm rot="5400000">
            <a:off x="7098204" y="-2115602"/>
            <a:ext cx="347597" cy="4345451"/>
            <a:chOff x="-136402" y="-175976"/>
            <a:chExt cx="347597" cy="4345451"/>
          </a:xfrm>
        </p:grpSpPr>
        <p:sp>
          <p:nvSpPr>
            <p:cNvPr id="10620" name="Google Shape;10620;p19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19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19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3" name="Google Shape;10623;p19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4" name="Google Shape;10624;p19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5" name="Google Shape;10625;p19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6" name="Google Shape;10626;p19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7" name="Google Shape;10627;p19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19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9" name="Google Shape;10629;p19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0" name="Google Shape;10630;p19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1" name="Google Shape;10631;p19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2" name="Google Shape;10632;p19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19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19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5" name="Google Shape;10635;p19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6" name="Google Shape;10636;p19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7" name="Google Shape;10637;p19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8" name="Google Shape;10638;p19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9" name="Google Shape;10639;p19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19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1" name="Google Shape;10641;p19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2" name="Google Shape;10642;p19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3" name="Google Shape;10643;p19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4" name="Google Shape;10644;p19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5" name="Google Shape;10645;p19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46" name="Google Shape;10646;p19"/>
          <p:cNvSpPr/>
          <p:nvPr/>
        </p:nvSpPr>
        <p:spPr>
          <a:xfrm rot="5400000">
            <a:off x="7098177" y="-2115623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47" name="Google Shape;10647;p19"/>
          <p:cNvSpPr/>
          <p:nvPr/>
        </p:nvSpPr>
        <p:spPr>
          <a:xfrm>
            <a:off x="8176025" y="4174750"/>
            <a:ext cx="1540800" cy="15408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48" name="Google Shape;10648;p19"/>
          <p:cNvSpPr/>
          <p:nvPr/>
        </p:nvSpPr>
        <p:spPr>
          <a:xfrm>
            <a:off x="8508575" y="4507300"/>
            <a:ext cx="875700" cy="8757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49" name="Google Shape;10649;p19"/>
          <p:cNvSpPr/>
          <p:nvPr/>
        </p:nvSpPr>
        <p:spPr>
          <a:xfrm>
            <a:off x="-364673" y="2450899"/>
            <a:ext cx="913945" cy="960808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50" name="Google Shape;10650;p19"/>
          <p:cNvSpPr txBox="1"/>
          <p:nvPr>
            <p:ph idx="1" type="subTitle"/>
          </p:nvPr>
        </p:nvSpPr>
        <p:spPr>
          <a:xfrm>
            <a:off x="720000" y="1091525"/>
            <a:ext cx="7704000" cy="49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651" name="Google Shape;10651;p19"/>
          <p:cNvSpPr txBox="1"/>
          <p:nvPr>
            <p:ph idx="2" type="subTitle"/>
          </p:nvPr>
        </p:nvSpPr>
        <p:spPr>
          <a:xfrm>
            <a:off x="720000" y="1758275"/>
            <a:ext cx="3782400" cy="265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 sz="1400"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652" name="Google Shape;10652;p19"/>
          <p:cNvSpPr txBox="1"/>
          <p:nvPr>
            <p:ph idx="3" type="subTitle"/>
          </p:nvPr>
        </p:nvSpPr>
        <p:spPr>
          <a:xfrm>
            <a:off x="4645075" y="1758275"/>
            <a:ext cx="3785700" cy="222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 sz="1400"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5">
  <p:cSld name="CUSTOM_11_1_1">
    <p:spTree>
      <p:nvGrpSpPr>
        <p:cNvPr id="10653" name="Shape 106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54" name="Google Shape;10654;p20"/>
          <p:cNvSpPr txBox="1"/>
          <p:nvPr>
            <p:ph type="title"/>
          </p:nvPr>
        </p:nvSpPr>
        <p:spPr>
          <a:xfrm>
            <a:off x="720000" y="1735988"/>
            <a:ext cx="3929400" cy="730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0655" name="Google Shape;10655;p20"/>
          <p:cNvSpPr txBox="1"/>
          <p:nvPr>
            <p:ph idx="1" type="subTitle"/>
          </p:nvPr>
        </p:nvSpPr>
        <p:spPr>
          <a:xfrm>
            <a:off x="720000" y="2275163"/>
            <a:ext cx="3929400" cy="94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10656" name="Google Shape;10656;p20"/>
          <p:cNvGrpSpPr/>
          <p:nvPr/>
        </p:nvGrpSpPr>
        <p:grpSpPr>
          <a:xfrm rot="5400000">
            <a:off x="6412545" y="2906246"/>
            <a:ext cx="347597" cy="4345456"/>
            <a:chOff x="-136402" y="-175976"/>
            <a:chExt cx="347597" cy="4345456"/>
          </a:xfrm>
        </p:grpSpPr>
        <p:sp>
          <p:nvSpPr>
            <p:cNvPr id="10657" name="Google Shape;10657;p20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8" name="Google Shape;10658;p20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9" name="Google Shape;10659;p20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0" name="Google Shape;10660;p20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1" name="Google Shape;10661;p20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2" name="Google Shape;10662;p20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3" name="Google Shape;10663;p20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4" name="Google Shape;10664;p20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5" name="Google Shape;10665;p20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6" name="Google Shape;10666;p20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7" name="Google Shape;10667;p20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8" name="Google Shape;10668;p20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9" name="Google Shape;10669;p20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0" name="Google Shape;10670;p20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1" name="Google Shape;10671;p20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2" name="Google Shape;10672;p20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3" name="Google Shape;10673;p20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4" name="Google Shape;10674;p20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5" name="Google Shape;10675;p20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6" name="Google Shape;10676;p20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7" name="Google Shape;10677;p20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8" name="Google Shape;10678;p20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20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0" name="Google Shape;10680;p20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1" name="Google Shape;10681;p20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2" name="Google Shape;10682;p20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3" name="Google Shape;10683;p20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4" name="Google Shape;10684;p20"/>
          <p:cNvGrpSpPr/>
          <p:nvPr/>
        </p:nvGrpSpPr>
        <p:grpSpPr>
          <a:xfrm rot="5400000">
            <a:off x="6412547" y="2906248"/>
            <a:ext cx="347597" cy="4345451"/>
            <a:chOff x="-136402" y="-175976"/>
            <a:chExt cx="347597" cy="4345451"/>
          </a:xfrm>
        </p:grpSpPr>
        <p:sp>
          <p:nvSpPr>
            <p:cNvPr id="10685" name="Google Shape;10685;p20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6" name="Google Shape;10686;p20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7" name="Google Shape;10687;p20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8" name="Google Shape;10688;p20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9" name="Google Shape;10689;p20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20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20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2" name="Google Shape;10692;p20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3" name="Google Shape;10693;p20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4" name="Google Shape;10694;p20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5" name="Google Shape;10695;p20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6" name="Google Shape;10696;p20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7" name="Google Shape;10697;p20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8" name="Google Shape;10698;p20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9" name="Google Shape;10699;p20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0" name="Google Shape;10700;p20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1" name="Google Shape;10701;p20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2" name="Google Shape;10702;p20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3" name="Google Shape;10703;p20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4" name="Google Shape;10704;p20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5" name="Google Shape;10705;p20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6" name="Google Shape;10706;p20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7" name="Google Shape;10707;p20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8" name="Google Shape;10708;p20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9" name="Google Shape;10709;p20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0" name="Google Shape;10710;p20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11" name="Google Shape;10711;p20"/>
          <p:cNvSpPr/>
          <p:nvPr/>
        </p:nvSpPr>
        <p:spPr>
          <a:xfrm rot="5400000">
            <a:off x="6412520" y="2906227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12" name="Google Shape;10712;p20"/>
          <p:cNvSpPr/>
          <p:nvPr/>
        </p:nvSpPr>
        <p:spPr>
          <a:xfrm rot="5400000">
            <a:off x="2791275" y="-1188650"/>
            <a:ext cx="1019100" cy="20310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13" name="Google Shape;10713;p20"/>
          <p:cNvSpPr/>
          <p:nvPr/>
        </p:nvSpPr>
        <p:spPr>
          <a:xfrm rot="5400000">
            <a:off x="1556022" y="-421105"/>
            <a:ext cx="960600" cy="9606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TITLE_AND_TWO_COLUMNS_1">
    <p:spTree>
      <p:nvGrpSpPr>
        <p:cNvPr id="10714" name="Shape 10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15" name="Google Shape;10715;p21"/>
          <p:cNvSpPr txBox="1"/>
          <p:nvPr>
            <p:ph type="title"/>
          </p:nvPr>
        </p:nvSpPr>
        <p:spPr>
          <a:xfrm>
            <a:off x="720000" y="445025"/>
            <a:ext cx="77040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16" name="Google Shape;10716;p21"/>
          <p:cNvSpPr txBox="1"/>
          <p:nvPr>
            <p:ph idx="1" type="subTitle"/>
          </p:nvPr>
        </p:nvSpPr>
        <p:spPr>
          <a:xfrm>
            <a:off x="1080725" y="2660275"/>
            <a:ext cx="2979900" cy="129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17" name="Google Shape;10717;p21"/>
          <p:cNvSpPr txBox="1"/>
          <p:nvPr>
            <p:ph idx="2" type="subTitle"/>
          </p:nvPr>
        </p:nvSpPr>
        <p:spPr>
          <a:xfrm>
            <a:off x="1080725" y="2305450"/>
            <a:ext cx="2979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718" name="Google Shape;10718;p21"/>
          <p:cNvSpPr txBox="1"/>
          <p:nvPr>
            <p:ph idx="3" type="subTitle"/>
          </p:nvPr>
        </p:nvSpPr>
        <p:spPr>
          <a:xfrm>
            <a:off x="5083355" y="2660275"/>
            <a:ext cx="2979900" cy="129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19" name="Google Shape;10719;p21"/>
          <p:cNvSpPr txBox="1"/>
          <p:nvPr>
            <p:ph idx="4" type="subTitle"/>
          </p:nvPr>
        </p:nvSpPr>
        <p:spPr>
          <a:xfrm>
            <a:off x="5083355" y="2305450"/>
            <a:ext cx="2979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720" name="Google Shape;10720;p21"/>
          <p:cNvSpPr/>
          <p:nvPr/>
        </p:nvSpPr>
        <p:spPr>
          <a:xfrm>
            <a:off x="-149000" y="4777950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21" name="Google Shape;10721;p21"/>
          <p:cNvSpPr/>
          <p:nvPr/>
        </p:nvSpPr>
        <p:spPr>
          <a:xfrm>
            <a:off x="1164785" y="4482086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22" name="Google Shape;10722;p21"/>
          <p:cNvSpPr/>
          <p:nvPr/>
        </p:nvSpPr>
        <p:spPr>
          <a:xfrm>
            <a:off x="170075" y="137047"/>
            <a:ext cx="592820" cy="592943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TITLE_AND_TWO_COLUMNS_1_1">
    <p:bg>
      <p:bgPr>
        <a:solidFill>
          <a:schemeClr val="dk1"/>
        </a:solidFill>
      </p:bgPr>
    </p:bg>
    <p:spTree>
      <p:nvGrpSpPr>
        <p:cNvPr id="10723" name="Shape 107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24" name="Google Shape;10724;p22"/>
          <p:cNvSpPr txBox="1"/>
          <p:nvPr>
            <p:ph type="title"/>
          </p:nvPr>
        </p:nvSpPr>
        <p:spPr>
          <a:xfrm>
            <a:off x="720000" y="445025"/>
            <a:ext cx="77040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25" name="Google Shape;10725;p22"/>
          <p:cNvSpPr txBox="1"/>
          <p:nvPr>
            <p:ph idx="1" type="subTitle"/>
          </p:nvPr>
        </p:nvSpPr>
        <p:spPr>
          <a:xfrm>
            <a:off x="4756186" y="2056225"/>
            <a:ext cx="3154800" cy="228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b="0">
                <a:solidFill>
                  <a:schemeClr val="dk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26" name="Google Shape;10726;p22"/>
          <p:cNvSpPr txBox="1"/>
          <p:nvPr>
            <p:ph idx="2" type="subTitle"/>
          </p:nvPr>
        </p:nvSpPr>
        <p:spPr>
          <a:xfrm>
            <a:off x="1233025" y="2056225"/>
            <a:ext cx="3150600" cy="228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b="0">
                <a:solidFill>
                  <a:schemeClr val="dk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27" name="Google Shape;10727;p22"/>
          <p:cNvSpPr/>
          <p:nvPr/>
        </p:nvSpPr>
        <p:spPr>
          <a:xfrm>
            <a:off x="-147675" y="160787"/>
            <a:ext cx="720486" cy="757420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28" name="Google Shape;10728;p22"/>
          <p:cNvGrpSpPr/>
          <p:nvPr/>
        </p:nvGrpSpPr>
        <p:grpSpPr>
          <a:xfrm rot="5400000">
            <a:off x="1851245" y="2884771"/>
            <a:ext cx="347597" cy="4345456"/>
            <a:chOff x="-136402" y="-175976"/>
            <a:chExt cx="347597" cy="4345456"/>
          </a:xfrm>
        </p:grpSpPr>
        <p:sp>
          <p:nvSpPr>
            <p:cNvPr id="10729" name="Google Shape;10729;p22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0" name="Google Shape;10730;p22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1" name="Google Shape;10731;p22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2" name="Google Shape;10732;p22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3" name="Google Shape;10733;p22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22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5" name="Google Shape;10735;p22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6" name="Google Shape;10736;p22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7" name="Google Shape;10737;p22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8" name="Google Shape;10738;p22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9" name="Google Shape;10739;p22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0" name="Google Shape;10740;p22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1" name="Google Shape;10741;p22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2" name="Google Shape;10742;p22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3" name="Google Shape;10743;p22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4" name="Google Shape;10744;p22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5" name="Google Shape;10745;p22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6" name="Google Shape;10746;p22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7" name="Google Shape;10747;p22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8" name="Google Shape;10748;p22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9" name="Google Shape;10749;p22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0" name="Google Shape;10750;p22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1" name="Google Shape;10751;p22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2" name="Google Shape;10752;p22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3" name="Google Shape;10753;p22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4" name="Google Shape;10754;p22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5" name="Google Shape;10755;p22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6" name="Google Shape;10756;p22"/>
          <p:cNvGrpSpPr/>
          <p:nvPr/>
        </p:nvGrpSpPr>
        <p:grpSpPr>
          <a:xfrm rot="5400000">
            <a:off x="1851247" y="2884773"/>
            <a:ext cx="347597" cy="4345451"/>
            <a:chOff x="-136402" y="-175976"/>
            <a:chExt cx="347597" cy="4345451"/>
          </a:xfrm>
        </p:grpSpPr>
        <p:sp>
          <p:nvSpPr>
            <p:cNvPr id="10757" name="Google Shape;10757;p22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8" name="Google Shape;10758;p22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9" name="Google Shape;10759;p22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0" name="Google Shape;10760;p22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1" name="Google Shape;10761;p22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2" name="Google Shape;10762;p22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3" name="Google Shape;10763;p22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4" name="Google Shape;10764;p22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5" name="Google Shape;10765;p22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6" name="Google Shape;10766;p22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7" name="Google Shape;10767;p22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8" name="Google Shape;10768;p22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9" name="Google Shape;10769;p22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0" name="Google Shape;10770;p22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1" name="Google Shape;10771;p22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2" name="Google Shape;10772;p22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3" name="Google Shape;10773;p22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4" name="Google Shape;10774;p22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5" name="Google Shape;10775;p22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6" name="Google Shape;10776;p22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7" name="Google Shape;10777;p22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8" name="Google Shape;10778;p22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9" name="Google Shape;10779;p22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22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1" name="Google Shape;10781;p22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2" name="Google Shape;10782;p22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83" name="Google Shape;10783;p22"/>
          <p:cNvSpPr/>
          <p:nvPr/>
        </p:nvSpPr>
        <p:spPr>
          <a:xfrm rot="5400000">
            <a:off x="1851220" y="2884752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6">
    <p:spTree>
      <p:nvGrpSpPr>
        <p:cNvPr id="10784" name="Shape 107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85" name="Google Shape;10785;p23"/>
          <p:cNvSpPr txBox="1"/>
          <p:nvPr>
            <p:ph type="title"/>
          </p:nvPr>
        </p:nvSpPr>
        <p:spPr>
          <a:xfrm>
            <a:off x="720000" y="445025"/>
            <a:ext cx="7704000" cy="68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86" name="Google Shape;10786;p23"/>
          <p:cNvSpPr txBox="1"/>
          <p:nvPr>
            <p:ph idx="1" type="subTitle"/>
          </p:nvPr>
        </p:nvSpPr>
        <p:spPr>
          <a:xfrm>
            <a:off x="713225" y="2974260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87" name="Google Shape;10787;p23"/>
          <p:cNvSpPr txBox="1"/>
          <p:nvPr>
            <p:ph idx="2" type="subTitle"/>
          </p:nvPr>
        </p:nvSpPr>
        <p:spPr>
          <a:xfrm>
            <a:off x="713225" y="261025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788" name="Google Shape;10788;p23"/>
          <p:cNvSpPr txBox="1"/>
          <p:nvPr>
            <p:ph idx="3" type="subTitle"/>
          </p:nvPr>
        </p:nvSpPr>
        <p:spPr>
          <a:xfrm>
            <a:off x="3388950" y="2974260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89" name="Google Shape;10789;p23"/>
          <p:cNvSpPr txBox="1"/>
          <p:nvPr>
            <p:ph idx="4" type="subTitle"/>
          </p:nvPr>
        </p:nvSpPr>
        <p:spPr>
          <a:xfrm>
            <a:off x="3388949" y="261025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790" name="Google Shape;10790;p23"/>
          <p:cNvSpPr txBox="1"/>
          <p:nvPr>
            <p:ph idx="5" type="subTitle"/>
          </p:nvPr>
        </p:nvSpPr>
        <p:spPr>
          <a:xfrm>
            <a:off x="6064674" y="2974260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91" name="Google Shape;10791;p23"/>
          <p:cNvSpPr txBox="1"/>
          <p:nvPr>
            <p:ph idx="6" type="subTitle"/>
          </p:nvPr>
        </p:nvSpPr>
        <p:spPr>
          <a:xfrm>
            <a:off x="6064674" y="261025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792" name="Google Shape;10792;p23"/>
          <p:cNvSpPr/>
          <p:nvPr/>
        </p:nvSpPr>
        <p:spPr>
          <a:xfrm>
            <a:off x="1035750" y="4777950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93" name="Google Shape;10793;p23"/>
          <p:cNvSpPr/>
          <p:nvPr/>
        </p:nvSpPr>
        <p:spPr>
          <a:xfrm>
            <a:off x="2349535" y="4482086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94" name="Google Shape;10794;p23"/>
          <p:cNvGrpSpPr/>
          <p:nvPr/>
        </p:nvGrpSpPr>
        <p:grpSpPr>
          <a:xfrm>
            <a:off x="8890016" y="-99751"/>
            <a:ext cx="347597" cy="4345456"/>
            <a:chOff x="-136402" y="-175976"/>
            <a:chExt cx="347597" cy="4345456"/>
          </a:xfrm>
        </p:grpSpPr>
        <p:sp>
          <p:nvSpPr>
            <p:cNvPr id="10795" name="Google Shape;10795;p23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6" name="Google Shape;10796;p23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7" name="Google Shape;10797;p23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8" name="Google Shape;10798;p23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9" name="Google Shape;10799;p23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0" name="Google Shape;10800;p23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1" name="Google Shape;10801;p23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2" name="Google Shape;10802;p23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23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4" name="Google Shape;10804;p23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5" name="Google Shape;10805;p23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6" name="Google Shape;10806;p23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7" name="Google Shape;10807;p23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8" name="Google Shape;10808;p23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9" name="Google Shape;10809;p23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0" name="Google Shape;10810;p23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1" name="Google Shape;10811;p23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2" name="Google Shape;10812;p23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23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4" name="Google Shape;10814;p23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5" name="Google Shape;10815;p23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6" name="Google Shape;10816;p23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7" name="Google Shape;10817;p23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8" name="Google Shape;10818;p23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9" name="Google Shape;10819;p23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0" name="Google Shape;10820;p23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1" name="Google Shape;10821;p23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2" name="Google Shape;10822;p23"/>
          <p:cNvGrpSpPr/>
          <p:nvPr/>
        </p:nvGrpSpPr>
        <p:grpSpPr>
          <a:xfrm>
            <a:off x="8890016" y="-99751"/>
            <a:ext cx="347597" cy="4345451"/>
            <a:chOff x="-136402" y="-175976"/>
            <a:chExt cx="347597" cy="4345451"/>
          </a:xfrm>
        </p:grpSpPr>
        <p:sp>
          <p:nvSpPr>
            <p:cNvPr id="10823" name="Google Shape;10823;p23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4" name="Google Shape;10824;p23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5" name="Google Shape;10825;p23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6" name="Google Shape;10826;p23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7" name="Google Shape;10827;p23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8" name="Google Shape;10828;p23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9" name="Google Shape;10829;p23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0" name="Google Shape;10830;p23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1" name="Google Shape;10831;p23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2" name="Google Shape;10832;p23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3" name="Google Shape;10833;p23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4" name="Google Shape;10834;p23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5" name="Google Shape;10835;p23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6" name="Google Shape;10836;p23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7" name="Google Shape;10837;p23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8" name="Google Shape;10838;p23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9" name="Google Shape;10839;p23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0" name="Google Shape;10840;p23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1" name="Google Shape;10841;p23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2" name="Google Shape;10842;p23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3" name="Google Shape;10843;p23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4" name="Google Shape;10844;p23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5" name="Google Shape;10845;p23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6" name="Google Shape;10846;p23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7" name="Google Shape;10847;p23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8" name="Google Shape;10848;p23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49" name="Google Shape;10849;p23"/>
          <p:cNvSpPr/>
          <p:nvPr/>
        </p:nvSpPr>
        <p:spPr>
          <a:xfrm>
            <a:off x="8889968" y="-99800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50" name="Google Shape;10850;p23"/>
          <p:cNvSpPr/>
          <p:nvPr/>
        </p:nvSpPr>
        <p:spPr>
          <a:xfrm>
            <a:off x="251175" y="1456075"/>
            <a:ext cx="586810" cy="586976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CUSTOM_5">
    <p:spTree>
      <p:nvGrpSpPr>
        <p:cNvPr id="10851" name="Shape 10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2" name="Google Shape;10852;p24"/>
          <p:cNvSpPr txBox="1"/>
          <p:nvPr>
            <p:ph type="title"/>
          </p:nvPr>
        </p:nvSpPr>
        <p:spPr>
          <a:xfrm>
            <a:off x="720000" y="445025"/>
            <a:ext cx="7704000" cy="68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853" name="Google Shape;10853;p24"/>
          <p:cNvSpPr txBox="1"/>
          <p:nvPr>
            <p:ph idx="1" type="subTitle"/>
          </p:nvPr>
        </p:nvSpPr>
        <p:spPr>
          <a:xfrm>
            <a:off x="713225" y="3851000"/>
            <a:ext cx="2069100" cy="75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854" name="Google Shape;10854;p24"/>
          <p:cNvSpPr txBox="1"/>
          <p:nvPr>
            <p:ph idx="2" type="subTitle"/>
          </p:nvPr>
        </p:nvSpPr>
        <p:spPr>
          <a:xfrm>
            <a:off x="713225" y="3496180"/>
            <a:ext cx="2069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855" name="Google Shape;10855;p24"/>
          <p:cNvSpPr txBox="1"/>
          <p:nvPr>
            <p:ph idx="3" type="subTitle"/>
          </p:nvPr>
        </p:nvSpPr>
        <p:spPr>
          <a:xfrm>
            <a:off x="2596046" y="2343934"/>
            <a:ext cx="2069100" cy="74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856" name="Google Shape;10856;p24"/>
          <p:cNvSpPr txBox="1"/>
          <p:nvPr>
            <p:ph idx="4" type="subTitle"/>
          </p:nvPr>
        </p:nvSpPr>
        <p:spPr>
          <a:xfrm>
            <a:off x="2596046" y="1979928"/>
            <a:ext cx="2069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857" name="Google Shape;10857;p24"/>
          <p:cNvSpPr txBox="1"/>
          <p:nvPr>
            <p:ph idx="5" type="subTitle"/>
          </p:nvPr>
        </p:nvSpPr>
        <p:spPr>
          <a:xfrm>
            <a:off x="4478867" y="3851001"/>
            <a:ext cx="2069100" cy="74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858" name="Google Shape;10858;p24"/>
          <p:cNvSpPr txBox="1"/>
          <p:nvPr>
            <p:ph idx="6" type="subTitle"/>
          </p:nvPr>
        </p:nvSpPr>
        <p:spPr>
          <a:xfrm>
            <a:off x="4478866" y="3496180"/>
            <a:ext cx="2069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859" name="Google Shape;10859;p24"/>
          <p:cNvSpPr/>
          <p:nvPr/>
        </p:nvSpPr>
        <p:spPr>
          <a:xfrm rot="5400000">
            <a:off x="-1620682" y="3468093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60" name="Google Shape;10860;p24"/>
          <p:cNvSpPr/>
          <p:nvPr/>
        </p:nvSpPr>
        <p:spPr>
          <a:xfrm rot="5400000">
            <a:off x="208691" y="3911405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61" name="Google Shape;10861;p24"/>
          <p:cNvGrpSpPr/>
          <p:nvPr/>
        </p:nvGrpSpPr>
        <p:grpSpPr>
          <a:xfrm rot="-5400000">
            <a:off x="1425211" y="-1935865"/>
            <a:ext cx="319581" cy="3995212"/>
            <a:chOff x="-136402" y="-175976"/>
            <a:chExt cx="347597" cy="4345456"/>
          </a:xfrm>
        </p:grpSpPr>
        <p:sp>
          <p:nvSpPr>
            <p:cNvPr id="10862" name="Google Shape;10862;p24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3" name="Google Shape;10863;p24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4" name="Google Shape;10864;p24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5" name="Google Shape;10865;p24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6" name="Google Shape;10866;p24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7" name="Google Shape;10867;p24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8" name="Google Shape;10868;p24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9" name="Google Shape;10869;p24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0" name="Google Shape;10870;p24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1" name="Google Shape;10871;p24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2" name="Google Shape;10872;p24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3" name="Google Shape;10873;p24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4" name="Google Shape;10874;p24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5" name="Google Shape;10875;p24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6" name="Google Shape;10876;p24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7" name="Google Shape;10877;p24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8" name="Google Shape;10878;p24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9" name="Google Shape;10879;p24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0" name="Google Shape;10880;p24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1" name="Google Shape;10881;p24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2" name="Google Shape;10882;p24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3" name="Google Shape;10883;p24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4" name="Google Shape;10884;p24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5" name="Google Shape;10885;p24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6" name="Google Shape;10886;p24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7" name="Google Shape;10887;p24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8" name="Google Shape;10888;p24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9" name="Google Shape;10889;p24"/>
          <p:cNvGrpSpPr/>
          <p:nvPr/>
        </p:nvGrpSpPr>
        <p:grpSpPr>
          <a:xfrm rot="-5400000">
            <a:off x="1425208" y="-1935863"/>
            <a:ext cx="319581" cy="3995208"/>
            <a:chOff x="-136402" y="-175976"/>
            <a:chExt cx="347597" cy="4345451"/>
          </a:xfrm>
        </p:grpSpPr>
        <p:sp>
          <p:nvSpPr>
            <p:cNvPr id="10890" name="Google Shape;10890;p24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1" name="Google Shape;10891;p24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2" name="Google Shape;10892;p24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3" name="Google Shape;10893;p24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4" name="Google Shape;10894;p24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5" name="Google Shape;10895;p24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6" name="Google Shape;10896;p24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7" name="Google Shape;10897;p24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8" name="Google Shape;10898;p24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9" name="Google Shape;10899;p24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0" name="Google Shape;10900;p24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1" name="Google Shape;10901;p24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2" name="Google Shape;10902;p24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3" name="Google Shape;10903;p24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4" name="Google Shape;10904;p24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5" name="Google Shape;10905;p24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6" name="Google Shape;10906;p24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7" name="Google Shape;10907;p24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8" name="Google Shape;10908;p24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9" name="Google Shape;10909;p24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0" name="Google Shape;10910;p24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1" name="Google Shape;10911;p24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2" name="Google Shape;10912;p24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3" name="Google Shape;10913;p24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4" name="Google Shape;10914;p24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5" name="Google Shape;10915;p24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16" name="Google Shape;10916;p24"/>
          <p:cNvSpPr/>
          <p:nvPr/>
        </p:nvSpPr>
        <p:spPr>
          <a:xfrm rot="-5400000">
            <a:off x="1425149" y="-1936025"/>
            <a:ext cx="319800" cy="39954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17" name="Google Shape;10917;p24"/>
          <p:cNvSpPr/>
          <p:nvPr/>
        </p:nvSpPr>
        <p:spPr>
          <a:xfrm>
            <a:off x="8207225" y="4482075"/>
            <a:ext cx="586810" cy="586976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18" name="Google Shape;10918;p24"/>
          <p:cNvSpPr txBox="1"/>
          <p:nvPr>
            <p:ph idx="7" type="subTitle"/>
          </p:nvPr>
        </p:nvSpPr>
        <p:spPr>
          <a:xfrm>
            <a:off x="6361688" y="2343934"/>
            <a:ext cx="2069100" cy="74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19" name="Google Shape;10919;p24"/>
          <p:cNvSpPr txBox="1"/>
          <p:nvPr>
            <p:ph idx="8" type="subTitle"/>
          </p:nvPr>
        </p:nvSpPr>
        <p:spPr>
          <a:xfrm>
            <a:off x="6361687" y="1979928"/>
            <a:ext cx="2069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7">
    <p:spTree>
      <p:nvGrpSpPr>
        <p:cNvPr id="10920" name="Shape 109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21" name="Google Shape;10921;p25"/>
          <p:cNvSpPr txBox="1"/>
          <p:nvPr>
            <p:ph type="title"/>
          </p:nvPr>
        </p:nvSpPr>
        <p:spPr>
          <a:xfrm>
            <a:off x="872400" y="436725"/>
            <a:ext cx="7704000" cy="75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22" name="Google Shape;10922;p25"/>
          <p:cNvSpPr txBox="1"/>
          <p:nvPr>
            <p:ph idx="1" type="subTitle"/>
          </p:nvPr>
        </p:nvSpPr>
        <p:spPr>
          <a:xfrm>
            <a:off x="713225" y="4079600"/>
            <a:ext cx="1965900" cy="60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23" name="Google Shape;10923;p25"/>
          <p:cNvSpPr txBox="1"/>
          <p:nvPr>
            <p:ph idx="2" type="subTitle"/>
          </p:nvPr>
        </p:nvSpPr>
        <p:spPr>
          <a:xfrm>
            <a:off x="713225" y="3724780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24" name="Google Shape;10924;p25"/>
          <p:cNvSpPr txBox="1"/>
          <p:nvPr>
            <p:ph idx="3" type="subTitle"/>
          </p:nvPr>
        </p:nvSpPr>
        <p:spPr>
          <a:xfrm>
            <a:off x="1863195" y="2191524"/>
            <a:ext cx="1965900" cy="60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25" name="Google Shape;10925;p25"/>
          <p:cNvSpPr txBox="1"/>
          <p:nvPr>
            <p:ph idx="4" type="subTitle"/>
          </p:nvPr>
        </p:nvSpPr>
        <p:spPr>
          <a:xfrm>
            <a:off x="1863195" y="1836700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26" name="Google Shape;10926;p25"/>
          <p:cNvSpPr txBox="1"/>
          <p:nvPr>
            <p:ph idx="5" type="subTitle"/>
          </p:nvPr>
        </p:nvSpPr>
        <p:spPr>
          <a:xfrm>
            <a:off x="5313105" y="4082225"/>
            <a:ext cx="1965900" cy="59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27" name="Google Shape;10927;p25"/>
          <p:cNvSpPr txBox="1"/>
          <p:nvPr>
            <p:ph idx="6" type="subTitle"/>
          </p:nvPr>
        </p:nvSpPr>
        <p:spPr>
          <a:xfrm>
            <a:off x="5313105" y="3724772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28" name="Google Shape;10928;p25"/>
          <p:cNvSpPr/>
          <p:nvPr/>
        </p:nvSpPr>
        <p:spPr>
          <a:xfrm rot="5400000">
            <a:off x="-1620682" y="777368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29" name="Google Shape;10929;p25"/>
          <p:cNvSpPr/>
          <p:nvPr/>
        </p:nvSpPr>
        <p:spPr>
          <a:xfrm rot="5400000">
            <a:off x="208691" y="1220680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30" name="Google Shape;10930;p25"/>
          <p:cNvSpPr/>
          <p:nvPr/>
        </p:nvSpPr>
        <p:spPr>
          <a:xfrm>
            <a:off x="8137375" y="4418700"/>
            <a:ext cx="924447" cy="924664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31" name="Google Shape;10931;p25"/>
          <p:cNvSpPr txBox="1"/>
          <p:nvPr>
            <p:ph idx="7" type="subTitle"/>
          </p:nvPr>
        </p:nvSpPr>
        <p:spPr>
          <a:xfrm>
            <a:off x="4163135" y="2191524"/>
            <a:ext cx="1965900" cy="60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32" name="Google Shape;10932;p25"/>
          <p:cNvSpPr txBox="1"/>
          <p:nvPr>
            <p:ph idx="8" type="subTitle"/>
          </p:nvPr>
        </p:nvSpPr>
        <p:spPr>
          <a:xfrm>
            <a:off x="4163135" y="1836700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33" name="Google Shape;10933;p25"/>
          <p:cNvSpPr txBox="1"/>
          <p:nvPr>
            <p:ph idx="9" type="subTitle"/>
          </p:nvPr>
        </p:nvSpPr>
        <p:spPr>
          <a:xfrm>
            <a:off x="6463075" y="2191524"/>
            <a:ext cx="1967700" cy="60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34" name="Google Shape;10934;p25"/>
          <p:cNvSpPr txBox="1"/>
          <p:nvPr>
            <p:ph idx="13" type="subTitle"/>
          </p:nvPr>
        </p:nvSpPr>
        <p:spPr>
          <a:xfrm>
            <a:off x="6463075" y="1836700"/>
            <a:ext cx="19677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35" name="Google Shape;10935;p25"/>
          <p:cNvSpPr txBox="1"/>
          <p:nvPr>
            <p:ph idx="14" type="subTitle"/>
          </p:nvPr>
        </p:nvSpPr>
        <p:spPr>
          <a:xfrm>
            <a:off x="3013165" y="4082232"/>
            <a:ext cx="1965900" cy="59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36" name="Google Shape;10936;p25"/>
          <p:cNvSpPr txBox="1"/>
          <p:nvPr>
            <p:ph idx="15" type="subTitle"/>
          </p:nvPr>
        </p:nvSpPr>
        <p:spPr>
          <a:xfrm>
            <a:off x="3013165" y="3724780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ive columns">
  <p:cSld name="CUSTOM_7_1">
    <p:spTree>
      <p:nvGrpSpPr>
        <p:cNvPr id="10937" name="Shape 109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38" name="Google Shape;10938;p26"/>
          <p:cNvSpPr txBox="1"/>
          <p:nvPr>
            <p:ph type="title"/>
          </p:nvPr>
        </p:nvSpPr>
        <p:spPr>
          <a:xfrm>
            <a:off x="872400" y="436725"/>
            <a:ext cx="7704000" cy="75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39" name="Google Shape;10939;p26"/>
          <p:cNvSpPr txBox="1"/>
          <p:nvPr>
            <p:ph idx="1" type="subTitle"/>
          </p:nvPr>
        </p:nvSpPr>
        <p:spPr>
          <a:xfrm>
            <a:off x="713225" y="3927200"/>
            <a:ext cx="1965900" cy="60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40" name="Google Shape;10940;p26"/>
          <p:cNvSpPr txBox="1"/>
          <p:nvPr>
            <p:ph idx="2" type="subTitle"/>
          </p:nvPr>
        </p:nvSpPr>
        <p:spPr>
          <a:xfrm>
            <a:off x="713225" y="3572380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41" name="Google Shape;10941;p26"/>
          <p:cNvSpPr txBox="1"/>
          <p:nvPr>
            <p:ph idx="3" type="subTitle"/>
          </p:nvPr>
        </p:nvSpPr>
        <p:spPr>
          <a:xfrm>
            <a:off x="2151139" y="2191524"/>
            <a:ext cx="1965900" cy="60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42" name="Google Shape;10942;p26"/>
          <p:cNvSpPr txBox="1"/>
          <p:nvPr>
            <p:ph idx="4" type="subTitle"/>
          </p:nvPr>
        </p:nvSpPr>
        <p:spPr>
          <a:xfrm>
            <a:off x="2151139" y="1836700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43" name="Google Shape;10943;p26"/>
          <p:cNvSpPr txBox="1"/>
          <p:nvPr>
            <p:ph idx="5" type="subTitle"/>
          </p:nvPr>
        </p:nvSpPr>
        <p:spPr>
          <a:xfrm>
            <a:off x="6464880" y="3929825"/>
            <a:ext cx="1965900" cy="59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44" name="Google Shape;10944;p26"/>
          <p:cNvSpPr txBox="1"/>
          <p:nvPr>
            <p:ph idx="6" type="subTitle"/>
          </p:nvPr>
        </p:nvSpPr>
        <p:spPr>
          <a:xfrm>
            <a:off x="6464880" y="3572372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45" name="Google Shape;10945;p26"/>
          <p:cNvSpPr/>
          <p:nvPr/>
        </p:nvSpPr>
        <p:spPr>
          <a:xfrm rot="5400000">
            <a:off x="-1749532" y="2509668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46" name="Google Shape;10946;p26"/>
          <p:cNvSpPr/>
          <p:nvPr/>
        </p:nvSpPr>
        <p:spPr>
          <a:xfrm rot="5400000">
            <a:off x="79841" y="2952980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47" name="Google Shape;10947;p26"/>
          <p:cNvSpPr/>
          <p:nvPr/>
        </p:nvSpPr>
        <p:spPr>
          <a:xfrm>
            <a:off x="8576400" y="1890750"/>
            <a:ext cx="924447" cy="924664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48" name="Google Shape;10948;p26"/>
          <p:cNvSpPr txBox="1"/>
          <p:nvPr>
            <p:ph idx="7" type="subTitle"/>
          </p:nvPr>
        </p:nvSpPr>
        <p:spPr>
          <a:xfrm>
            <a:off x="5026966" y="2191524"/>
            <a:ext cx="1965900" cy="60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49" name="Google Shape;10949;p26"/>
          <p:cNvSpPr txBox="1"/>
          <p:nvPr>
            <p:ph idx="8" type="subTitle"/>
          </p:nvPr>
        </p:nvSpPr>
        <p:spPr>
          <a:xfrm>
            <a:off x="5026966" y="1836700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50" name="Google Shape;10950;p26"/>
          <p:cNvSpPr txBox="1"/>
          <p:nvPr>
            <p:ph idx="9" type="subTitle"/>
          </p:nvPr>
        </p:nvSpPr>
        <p:spPr>
          <a:xfrm>
            <a:off x="3589053" y="3929832"/>
            <a:ext cx="1965900" cy="59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51" name="Google Shape;10951;p26"/>
          <p:cNvSpPr txBox="1"/>
          <p:nvPr>
            <p:ph idx="13" type="subTitle"/>
          </p:nvPr>
        </p:nvSpPr>
        <p:spPr>
          <a:xfrm>
            <a:off x="3589053" y="3572380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8">
    <p:spTree>
      <p:nvGrpSpPr>
        <p:cNvPr id="10952" name="Shape 109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3" name="Google Shape;10953;p27"/>
          <p:cNvSpPr txBox="1"/>
          <p:nvPr>
            <p:ph hasCustomPrompt="1" type="title"/>
          </p:nvPr>
        </p:nvSpPr>
        <p:spPr>
          <a:xfrm>
            <a:off x="2223600" y="539500"/>
            <a:ext cx="4696800" cy="768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7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954" name="Google Shape;10954;p27"/>
          <p:cNvSpPr txBox="1"/>
          <p:nvPr>
            <p:ph idx="1" type="subTitle"/>
          </p:nvPr>
        </p:nvSpPr>
        <p:spPr>
          <a:xfrm>
            <a:off x="2223600" y="1283125"/>
            <a:ext cx="4696800" cy="3657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10955" name="Google Shape;10955;p27"/>
          <p:cNvSpPr txBox="1"/>
          <p:nvPr>
            <p:ph hasCustomPrompt="1" idx="2" type="title"/>
          </p:nvPr>
        </p:nvSpPr>
        <p:spPr>
          <a:xfrm>
            <a:off x="2223600" y="2017683"/>
            <a:ext cx="4696800" cy="768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7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956" name="Google Shape;10956;p27"/>
          <p:cNvSpPr txBox="1"/>
          <p:nvPr>
            <p:ph idx="3" type="subTitle"/>
          </p:nvPr>
        </p:nvSpPr>
        <p:spPr>
          <a:xfrm>
            <a:off x="2223600" y="2758914"/>
            <a:ext cx="4696800" cy="3657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10957" name="Google Shape;10957;p27"/>
          <p:cNvSpPr txBox="1"/>
          <p:nvPr>
            <p:ph hasCustomPrompt="1" idx="4" type="title"/>
          </p:nvPr>
        </p:nvSpPr>
        <p:spPr>
          <a:xfrm>
            <a:off x="2223600" y="3495867"/>
            <a:ext cx="4696800" cy="768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7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958" name="Google Shape;10958;p27"/>
          <p:cNvSpPr txBox="1"/>
          <p:nvPr>
            <p:ph idx="5" type="subTitle"/>
          </p:nvPr>
        </p:nvSpPr>
        <p:spPr>
          <a:xfrm>
            <a:off x="2223600" y="4234703"/>
            <a:ext cx="4696800" cy="3693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grpSp>
        <p:nvGrpSpPr>
          <p:cNvPr id="10959" name="Google Shape;10959;p27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10960" name="Google Shape;10960;p27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1" name="Google Shape;10961;p27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2" name="Google Shape;10962;p27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3" name="Google Shape;10963;p27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4" name="Google Shape;10964;p27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5" name="Google Shape;10965;p27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6" name="Google Shape;10966;p27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7" name="Google Shape;10967;p27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8" name="Google Shape;10968;p27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9" name="Google Shape;10969;p27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0" name="Google Shape;10970;p27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1" name="Google Shape;10971;p27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2" name="Google Shape;10972;p27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3" name="Google Shape;10973;p27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4" name="Google Shape;10974;p27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5" name="Google Shape;10975;p27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6" name="Google Shape;10976;p27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7" name="Google Shape;10977;p27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8" name="Google Shape;10978;p27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9" name="Google Shape;10979;p27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0" name="Google Shape;10980;p27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1" name="Google Shape;10981;p27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2" name="Google Shape;10982;p27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3" name="Google Shape;10983;p27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4" name="Google Shape;10984;p27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5" name="Google Shape;10985;p27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6" name="Google Shape;10986;p27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7" name="Google Shape;10987;p27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8" name="Google Shape;10988;p27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9" name="Google Shape;10989;p27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0" name="Google Shape;10990;p27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1" name="Google Shape;10991;p27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2" name="Google Shape;10992;p27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3" name="Google Shape;10993;p27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4" name="Google Shape;10994;p27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5" name="Google Shape;10995;p27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6" name="Google Shape;10996;p27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7" name="Google Shape;10997;p27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8" name="Google Shape;10998;p27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9" name="Google Shape;10999;p27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0" name="Google Shape;11000;p27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1" name="Google Shape;11001;p27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2" name="Google Shape;11002;p27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3" name="Google Shape;11003;p27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4" name="Google Shape;11004;p27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5" name="Google Shape;11005;p27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6" name="Google Shape;11006;p27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7" name="Google Shape;11007;p27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8" name="Google Shape;11008;p27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9" name="Google Shape;11009;p27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0" name="Google Shape;11010;p27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1" name="Google Shape;11011;p27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2" name="Google Shape;11012;p27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3" name="Google Shape;11013;p27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4" name="Google Shape;11014;p27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5" name="Google Shape;11015;p27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6" name="Google Shape;11016;p27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7" name="Google Shape;11017;p27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8" name="Google Shape;11018;p27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9" name="Google Shape;11019;p27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0" name="Google Shape;11020;p27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1" name="Google Shape;11021;p27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2" name="Google Shape;11022;p27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3" name="Google Shape;11023;p27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4" name="Google Shape;11024;p27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5" name="Google Shape;11025;p27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6" name="Google Shape;11026;p27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7" name="Google Shape;11027;p27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8" name="Google Shape;11028;p27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9" name="Google Shape;11029;p27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0" name="Google Shape;11030;p27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1" name="Google Shape;11031;p27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2" name="Google Shape;11032;p27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3" name="Google Shape;11033;p27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4" name="Google Shape;11034;p27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5" name="Google Shape;11035;p27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6" name="Google Shape;11036;p27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7" name="Google Shape;11037;p27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8" name="Google Shape;11038;p27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9" name="Google Shape;11039;p27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27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1" name="Google Shape;11041;p27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2" name="Google Shape;11042;p27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3" name="Google Shape;11043;p27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4" name="Google Shape;11044;p27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5" name="Google Shape;11045;p27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6" name="Google Shape;11046;p27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7" name="Google Shape;11047;p27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8" name="Google Shape;11048;p27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9" name="Google Shape;11049;p27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0" name="Google Shape;11050;p27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1" name="Google Shape;11051;p27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2" name="Google Shape;11052;p27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3" name="Google Shape;11053;p27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4" name="Google Shape;11054;p27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5" name="Google Shape;11055;p27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6" name="Google Shape;11056;p27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7" name="Google Shape;11057;p27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8" name="Google Shape;11058;p27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9" name="Google Shape;11059;p27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0" name="Google Shape;11060;p27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1" name="Google Shape;11061;p27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2" name="Google Shape;11062;p27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3" name="Google Shape;11063;p27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4" name="Google Shape;11064;p27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5" name="Google Shape;11065;p27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6" name="Google Shape;11066;p27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7" name="Google Shape;11067;p27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8" name="Google Shape;11068;p27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9" name="Google Shape;11069;p27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0" name="Google Shape;11070;p27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1" name="Google Shape;11071;p27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2" name="Google Shape;11072;p27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27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4" name="Google Shape;11074;p27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5" name="Google Shape;11075;p27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6" name="Google Shape;11076;p27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7" name="Google Shape;11077;p27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8" name="Google Shape;11078;p27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9" name="Google Shape;11079;p27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0" name="Google Shape;11080;p27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1" name="Google Shape;11081;p27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2" name="Google Shape;11082;p27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3" name="Google Shape;11083;p27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4" name="Google Shape;11084;p27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5" name="Google Shape;11085;p27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6" name="Google Shape;11086;p27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7" name="Google Shape;11087;p27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8" name="Google Shape;11088;p27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9" name="Google Shape;11089;p27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0" name="Google Shape;11090;p27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1" name="Google Shape;11091;p27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2" name="Google Shape;11092;p27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3" name="Google Shape;11093;p27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4" name="Google Shape;11094;p27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5" name="Google Shape;11095;p27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6" name="Google Shape;11096;p27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7" name="Google Shape;11097;p27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8" name="Google Shape;11098;p27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9" name="Google Shape;11099;p27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0" name="Google Shape;11100;p27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1" name="Google Shape;11101;p27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2" name="Google Shape;11102;p27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3" name="Google Shape;11103;p27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4" name="Google Shape;11104;p27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5" name="Google Shape;11105;p27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6" name="Google Shape;11106;p27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7" name="Google Shape;11107;p27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8" name="Google Shape;11108;p27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9" name="Google Shape;11109;p27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0" name="Google Shape;11110;p27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1" name="Google Shape;11111;p27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2" name="Google Shape;11112;p27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3" name="Google Shape;11113;p27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4" name="Google Shape;11114;p27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5" name="Google Shape;11115;p27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6" name="Google Shape;11116;p27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7" name="Google Shape;11117;p27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8" name="Google Shape;11118;p27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9" name="Google Shape;11119;p27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0" name="Google Shape;11120;p27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1" name="Google Shape;11121;p27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2" name="Google Shape;11122;p27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3" name="Google Shape;11123;p27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4" name="Google Shape;11124;p27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5" name="Google Shape;11125;p27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6" name="Google Shape;11126;p27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7" name="Google Shape;11127;p27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8" name="Google Shape;11128;p27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9" name="Google Shape;11129;p27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0" name="Google Shape;11130;p27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1" name="Google Shape;11131;p27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2" name="Google Shape;11132;p27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3" name="Google Shape;11133;p27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4" name="Google Shape;11134;p27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5" name="Google Shape;11135;p27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6" name="Google Shape;11136;p27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7" name="Google Shape;11137;p27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8" name="Google Shape;11138;p27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9" name="Google Shape;11139;p27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0" name="Google Shape;11140;p27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1" name="Google Shape;11141;p27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2" name="Google Shape;11142;p27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3" name="Google Shape;11143;p27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4" name="Google Shape;11144;p27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5" name="Google Shape;11145;p27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6" name="Google Shape;11146;p27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7" name="Google Shape;11147;p27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8" name="Google Shape;11148;p27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9" name="Google Shape;11149;p27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0" name="Google Shape;11150;p27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1" name="Google Shape;11151;p27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2" name="Google Shape;11152;p27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3" name="Google Shape;11153;p27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4" name="Google Shape;11154;p27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5" name="Google Shape;11155;p27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6" name="Google Shape;11156;p27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7" name="Google Shape;11157;p27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8" name="Google Shape;11158;p27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9" name="Google Shape;11159;p27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0" name="Google Shape;11160;p27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1" name="Google Shape;11161;p27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2" name="Google Shape;11162;p27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3" name="Google Shape;11163;p27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4" name="Google Shape;11164;p27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5" name="Google Shape;11165;p27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6" name="Google Shape;11166;p27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7" name="Google Shape;11167;p27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8" name="Google Shape;11168;p27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9" name="Google Shape;11169;p27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0" name="Google Shape;11170;p27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1" name="Google Shape;11171;p27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2" name="Google Shape;11172;p27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3" name="Google Shape;11173;p27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4" name="Google Shape;11174;p27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5" name="Google Shape;11175;p27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6" name="Google Shape;11176;p27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7" name="Google Shape;11177;p27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8" name="Google Shape;11178;p27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9" name="Google Shape;11179;p27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0" name="Google Shape;11180;p27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1" name="Google Shape;11181;p27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2" name="Google Shape;11182;p27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3" name="Google Shape;11183;p27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4" name="Google Shape;11184;p27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5" name="Google Shape;11185;p27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6" name="Google Shape;11186;p27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7" name="Google Shape;11187;p27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8" name="Google Shape;11188;p27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9" name="Google Shape;11189;p27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0" name="Google Shape;11190;p27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1" name="Google Shape;11191;p27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2" name="Google Shape;11192;p27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3" name="Google Shape;11193;p27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4" name="Google Shape;11194;p27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5" name="Google Shape;11195;p27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6" name="Google Shape;11196;p27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7" name="Google Shape;11197;p27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8" name="Google Shape;11198;p27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9" name="Google Shape;11199;p27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0" name="Google Shape;11200;p27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1" name="Google Shape;11201;p27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2" name="Google Shape;11202;p27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3" name="Google Shape;11203;p27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4" name="Google Shape;11204;p27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5" name="Google Shape;11205;p27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6" name="Google Shape;11206;p27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7" name="Google Shape;11207;p27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8" name="Google Shape;11208;p27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9" name="Google Shape;11209;p27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0" name="Google Shape;11210;p27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1" name="Google Shape;11211;p27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2" name="Google Shape;11212;p27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3" name="Google Shape;11213;p27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4" name="Google Shape;11214;p27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5" name="Google Shape;11215;p27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6" name="Google Shape;11216;p27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7" name="Google Shape;11217;p27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8" name="Google Shape;11218;p27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9" name="Google Shape;11219;p27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0" name="Google Shape;11220;p27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1" name="Google Shape;11221;p27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2" name="Google Shape;11222;p27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3" name="Google Shape;11223;p27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4" name="Google Shape;11224;p27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5" name="Google Shape;11225;p27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6" name="Google Shape;11226;p27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7" name="Google Shape;11227;p27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8" name="Google Shape;11228;p27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9" name="Google Shape;11229;p27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0" name="Google Shape;11230;p27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1" name="Google Shape;11231;p27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2" name="Google Shape;11232;p27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3" name="Google Shape;11233;p27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4" name="Google Shape;11234;p27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5" name="Google Shape;11235;p27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6" name="Google Shape;11236;p27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7" name="Google Shape;11237;p27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8" name="Google Shape;11238;p27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9" name="Google Shape;11239;p27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0" name="Google Shape;11240;p27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1" name="Google Shape;11241;p27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2" name="Google Shape;11242;p27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3" name="Google Shape;11243;p27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4" name="Google Shape;11244;p27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5" name="Google Shape;11245;p27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6" name="Google Shape;11246;p27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7" name="Google Shape;11247;p27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8" name="Google Shape;11248;p27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9" name="Google Shape;11249;p27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0" name="Google Shape;11250;p27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1" name="Google Shape;11251;p27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2" name="Google Shape;11252;p27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3" name="Google Shape;11253;p27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4" name="Google Shape;11254;p27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5" name="Google Shape;11255;p27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6" name="Google Shape;11256;p27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7" name="Google Shape;11257;p27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8" name="Google Shape;11258;p27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9" name="Google Shape;11259;p27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0" name="Google Shape;11260;p27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1" name="Google Shape;11261;p27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2" name="Google Shape;11262;p27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3" name="Google Shape;11263;p27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4" name="Google Shape;11264;p27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5" name="Google Shape;11265;p27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6" name="Google Shape;11266;p27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7" name="Google Shape;11267;p27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8" name="Google Shape;11268;p27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9" name="Google Shape;11269;p27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0" name="Google Shape;11270;p27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1" name="Google Shape;11271;p27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2" name="Google Shape;11272;p27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3" name="Google Shape;11273;p27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4" name="Google Shape;11274;p27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5" name="Google Shape;11275;p27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6" name="Google Shape;11276;p27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7" name="Google Shape;11277;p27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8" name="Google Shape;11278;p27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9" name="Google Shape;11279;p27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0" name="Google Shape;11280;p27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1" name="Google Shape;11281;p27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2" name="Google Shape;11282;p27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3" name="Google Shape;11283;p27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4" name="Google Shape;11284;p27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5" name="Google Shape;11285;p27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6" name="Google Shape;11286;p27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7" name="Google Shape;11287;p27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8" name="Google Shape;11288;p27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9" name="Google Shape;11289;p27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0" name="Google Shape;11290;p27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1" name="Google Shape;11291;p27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2" name="Google Shape;11292;p27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3" name="Google Shape;11293;p27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4" name="Google Shape;11294;p27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5" name="Google Shape;11295;p27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6" name="Google Shape;11296;p27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7" name="Google Shape;11297;p27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8" name="Google Shape;11298;p27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9" name="Google Shape;11299;p27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0" name="Google Shape;11300;p27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1" name="Google Shape;11301;p27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2" name="Google Shape;11302;p27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3" name="Google Shape;11303;p27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4" name="Google Shape;11304;p27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5" name="Google Shape;11305;p27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6" name="Google Shape;11306;p27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7" name="Google Shape;11307;p27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8" name="Google Shape;11308;p27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9" name="Google Shape;11309;p27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0" name="Google Shape;11310;p27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1" name="Google Shape;11311;p27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2" name="Google Shape;11312;p27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3" name="Google Shape;11313;p27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4" name="Google Shape;11314;p27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5" name="Google Shape;11315;p27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6" name="Google Shape;11316;p27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7" name="Google Shape;11317;p27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8" name="Google Shape;11318;p27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9" name="Google Shape;11319;p27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0" name="Google Shape;11320;p27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1" name="Google Shape;11321;p27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2" name="Google Shape;11322;p27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3" name="Google Shape;11323;p27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4" name="Google Shape;11324;p27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5" name="Google Shape;11325;p27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6" name="Google Shape;11326;p27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7" name="Google Shape;11327;p27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8" name="Google Shape;11328;p27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9" name="Google Shape;11329;p27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0" name="Google Shape;11330;p27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1" name="Google Shape;11331;p27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2" name="Google Shape;11332;p27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3" name="Google Shape;11333;p27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4" name="Google Shape;11334;p27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5" name="Google Shape;11335;p27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6" name="Google Shape;11336;p27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7" name="Google Shape;11337;p27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8" name="Google Shape;11338;p27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9" name="Google Shape;11339;p27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0" name="Google Shape;11340;p27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1" name="Google Shape;11341;p27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2" name="Google Shape;11342;p27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3" name="Google Shape;11343;p27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4" name="Google Shape;11344;p27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5" name="Google Shape;11345;p27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6" name="Google Shape;11346;p27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7" name="Google Shape;11347;p27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8" name="Google Shape;11348;p27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9" name="Google Shape;11349;p27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0" name="Google Shape;11350;p27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1" name="Google Shape;11351;p27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2" name="Google Shape;11352;p27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3" name="Google Shape;11353;p27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4" name="Google Shape;11354;p27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5" name="Google Shape;11355;p27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6" name="Google Shape;11356;p27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7" name="Google Shape;11357;p27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8" name="Google Shape;11358;p27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9" name="Google Shape;11359;p27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0" name="Google Shape;11360;p27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1" name="Google Shape;11361;p27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2" name="Google Shape;11362;p27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3" name="Google Shape;11363;p27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4" name="Google Shape;11364;p27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5" name="Google Shape;11365;p27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6" name="Google Shape;11366;p27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7" name="Google Shape;11367;p27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8" name="Google Shape;11368;p27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9" name="Google Shape;11369;p27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0" name="Google Shape;11370;p27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1" name="Google Shape;11371;p27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2" name="Google Shape;11372;p27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3" name="Google Shape;11373;p27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4" name="Google Shape;11374;p27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5" name="Google Shape;11375;p27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6" name="Google Shape;11376;p27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7" name="Google Shape;11377;p27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8" name="Google Shape;11378;p27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9" name="Google Shape;11379;p27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0" name="Google Shape;11380;p27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1" name="Google Shape;11381;p27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2" name="Google Shape;11382;p27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3" name="Google Shape;11383;p27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4" name="Google Shape;11384;p27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5" name="Google Shape;11385;p27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6" name="Google Shape;11386;p27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7" name="Google Shape;11387;p27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8" name="Google Shape;11388;p27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9" name="Google Shape;11389;p27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0" name="Google Shape;11390;p27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1" name="Google Shape;11391;p27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2" name="Google Shape;11392;p27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3" name="Google Shape;11393;p27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4" name="Google Shape;11394;p27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5" name="Google Shape;11395;p27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6" name="Google Shape;11396;p27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7" name="Google Shape;11397;p27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8" name="Google Shape;11398;p27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9" name="Google Shape;11399;p27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0" name="Google Shape;11400;p27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1" name="Google Shape;11401;p27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2" name="Google Shape;11402;p27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3" name="Google Shape;11403;p27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4" name="Google Shape;11404;p27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5" name="Google Shape;11405;p27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6" name="Google Shape;11406;p27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7" name="Google Shape;11407;p27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8" name="Google Shape;11408;p27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9" name="Google Shape;11409;p27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0" name="Google Shape;11410;p27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1" name="Google Shape;11411;p27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2" name="Google Shape;11412;p27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3" name="Google Shape;11413;p27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4" name="Google Shape;11414;p27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5" name="Google Shape;11415;p27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6" name="Google Shape;11416;p27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7" name="Google Shape;11417;p27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8" name="Google Shape;11418;p27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9" name="Google Shape;11419;p27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0" name="Google Shape;11420;p27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1" name="Google Shape;11421;p27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2" name="Google Shape;11422;p27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3" name="Google Shape;11423;p27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4" name="Google Shape;11424;p27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5" name="Google Shape;11425;p27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6" name="Google Shape;11426;p27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7" name="Google Shape;11427;p27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8" name="Google Shape;11428;p27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9" name="Google Shape;11429;p27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0" name="Google Shape;11430;p27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1" name="Google Shape;11431;p27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2" name="Google Shape;11432;p27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3" name="Google Shape;11433;p27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4" name="Google Shape;11434;p27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5" name="Google Shape;11435;p27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6" name="Google Shape;11436;p27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7" name="Google Shape;11437;p27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8" name="Google Shape;11438;p27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9" name="Google Shape;11439;p27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0" name="Google Shape;11440;p27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1" name="Google Shape;11441;p27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2" name="Google Shape;11442;p27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3" name="Google Shape;11443;p27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4" name="Google Shape;11444;p27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5" name="Google Shape;11445;p27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6" name="Google Shape;11446;p27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7" name="Google Shape;11447;p27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8" name="Google Shape;11448;p27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9" name="Google Shape;11449;p27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0" name="Google Shape;11450;p27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1" name="Google Shape;11451;p27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2" name="Google Shape;11452;p27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3" name="Google Shape;11453;p27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4" name="Google Shape;11454;p27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5" name="Google Shape;11455;p27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6" name="Google Shape;11456;p27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7" name="Google Shape;11457;p27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8" name="Google Shape;11458;p27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9" name="Google Shape;11459;p27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0" name="Google Shape;11460;p27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1" name="Google Shape;11461;p27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2" name="Google Shape;11462;p27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3" name="Google Shape;11463;p27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4" name="Google Shape;11464;p27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5" name="Google Shape;11465;p27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6" name="Google Shape;11466;p27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7" name="Google Shape;11467;p27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8" name="Google Shape;11468;p27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9" name="Google Shape;11469;p27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0" name="Google Shape;11470;p27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1" name="Google Shape;11471;p27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2" name="Google Shape;11472;p27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3" name="Google Shape;11473;p27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4" name="Google Shape;11474;p27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5" name="Google Shape;11475;p27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6" name="Google Shape;11476;p27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7" name="Google Shape;11477;p27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8" name="Google Shape;11478;p27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9" name="Google Shape;11479;p27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0" name="Google Shape;11480;p27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1" name="Google Shape;11481;p27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2" name="Google Shape;11482;p27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3" name="Google Shape;11483;p27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4" name="Google Shape;11484;p27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5" name="Google Shape;11485;p27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6" name="Google Shape;11486;p27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7" name="Google Shape;11487;p27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8" name="Google Shape;11488;p27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9" name="Google Shape;11489;p27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0" name="Google Shape;11490;p27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1" name="Google Shape;11491;p27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2" name="Google Shape;11492;p27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3" name="Google Shape;11493;p27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4" name="Google Shape;11494;p27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5" name="Google Shape;11495;p27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6" name="Google Shape;11496;p27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7" name="Google Shape;11497;p27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8" name="Google Shape;11498;p27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9" name="Google Shape;11499;p27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0" name="Google Shape;11500;p27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1" name="Google Shape;11501;p27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2" name="Google Shape;11502;p27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3" name="Google Shape;11503;p27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4" name="Google Shape;11504;p27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5" name="Google Shape;11505;p27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6" name="Google Shape;11506;p27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7" name="Google Shape;11507;p27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8" name="Google Shape;11508;p27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9" name="Google Shape;11509;p27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0" name="Google Shape;11510;p27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1" name="Google Shape;11511;p27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2" name="Google Shape;11512;p27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3" name="Google Shape;11513;p27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4" name="Google Shape;11514;p27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5" name="Google Shape;11515;p27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6" name="Google Shape;11516;p27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7" name="Google Shape;11517;p27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8" name="Google Shape;11518;p27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9" name="Google Shape;11519;p27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0" name="Google Shape;11520;p27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1" name="Google Shape;11521;p27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2" name="Google Shape;11522;p27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3" name="Google Shape;11523;p27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4" name="Google Shape;11524;p27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5" name="Google Shape;11525;p27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6" name="Google Shape;11526;p27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7" name="Google Shape;11527;p27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8" name="Google Shape;11528;p27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9" name="Google Shape;11529;p27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0" name="Google Shape;11530;p27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1" name="Google Shape;11531;p27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2" name="Google Shape;11532;p27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3" name="Google Shape;11533;p27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4" name="Google Shape;11534;p27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5" name="Google Shape;11535;p27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6" name="Google Shape;11536;p27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7" name="Google Shape;11537;p27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8" name="Google Shape;11538;p27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9" name="Google Shape;11539;p27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0" name="Google Shape;11540;p27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1" name="Google Shape;11541;p27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2" name="Google Shape;11542;p27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3" name="Google Shape;11543;p27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4" name="Google Shape;11544;p27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5" name="Google Shape;11545;p27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6" name="Google Shape;11546;p27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7" name="Google Shape;11547;p27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8" name="Google Shape;11548;p27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9" name="Google Shape;11549;p27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0" name="Google Shape;11550;p27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1" name="Google Shape;11551;p27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2" name="Google Shape;11552;p27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3" name="Google Shape;11553;p27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4" name="Google Shape;11554;p27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5" name="Google Shape;11555;p27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6" name="Google Shape;11556;p27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7" name="Google Shape;11557;p27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8" name="Google Shape;11558;p27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9" name="Google Shape;11559;p27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0" name="Google Shape;11560;p27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1" name="Google Shape;11561;p27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2" name="Google Shape;11562;p27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3" name="Google Shape;11563;p27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4" name="Google Shape;11564;p27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5" name="Google Shape;11565;p27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6" name="Google Shape;11566;p27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7" name="Google Shape;11567;p27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8" name="Google Shape;11568;p27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9" name="Google Shape;11569;p27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0" name="Google Shape;11570;p27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1" name="Google Shape;11571;p27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2" name="Google Shape;11572;p27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3" name="Google Shape;11573;p27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4" name="Google Shape;11574;p27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5" name="Google Shape;11575;p27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6" name="Google Shape;11576;p27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7" name="Google Shape;11577;p27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8" name="Google Shape;11578;p27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9" name="Google Shape;11579;p27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0" name="Google Shape;11580;p27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1" name="Google Shape;11581;p27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2" name="Google Shape;11582;p27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3" name="Google Shape;11583;p27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4" name="Google Shape;11584;p27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5" name="Google Shape;11585;p27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6" name="Google Shape;11586;p27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7" name="Google Shape;11587;p27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8" name="Google Shape;11588;p27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9" name="Google Shape;11589;p27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0" name="Google Shape;11590;p27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1" name="Google Shape;11591;p27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2" name="Google Shape;11592;p27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3" name="Google Shape;11593;p27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4" name="Google Shape;11594;p27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5" name="Google Shape;11595;p27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6" name="Google Shape;11596;p27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7" name="Google Shape;11597;p27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8" name="Google Shape;11598;p27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9" name="Google Shape;11599;p27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0" name="Google Shape;11600;p27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1" name="Google Shape;11601;p27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2" name="Google Shape;11602;p27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3" name="Google Shape;11603;p27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4" name="Google Shape;11604;p27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5" name="Google Shape;11605;p27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6" name="Google Shape;11606;p27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7" name="Google Shape;11607;p27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8" name="Google Shape;11608;p27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9" name="Google Shape;11609;p27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0" name="Google Shape;11610;p27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1" name="Google Shape;11611;p27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2" name="Google Shape;11612;p27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3" name="Google Shape;11613;p27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4" name="Google Shape;11614;p27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5" name="Google Shape;11615;p27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6" name="Google Shape;11616;p27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7" name="Google Shape;11617;p27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8" name="Google Shape;11618;p27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9" name="Google Shape;11619;p27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0" name="Google Shape;11620;p27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1" name="Google Shape;11621;p27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2" name="Google Shape;11622;p27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3" name="Google Shape;11623;p27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4" name="Google Shape;11624;p27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5" name="Google Shape;11625;p27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6" name="Google Shape;11626;p27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7" name="Google Shape;11627;p27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8" name="Google Shape;11628;p27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9" name="Google Shape;11629;p27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0" name="Google Shape;11630;p27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1" name="Google Shape;11631;p27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2" name="Google Shape;11632;p27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3" name="Google Shape;11633;p27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4" name="Google Shape;11634;p27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5" name="Google Shape;11635;p27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6" name="Google Shape;11636;p27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7" name="Google Shape;11637;p27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8" name="Google Shape;11638;p27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9" name="Google Shape;11639;p27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0" name="Google Shape;11640;p27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1" name="Google Shape;11641;p27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2" name="Google Shape;11642;p27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3" name="Google Shape;11643;p27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4" name="Google Shape;11644;p27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5" name="Google Shape;11645;p27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6" name="Google Shape;11646;p27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7" name="Google Shape;11647;p27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8" name="Google Shape;11648;p27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9" name="Google Shape;11649;p27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0" name="Google Shape;11650;p27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1" name="Google Shape;11651;p27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2" name="Google Shape;11652;p27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3" name="Google Shape;11653;p27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4" name="Google Shape;11654;p27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5" name="Google Shape;11655;p27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6" name="Google Shape;11656;p27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7" name="Google Shape;11657;p27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8" name="Google Shape;11658;p27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9" name="Google Shape;11659;p27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0" name="Google Shape;11660;p27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1" name="Google Shape;11661;p27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2" name="Google Shape;11662;p27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3" name="Google Shape;11663;p27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4" name="Google Shape;11664;p27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5" name="Google Shape;11665;p27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6" name="Google Shape;11666;p27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7" name="Google Shape;11667;p27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8" name="Google Shape;11668;p27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9" name="Google Shape;11669;p27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0" name="Google Shape;11670;p27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1" name="Google Shape;11671;p27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2" name="Google Shape;11672;p27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3" name="Google Shape;11673;p27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4" name="Google Shape;11674;p27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5" name="Google Shape;11675;p27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6" name="Google Shape;11676;p27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7" name="Google Shape;11677;p27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8" name="Google Shape;11678;p27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9" name="Google Shape;11679;p27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0" name="Google Shape;11680;p27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1" name="Google Shape;11681;p27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2" name="Google Shape;11682;p27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3" name="Google Shape;11683;p27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4" name="Google Shape;11684;p27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5" name="Google Shape;11685;p27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6" name="Google Shape;11686;p27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7" name="Google Shape;11687;p27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8" name="Google Shape;11688;p27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9" name="Google Shape;11689;p27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0" name="Google Shape;11690;p27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1" name="Google Shape;11691;p27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2" name="Google Shape;11692;p27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3" name="Google Shape;11693;p27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4" name="Google Shape;11694;p27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5" name="Google Shape;11695;p27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6" name="Google Shape;11696;p27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7" name="Google Shape;11697;p27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8" name="Google Shape;11698;p27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9" name="Google Shape;11699;p27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0" name="Google Shape;11700;p27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1" name="Google Shape;11701;p27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2" name="Google Shape;11702;p27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3" name="Google Shape;11703;p27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4" name="Google Shape;11704;p27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5" name="Google Shape;11705;p27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6" name="Google Shape;11706;p27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7" name="Google Shape;11707;p27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8" name="Google Shape;11708;p27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9" name="Google Shape;11709;p27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0" name="Google Shape;11710;p27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1" name="Google Shape;11711;p27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2" name="Google Shape;11712;p27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3" name="Google Shape;11713;p27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4" name="Google Shape;11714;p27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5" name="Google Shape;11715;p27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6" name="Google Shape;11716;p27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7" name="Google Shape;11717;p27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8" name="Google Shape;11718;p27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9" name="Google Shape;11719;p27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0" name="Google Shape;11720;p27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1" name="Google Shape;11721;p27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2" name="Google Shape;11722;p27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3" name="Google Shape;11723;p27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4" name="Google Shape;11724;p27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5" name="Google Shape;11725;p27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6" name="Google Shape;11726;p27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7" name="Google Shape;11727;p27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8" name="Google Shape;11728;p27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9" name="Google Shape;11729;p27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0" name="Google Shape;11730;p27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1" name="Google Shape;11731;p27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2" name="Google Shape;11732;p27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3" name="Google Shape;11733;p27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4" name="Google Shape;11734;p27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5" name="Google Shape;11735;p27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6" name="Google Shape;11736;p27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7" name="Google Shape;11737;p27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8" name="Google Shape;11738;p27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9" name="Google Shape;11739;p27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0" name="Google Shape;11740;p27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1" name="Google Shape;11741;p27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2" name="Google Shape;11742;p27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3" name="Google Shape;11743;p27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4" name="Google Shape;11744;p27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5" name="Google Shape;11745;p27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6" name="Google Shape;11746;p27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7" name="Google Shape;11747;p27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8" name="Google Shape;11748;p27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9" name="Google Shape;11749;p27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0" name="Google Shape;11750;p27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1" name="Google Shape;11751;p27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2" name="Google Shape;11752;p27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3" name="Google Shape;11753;p27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4" name="Google Shape;11754;p27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5" name="Google Shape;11755;p27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6" name="Google Shape;11756;p27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7" name="Google Shape;11757;p27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8" name="Google Shape;11758;p27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9" name="Google Shape;11759;p27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0" name="Google Shape;11760;p27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1" name="Google Shape;11761;p27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2" name="Google Shape;11762;p27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3" name="Google Shape;11763;p27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4" name="Google Shape;11764;p27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5" name="Google Shape;11765;p27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6" name="Google Shape;11766;p27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7" name="Google Shape;11767;p27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8" name="Google Shape;11768;p27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9" name="Google Shape;11769;p27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0" name="Google Shape;11770;p27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1" name="Google Shape;11771;p27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2" name="Google Shape;11772;p27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3" name="Google Shape;11773;p27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4" name="Google Shape;11774;p27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5" name="Google Shape;11775;p27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6" name="Google Shape;11776;p27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7" name="Google Shape;11777;p27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8" name="Google Shape;11778;p27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9" name="Google Shape;11779;p27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0" name="Google Shape;11780;p27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1" name="Google Shape;11781;p27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2" name="Google Shape;11782;p27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3" name="Google Shape;11783;p27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4" name="Google Shape;11784;p27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5" name="Google Shape;11785;p27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6" name="Google Shape;11786;p27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7" name="Google Shape;11787;p27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8" name="Google Shape;11788;p27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9" name="Google Shape;11789;p27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0" name="Google Shape;11790;p27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1" name="Google Shape;11791;p27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2" name="Google Shape;11792;p27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3" name="Google Shape;11793;p27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4" name="Google Shape;11794;p27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5" name="Google Shape;11795;p27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6" name="Google Shape;11796;p27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7" name="Google Shape;11797;p27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8" name="Google Shape;11798;p27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9" name="Google Shape;11799;p27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0" name="Google Shape;11800;p27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1" name="Google Shape;11801;p27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2" name="Google Shape;11802;p27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3" name="Google Shape;11803;p27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4" name="Google Shape;11804;p27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5" name="Google Shape;11805;p27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6" name="Google Shape;11806;p27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7" name="Google Shape;11807;p27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8" name="Google Shape;11808;p27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9" name="Google Shape;11809;p27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0" name="Google Shape;11810;p27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1" name="Google Shape;11811;p27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2" name="Google Shape;11812;p27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3" name="Google Shape;11813;p27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4" name="Google Shape;11814;p27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5" name="Google Shape;11815;p27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6" name="Google Shape;11816;p27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7" name="Google Shape;11817;p27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8" name="Google Shape;11818;p27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9" name="Google Shape;11819;p27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0" name="Google Shape;11820;p27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1" name="Google Shape;11821;p27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2" name="Google Shape;11822;p27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3" name="Google Shape;11823;p27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4" name="Google Shape;11824;p27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5" name="Google Shape;11825;p27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6" name="Google Shape;11826;p27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7" name="Google Shape;11827;p27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8" name="Google Shape;11828;p27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9" name="Google Shape;11829;p27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0" name="Google Shape;11830;p27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1" name="Google Shape;11831;p27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2" name="Google Shape;11832;p27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3" name="Google Shape;11833;p27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4" name="Google Shape;11834;p27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5" name="Google Shape;11835;p27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6" name="Google Shape;11836;p27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7" name="Google Shape;11837;p27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8" name="Google Shape;11838;p27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9" name="Google Shape;11839;p27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0" name="Google Shape;11840;p27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1" name="Google Shape;11841;p27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2" name="Google Shape;11842;p27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3" name="Google Shape;11843;p27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4" name="Google Shape;11844;p27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5" name="Google Shape;11845;p27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6" name="Google Shape;11846;p27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7" name="Google Shape;11847;p27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8" name="Google Shape;11848;p27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9" name="Google Shape;11849;p27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0" name="Google Shape;11850;p27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1" name="Google Shape;11851;p27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2" name="Google Shape;11852;p27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3" name="Google Shape;11853;p27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4" name="Google Shape;11854;p27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5" name="Google Shape;11855;p27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6" name="Google Shape;11856;p27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7" name="Google Shape;11857;p27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8" name="Google Shape;11858;p27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9" name="Google Shape;11859;p27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0" name="Google Shape;11860;p27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1" name="Google Shape;11861;p27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2" name="Google Shape;11862;p27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3" name="Google Shape;11863;p27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4" name="Google Shape;11864;p27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5" name="Google Shape;11865;p27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6" name="Google Shape;11866;p27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7" name="Google Shape;11867;p27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8" name="Google Shape;11868;p27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9" name="Google Shape;11869;p27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0" name="Google Shape;11870;p27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1" name="Google Shape;11871;p27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2" name="Google Shape;11872;p27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3" name="Google Shape;11873;p27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4" name="Google Shape;11874;p27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5" name="Google Shape;11875;p27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6" name="Google Shape;11876;p27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7" name="Google Shape;11877;p27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8" name="Google Shape;11878;p27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9" name="Google Shape;11879;p27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0" name="Google Shape;11880;p27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1" name="Google Shape;11881;p27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2" name="Google Shape;11882;p27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3" name="Google Shape;11883;p27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4" name="Google Shape;11884;p27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5" name="Google Shape;11885;p27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6" name="Google Shape;11886;p27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7" name="Google Shape;11887;p27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8" name="Google Shape;11888;p27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9" name="Google Shape;11889;p27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0" name="Google Shape;11890;p27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1" name="Google Shape;11891;p27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2" name="Google Shape;11892;p27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3" name="Google Shape;11893;p27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4" name="Google Shape;11894;p27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5" name="Google Shape;11895;p27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6" name="Google Shape;11896;p27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7" name="Google Shape;11897;p27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8" name="Google Shape;11898;p27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9" name="Google Shape;11899;p27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0" name="Google Shape;11900;p27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1" name="Google Shape;11901;p27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2" name="Google Shape;11902;p27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3" name="Google Shape;11903;p27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4" name="Google Shape;11904;p27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5" name="Google Shape;11905;p27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6" name="Google Shape;11906;p27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7" name="Google Shape;11907;p27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8" name="Google Shape;11908;p27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9" name="Google Shape;11909;p27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0" name="Google Shape;11910;p27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1" name="Google Shape;11911;p27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2" name="Google Shape;11912;p27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3" name="Google Shape;11913;p27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4" name="Google Shape;11914;p27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5" name="Google Shape;11915;p27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6" name="Google Shape;11916;p27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7" name="Google Shape;11917;p27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8" name="Google Shape;11918;p27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9" name="Google Shape;11919;p27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0" name="Google Shape;11920;p27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1" name="Google Shape;11921;p27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2" name="Google Shape;11922;p27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3" name="Google Shape;11923;p27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4" name="Google Shape;11924;p27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5" name="Google Shape;11925;p27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6" name="Google Shape;11926;p27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7" name="Google Shape;11927;p27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8" name="Google Shape;11928;p27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9" name="Google Shape;11929;p27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0" name="Google Shape;11930;p27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1" name="Google Shape;11931;p27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2" name="Google Shape;11932;p27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3" name="Google Shape;11933;p27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4" name="Google Shape;11934;p27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5" name="Google Shape;11935;p27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6" name="Google Shape;11936;p27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7" name="Google Shape;11937;p27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8" name="Google Shape;11938;p27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9" name="Google Shape;11939;p27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0" name="Google Shape;11940;p27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1" name="Google Shape;11941;p27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2" name="Google Shape;11942;p27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3" name="Google Shape;11943;p27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4" name="Google Shape;11944;p27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5" name="Google Shape;11945;p27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6" name="Google Shape;11946;p27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7" name="Google Shape;11947;p27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8" name="Google Shape;11948;p27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9" name="Google Shape;11949;p27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0" name="Google Shape;11950;p27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1" name="Google Shape;11951;p27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2" name="Google Shape;11952;p27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3" name="Google Shape;11953;p27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4" name="Google Shape;11954;p27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5" name="Google Shape;11955;p27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6" name="Google Shape;11956;p27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7" name="Google Shape;11957;p27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8" name="Google Shape;11958;p27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9" name="Google Shape;11959;p27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0" name="Google Shape;11960;p27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1" name="Google Shape;11961;p27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2" name="Google Shape;11962;p27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3" name="Google Shape;11963;p27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4" name="Google Shape;11964;p27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5" name="Google Shape;11965;p27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6" name="Google Shape;11966;p27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7" name="Google Shape;11967;p27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8" name="Google Shape;11968;p27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9" name="Google Shape;11969;p27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0" name="Google Shape;11970;p27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1" name="Google Shape;11971;p27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2" name="Google Shape;11972;p27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3" name="Google Shape;11973;p27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4" name="Google Shape;11974;p27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5" name="Google Shape;11975;p27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6" name="Google Shape;11976;p27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7" name="Google Shape;11977;p27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8" name="Google Shape;11978;p27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9" name="Google Shape;11979;p27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0" name="Google Shape;11980;p27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1" name="Google Shape;11981;p27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2" name="Google Shape;11982;p27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3" name="Google Shape;11983;p27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4" name="Google Shape;11984;p27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5" name="Google Shape;11985;p27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6" name="Google Shape;11986;p27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7" name="Google Shape;11987;p27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8" name="Google Shape;11988;p27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9" name="Google Shape;11989;p27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0" name="Google Shape;11990;p27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1" name="Google Shape;11991;p27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2" name="Google Shape;11992;p27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3" name="Google Shape;11993;p27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4" name="Google Shape;11994;p27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5" name="Google Shape;11995;p27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6" name="Google Shape;11996;p27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7" name="Google Shape;11997;p27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8" name="Google Shape;11998;p27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9" name="Google Shape;11999;p27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0" name="Google Shape;12000;p27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1" name="Google Shape;12001;p27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2" name="Google Shape;12002;p27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3" name="Google Shape;12003;p27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4" name="Google Shape;12004;p27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5" name="Google Shape;12005;p27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6" name="Google Shape;12006;p27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7" name="Google Shape;12007;p27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8" name="Google Shape;12008;p27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9" name="Google Shape;12009;p27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0" name="Google Shape;12010;p27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1" name="Google Shape;12011;p27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2" name="Google Shape;12012;p27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3" name="Google Shape;12013;p27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4" name="Google Shape;12014;p27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5" name="Google Shape;12015;p27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6" name="Google Shape;12016;p27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7" name="Google Shape;12017;p27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8" name="Google Shape;12018;p27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9" name="Google Shape;12019;p27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0" name="Google Shape;12020;p27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1" name="Google Shape;12021;p27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2" name="Google Shape;12022;p27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3" name="Google Shape;12023;p27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4" name="Google Shape;12024;p27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5" name="Google Shape;12025;p27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6" name="Google Shape;12026;p27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7" name="Google Shape;12027;p27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8" name="Google Shape;12028;p27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9" name="Google Shape;12029;p27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0" name="Google Shape;12030;p27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1" name="Google Shape;12031;p27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2" name="Google Shape;12032;p27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3" name="Google Shape;12033;p27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4" name="Google Shape;12034;p27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5" name="Google Shape;12035;p27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6" name="Google Shape;12036;p27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7" name="Google Shape;12037;p27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8" name="Google Shape;12038;p27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9" name="Google Shape;12039;p27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0" name="Google Shape;12040;p27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1" name="Google Shape;12041;p27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2" name="Google Shape;12042;p27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3" name="Google Shape;12043;p27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4" name="Google Shape;12044;p27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5" name="Google Shape;12045;p27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6" name="Google Shape;12046;p27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7" name="Google Shape;12047;p27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8" name="Google Shape;12048;p27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9" name="Google Shape;12049;p27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0" name="Google Shape;12050;p27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1" name="Google Shape;12051;p27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2" name="Google Shape;12052;p27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3" name="Google Shape;12053;p27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4" name="Google Shape;12054;p27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5" name="Google Shape;12055;p27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6" name="Google Shape;12056;p27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7" name="Google Shape;12057;p27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8" name="Google Shape;12058;p27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9" name="Google Shape;12059;p27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0" name="Google Shape;12060;p27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1" name="Google Shape;12061;p27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2" name="Google Shape;12062;p27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3" name="Google Shape;12063;p27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4" name="Google Shape;12064;p27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5" name="Google Shape;12065;p27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6" name="Google Shape;12066;p27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7" name="Google Shape;12067;p27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8" name="Google Shape;12068;p27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9" name="Google Shape;12069;p27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0" name="Google Shape;12070;p27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1" name="Google Shape;12071;p27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2" name="Google Shape;12072;p27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3" name="Google Shape;12073;p27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4" name="Google Shape;12074;p27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5" name="Google Shape;12075;p27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6" name="Google Shape;12076;p27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7" name="Google Shape;12077;p27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8" name="Google Shape;12078;p27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9" name="Google Shape;12079;p27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0" name="Google Shape;12080;p27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1" name="Google Shape;12081;p27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2" name="Google Shape;12082;p27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3" name="Google Shape;12083;p27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4" name="Google Shape;12084;p27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5" name="Google Shape;12085;p27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6" name="Google Shape;12086;p27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7" name="Google Shape;12087;p27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8" name="Google Shape;12088;p27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9" name="Google Shape;12089;p27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0" name="Google Shape;12090;p27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1" name="Google Shape;12091;p27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2" name="Google Shape;12092;p27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3" name="Google Shape;12093;p27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4" name="Google Shape;12094;p27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5" name="Google Shape;12095;p27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6" name="Google Shape;12096;p27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7" name="Google Shape;12097;p27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8" name="Google Shape;12098;p27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9" name="Google Shape;12099;p27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0" name="Google Shape;12100;p27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1" name="Google Shape;12101;p27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2" name="Google Shape;12102;p27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3" name="Google Shape;12103;p27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4" name="Google Shape;12104;p27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5" name="Google Shape;12105;p27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6" name="Google Shape;12106;p27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7" name="Google Shape;12107;p27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8" name="Google Shape;12108;p27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9" name="Google Shape;12109;p27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0" name="Google Shape;12110;p27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1" name="Google Shape;12111;p27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2" name="Google Shape;12112;p27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3" name="Google Shape;12113;p27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4" name="Google Shape;12114;p27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5" name="Google Shape;12115;p27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6" name="Google Shape;12116;p27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7" name="Google Shape;12117;p27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8" name="Google Shape;12118;p27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9" name="Google Shape;12119;p27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0" name="Google Shape;12120;p27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1" name="Google Shape;12121;p27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2" name="Google Shape;12122;p27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3" name="Google Shape;12123;p27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4" name="Google Shape;12124;p27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5" name="Google Shape;12125;p27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6" name="Google Shape;12126;p27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7" name="Google Shape;12127;p27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8" name="Google Shape;12128;p27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9" name="Google Shape;12129;p27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0" name="Google Shape;12130;p27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1" name="Google Shape;12131;p27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2" name="Google Shape;12132;p27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3" name="Google Shape;12133;p27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4" name="Google Shape;12134;p27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5" name="Google Shape;12135;p27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6" name="Google Shape;12136;p27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7" name="Google Shape;12137;p27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8" name="Google Shape;12138;p27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9" name="Google Shape;12139;p27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0" name="Google Shape;12140;p27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1" name="Google Shape;12141;p27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2" name="Google Shape;12142;p27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3" name="Google Shape;12143;p27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4" name="Google Shape;12144;p27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5" name="Google Shape;12145;p27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6" name="Google Shape;12146;p27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7" name="Google Shape;12147;p27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8" name="Google Shape;12148;p27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9" name="Google Shape;12149;p27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0" name="Google Shape;12150;p27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1" name="Google Shape;12151;p27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2" name="Google Shape;12152;p27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3" name="Google Shape;12153;p27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4" name="Google Shape;12154;p27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5" name="Google Shape;12155;p27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6" name="Google Shape;12156;p27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7" name="Google Shape;12157;p27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8" name="Google Shape;12158;p27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9" name="Google Shape;12159;p27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0" name="Google Shape;12160;p27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1" name="Google Shape;12161;p27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2" name="Google Shape;12162;p27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3" name="Google Shape;12163;p27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4" name="Google Shape;12164;p27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5" name="Google Shape;12165;p27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6" name="Google Shape;12166;p27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7" name="Google Shape;12167;p27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8" name="Google Shape;12168;p27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9" name="Google Shape;12169;p27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0" name="Google Shape;12170;p27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1" name="Google Shape;12171;p27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2" name="Google Shape;12172;p27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3" name="Google Shape;12173;p27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4" name="Google Shape;12174;p27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5" name="Google Shape;12175;p27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6" name="Google Shape;12176;p27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7" name="Google Shape;12177;p27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8" name="Google Shape;12178;p27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9" name="Google Shape;12179;p27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0" name="Google Shape;12180;p27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1" name="Google Shape;12181;p27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2" name="Google Shape;12182;p27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3" name="Google Shape;12183;p27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4" name="Google Shape;12184;p27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5" name="Google Shape;12185;p27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6" name="Google Shape;12186;p27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7" name="Google Shape;12187;p27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8" name="Google Shape;12188;p27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9" name="Google Shape;12189;p27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0" name="Google Shape;12190;p27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1" name="Google Shape;12191;p27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2" name="Google Shape;12192;p27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3" name="Google Shape;12193;p27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4" name="Google Shape;12194;p27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5" name="Google Shape;12195;p27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6" name="Google Shape;12196;p27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7" name="Google Shape;12197;p27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8" name="Google Shape;12198;p27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9" name="Google Shape;12199;p27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0" name="Google Shape;12200;p27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1" name="Google Shape;12201;p27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2" name="Google Shape;12202;p27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3" name="Google Shape;12203;p27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4" name="Google Shape;12204;p27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5" name="Google Shape;12205;p27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6" name="Google Shape;12206;p27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7" name="Google Shape;12207;p27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8" name="Google Shape;12208;p27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9" name="Google Shape;12209;p27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0" name="Google Shape;12210;p27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1" name="Google Shape;12211;p27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2" name="Google Shape;12212;p27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3" name="Google Shape;12213;p27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4" name="Google Shape;12214;p27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5" name="Google Shape;12215;p27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6" name="Google Shape;12216;p27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7" name="Google Shape;12217;p27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8" name="Google Shape;12218;p27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9" name="Google Shape;12219;p27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0" name="Google Shape;12220;p27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1" name="Google Shape;12221;p27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2" name="Google Shape;12222;p27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3" name="Google Shape;12223;p27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4" name="Google Shape;12224;p27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5" name="Google Shape;12225;p27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6" name="Google Shape;12226;p27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7" name="Google Shape;12227;p27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8" name="Google Shape;12228;p27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9" name="Google Shape;12229;p27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0" name="Google Shape;12230;p27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1" name="Google Shape;12231;p27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2" name="Google Shape;12232;p27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3" name="Google Shape;12233;p27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4" name="Google Shape;12234;p27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5" name="Google Shape;12235;p27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6" name="Google Shape;12236;p27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7" name="Google Shape;12237;p27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8" name="Google Shape;12238;p27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9" name="Google Shape;12239;p27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0" name="Google Shape;12240;p27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1" name="Google Shape;12241;p27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2" name="Google Shape;12242;p27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3" name="Google Shape;12243;p27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4" name="Google Shape;12244;p27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5" name="Google Shape;12245;p27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6" name="Google Shape;12246;p27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7" name="Google Shape;12247;p27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8" name="Google Shape;12248;p27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9" name="Google Shape;12249;p27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0" name="Google Shape;12250;p27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1" name="Google Shape;12251;p27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2" name="Google Shape;12252;p27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3" name="Google Shape;12253;p27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4" name="Google Shape;12254;p27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5" name="Google Shape;12255;p27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6" name="Google Shape;12256;p27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7" name="Google Shape;12257;p27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8" name="Google Shape;12258;p27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9" name="Google Shape;12259;p27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0" name="Google Shape;12260;p27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1" name="Google Shape;12261;p27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2" name="Google Shape;12262;p27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3" name="Google Shape;12263;p27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4" name="Google Shape;12264;p27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5" name="Google Shape;12265;p27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6" name="Google Shape;12266;p27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7" name="Google Shape;12267;p27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8" name="Google Shape;12268;p27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9" name="Google Shape;12269;p27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0" name="Google Shape;12270;p27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1" name="Google Shape;12271;p27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2" name="Google Shape;12272;p27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3" name="Google Shape;12273;p27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4" name="Google Shape;12274;p27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5" name="Google Shape;12275;p27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6" name="Google Shape;12276;p27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7" name="Google Shape;12277;p27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8" name="Google Shape;12278;p27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9" name="Google Shape;12279;p27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0" name="Google Shape;12280;p27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1" name="Google Shape;12281;p27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2" name="Google Shape;12282;p27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3" name="Google Shape;12283;p27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4" name="Google Shape;12284;p27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5" name="Google Shape;12285;p27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6" name="Google Shape;12286;p27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7" name="Google Shape;12287;p27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8" name="Google Shape;12288;p27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9" name="Google Shape;12289;p27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0" name="Google Shape;12290;p27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1" name="Google Shape;12291;p27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2" name="Google Shape;12292;p27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3" name="Google Shape;12293;p27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4" name="Google Shape;12294;p27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5" name="Google Shape;12295;p27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6" name="Google Shape;12296;p27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7" name="Google Shape;12297;p27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8" name="Google Shape;12298;p27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9" name="Google Shape;12299;p27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0" name="Google Shape;12300;p27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1" name="Google Shape;12301;p27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2" name="Google Shape;12302;p27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3" name="Google Shape;12303;p27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4" name="Google Shape;12304;p27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5" name="Google Shape;12305;p27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6" name="Google Shape;12306;p27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7" name="Google Shape;12307;p27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8" name="Google Shape;12308;p27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9" name="Google Shape;12309;p27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0" name="Google Shape;12310;p27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1" name="Google Shape;12311;p27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2" name="Google Shape;12312;p27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3" name="Google Shape;12313;p27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4" name="Google Shape;12314;p27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5" name="Google Shape;12315;p27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6" name="Google Shape;12316;p27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7" name="Google Shape;12317;p27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8" name="Google Shape;12318;p27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9" name="Google Shape;12319;p27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0" name="Google Shape;12320;p27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1" name="Google Shape;12321;p27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2" name="Google Shape;12322;p27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3" name="Google Shape;12323;p27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4" name="Google Shape;12324;p27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5" name="Google Shape;12325;p27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6" name="Google Shape;12326;p27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7" name="Google Shape;12327;p27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8" name="Google Shape;12328;p27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9" name="Google Shape;12329;p27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0" name="Google Shape;12330;p27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1" name="Google Shape;12331;p27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2" name="Google Shape;12332;p27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3" name="Google Shape;12333;p27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4" name="Google Shape;12334;p27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5" name="Google Shape;12335;p27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6" name="Google Shape;12336;p27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7" name="Google Shape;12337;p27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8" name="Google Shape;12338;p27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9" name="Google Shape;12339;p27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0" name="Google Shape;12340;p27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1" name="Google Shape;12341;p27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2" name="Google Shape;12342;p27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3" name="Google Shape;12343;p27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4" name="Google Shape;12344;p27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5" name="Google Shape;12345;p27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6" name="Google Shape;12346;p27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7" name="Google Shape;12347;p27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8" name="Google Shape;12348;p27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9" name="Google Shape;12349;p27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0" name="Google Shape;12350;p27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1" name="Google Shape;12351;p27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2" name="Google Shape;12352;p27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3" name="Google Shape;12353;p27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4" name="Google Shape;12354;p27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5" name="Google Shape;12355;p27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6" name="Google Shape;12356;p27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7" name="Google Shape;12357;p27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8" name="Google Shape;12358;p27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9" name="Google Shape;12359;p27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0" name="Google Shape;12360;p27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1" name="Google Shape;12361;p27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2" name="Google Shape;12362;p27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3" name="Google Shape;12363;p27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4" name="Google Shape;12364;p27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5" name="Google Shape;12365;p27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6" name="Google Shape;12366;p27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7" name="Google Shape;12367;p27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8" name="Google Shape;12368;p27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9" name="Google Shape;12369;p27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0" name="Google Shape;12370;p27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1" name="Google Shape;12371;p27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2" name="Google Shape;12372;p27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3" name="Google Shape;12373;p27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4" name="Google Shape;12374;p27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5" name="Google Shape;12375;p27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6" name="Google Shape;12376;p27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7" name="Google Shape;12377;p27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8" name="Google Shape;12378;p27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9" name="Google Shape;12379;p27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0" name="Google Shape;12380;p27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1" name="Google Shape;12381;p27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2" name="Google Shape;12382;p27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3" name="Google Shape;12383;p27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4" name="Google Shape;12384;p27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5" name="Google Shape;12385;p27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6" name="Google Shape;12386;p27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7" name="Google Shape;12387;p27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8" name="Google Shape;12388;p27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9" name="Google Shape;12389;p27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0" name="Google Shape;12390;p27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1" name="Google Shape;12391;p27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2" name="Google Shape;12392;p27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3" name="Google Shape;12393;p27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4" name="Google Shape;12394;p27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5" name="Google Shape;12395;p27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6" name="Google Shape;12396;p27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7" name="Google Shape;12397;p27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8" name="Google Shape;12398;p27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9" name="Google Shape;12399;p27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0" name="Google Shape;12400;p27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1" name="Google Shape;12401;p27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2" name="Google Shape;12402;p27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3" name="Google Shape;12403;p27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4" name="Google Shape;12404;p27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5" name="Google Shape;12405;p27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6" name="Google Shape;12406;p27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7" name="Google Shape;12407;p27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8" name="Google Shape;12408;p27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9" name="Google Shape;12409;p27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0" name="Google Shape;12410;p27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1" name="Google Shape;12411;p27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2" name="Google Shape;12412;p27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3" name="Google Shape;12413;p27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4" name="Google Shape;12414;p27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5" name="Google Shape;12415;p27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6" name="Google Shape;12416;p27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7" name="Google Shape;12417;p27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8" name="Google Shape;12418;p27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9" name="Google Shape;12419;p27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0" name="Google Shape;12420;p27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1" name="Google Shape;12421;p27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2" name="Google Shape;12422;p27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3" name="Google Shape;12423;p27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4" name="Google Shape;12424;p27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5" name="Google Shape;12425;p27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6" name="Google Shape;12426;p27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7" name="Google Shape;12427;p27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8" name="Google Shape;12428;p27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9" name="Google Shape;12429;p27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0" name="Google Shape;12430;p27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1" name="Google Shape;12431;p27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2" name="Google Shape;12432;p27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3" name="Google Shape;12433;p27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4" name="Google Shape;12434;p27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5" name="Google Shape;12435;p27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6" name="Google Shape;12436;p27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7" name="Google Shape;12437;p27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8" name="Google Shape;12438;p27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9" name="Google Shape;12439;p27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0" name="Google Shape;12440;p27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1" name="Google Shape;12441;p27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2" name="Google Shape;12442;p27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3" name="Google Shape;12443;p27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4" name="Google Shape;12444;p27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5" name="Google Shape;12445;p27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6" name="Google Shape;12446;p27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7" name="Google Shape;12447;p27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8" name="Google Shape;12448;p27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9" name="Google Shape;12449;p27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0" name="Google Shape;12450;p27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1" name="Google Shape;12451;p27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2" name="Google Shape;12452;p27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3" name="Google Shape;12453;p27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4" name="Google Shape;12454;p27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5" name="Google Shape;12455;p27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6" name="Google Shape;12456;p27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7" name="Google Shape;12457;p27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8" name="Google Shape;12458;p27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9" name="Google Shape;12459;p27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0" name="Google Shape;12460;p27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1" name="Google Shape;12461;p27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2" name="Google Shape;12462;p27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3" name="Google Shape;12463;p27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4" name="Google Shape;12464;p27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5" name="Google Shape;12465;p27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6" name="Google Shape;12466;p27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7" name="Google Shape;12467;p27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8" name="Google Shape;12468;p27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9" name="Google Shape;12469;p27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0" name="Google Shape;12470;p27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1" name="Google Shape;12471;p27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2" name="Google Shape;12472;p27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3" name="Google Shape;12473;p27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4" name="Google Shape;12474;p27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5" name="Google Shape;12475;p27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6" name="Google Shape;12476;p27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7" name="Google Shape;12477;p27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8" name="Google Shape;12478;p27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9" name="Google Shape;12479;p27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0" name="Google Shape;12480;p27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1" name="Google Shape;12481;p27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2" name="Google Shape;12482;p27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3" name="Google Shape;12483;p27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4" name="Google Shape;12484;p27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5" name="Google Shape;12485;p27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6" name="Google Shape;12486;p27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7" name="Google Shape;12487;p27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8" name="Google Shape;12488;p27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9" name="Google Shape;12489;p27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0" name="Google Shape;12490;p27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1" name="Google Shape;12491;p27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2" name="Google Shape;12492;p27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3" name="Google Shape;12493;p27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4" name="Google Shape;12494;p27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5" name="Google Shape;12495;p27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6" name="Google Shape;12496;p27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7" name="Google Shape;12497;p27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8" name="Google Shape;12498;p27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9" name="Google Shape;12499;p27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0" name="Google Shape;12500;p27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1" name="Google Shape;12501;p27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2" name="Google Shape;12502;p27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3" name="Google Shape;12503;p27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4" name="Google Shape;12504;p27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5" name="Google Shape;12505;p27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6" name="Google Shape;12506;p27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7" name="Google Shape;12507;p27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8" name="Google Shape;12508;p27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9" name="Google Shape;12509;p27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0" name="Google Shape;12510;p27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1" name="Google Shape;12511;p27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2" name="Google Shape;12512;p27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3" name="Google Shape;12513;p27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4" name="Google Shape;12514;p27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5" name="Google Shape;12515;p27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6" name="Google Shape;12516;p27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7" name="Google Shape;12517;p27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8" name="Google Shape;12518;p27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9" name="Google Shape;12519;p27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0" name="Google Shape;12520;p27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1" name="Google Shape;12521;p27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2" name="Google Shape;12522;p27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3" name="Google Shape;12523;p27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4" name="Google Shape;12524;p27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5" name="Google Shape;12525;p27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6" name="Google Shape;12526;p27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7" name="Google Shape;12527;p27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8" name="Google Shape;12528;p27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9" name="Google Shape;12529;p27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0" name="Google Shape;12530;p27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1" name="Google Shape;12531;p27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2" name="Google Shape;12532;p27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3" name="Google Shape;12533;p27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4" name="Google Shape;12534;p27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5" name="Google Shape;12535;p27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6" name="Google Shape;12536;p27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7" name="Google Shape;12537;p27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8" name="Google Shape;12538;p27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9" name="Google Shape;12539;p27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0" name="Google Shape;12540;p27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1" name="Google Shape;12541;p27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2" name="Google Shape;12542;p27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3" name="Google Shape;12543;p27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4" name="Google Shape;12544;p27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5" name="Google Shape;12545;p27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6" name="Google Shape;12546;p27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7" name="Google Shape;12547;p27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8" name="Google Shape;12548;p27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9" name="Google Shape;12549;p27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0" name="Google Shape;12550;p27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1" name="Google Shape;12551;p27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2" name="Google Shape;12552;p27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3" name="Google Shape;12553;p27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4" name="Google Shape;12554;p27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5" name="Google Shape;12555;p27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6" name="Google Shape;12556;p27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7" name="Google Shape;12557;p27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8" name="Google Shape;12558;p27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9" name="Google Shape;12559;p27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0" name="Google Shape;12560;p27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1" name="Google Shape;12561;p27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2" name="Google Shape;12562;p27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3" name="Google Shape;12563;p27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4" name="Google Shape;12564;p27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5" name="Google Shape;12565;p27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6" name="Google Shape;12566;p27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7" name="Google Shape;12567;p27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8" name="Google Shape;12568;p27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9" name="Google Shape;12569;p27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0" name="Google Shape;12570;p27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1" name="Google Shape;12571;p27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2" name="Google Shape;12572;p27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3" name="Google Shape;12573;p27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4" name="Google Shape;12574;p27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5" name="Google Shape;12575;p27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576" name="Google Shape;12576;p27"/>
          <p:cNvSpPr/>
          <p:nvPr/>
        </p:nvSpPr>
        <p:spPr>
          <a:xfrm rot="-5400000">
            <a:off x="7627482" y="1567043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77" name="Google Shape;12577;p27"/>
          <p:cNvSpPr/>
          <p:nvPr/>
        </p:nvSpPr>
        <p:spPr>
          <a:xfrm rot="-5400000">
            <a:off x="8202092" y="1786767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578" name="Google Shape;12578;p27"/>
          <p:cNvGrpSpPr/>
          <p:nvPr/>
        </p:nvGrpSpPr>
        <p:grpSpPr>
          <a:xfrm rot="10800000">
            <a:off x="365573" y="1027175"/>
            <a:ext cx="347597" cy="4345456"/>
            <a:chOff x="-136402" y="-175976"/>
            <a:chExt cx="347597" cy="4345456"/>
          </a:xfrm>
        </p:grpSpPr>
        <p:sp>
          <p:nvSpPr>
            <p:cNvPr id="12579" name="Google Shape;12579;p27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0" name="Google Shape;12580;p27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1" name="Google Shape;12581;p27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2" name="Google Shape;12582;p27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3" name="Google Shape;12583;p27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4" name="Google Shape;12584;p27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5" name="Google Shape;12585;p27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6" name="Google Shape;12586;p27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7" name="Google Shape;12587;p27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8" name="Google Shape;12588;p27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9" name="Google Shape;12589;p27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0" name="Google Shape;12590;p27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1" name="Google Shape;12591;p27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2" name="Google Shape;12592;p27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3" name="Google Shape;12593;p27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4" name="Google Shape;12594;p27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5" name="Google Shape;12595;p27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6" name="Google Shape;12596;p27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7" name="Google Shape;12597;p27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8" name="Google Shape;12598;p27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9" name="Google Shape;12599;p27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0" name="Google Shape;12600;p27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1" name="Google Shape;12601;p27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2" name="Google Shape;12602;p27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3" name="Google Shape;12603;p27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4" name="Google Shape;12604;p27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5" name="Google Shape;12605;p27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06" name="Google Shape;12606;p27"/>
          <p:cNvGrpSpPr/>
          <p:nvPr/>
        </p:nvGrpSpPr>
        <p:grpSpPr>
          <a:xfrm rot="10800000">
            <a:off x="365573" y="1027180"/>
            <a:ext cx="347597" cy="4345451"/>
            <a:chOff x="-136402" y="-175976"/>
            <a:chExt cx="347597" cy="4345451"/>
          </a:xfrm>
        </p:grpSpPr>
        <p:sp>
          <p:nvSpPr>
            <p:cNvPr id="12607" name="Google Shape;12607;p27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8" name="Google Shape;12608;p27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9" name="Google Shape;12609;p27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0" name="Google Shape;12610;p27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1" name="Google Shape;12611;p27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2" name="Google Shape;12612;p27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3" name="Google Shape;12613;p27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4" name="Google Shape;12614;p27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5" name="Google Shape;12615;p27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6" name="Google Shape;12616;p27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7" name="Google Shape;12617;p27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8" name="Google Shape;12618;p27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9" name="Google Shape;12619;p27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0" name="Google Shape;12620;p27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1" name="Google Shape;12621;p27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2" name="Google Shape;12622;p27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3" name="Google Shape;12623;p27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4" name="Google Shape;12624;p27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5" name="Google Shape;12625;p27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6" name="Google Shape;12626;p27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7" name="Google Shape;12627;p27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8" name="Google Shape;12628;p27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9" name="Google Shape;12629;p27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0" name="Google Shape;12630;p27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1" name="Google Shape;12631;p27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2" name="Google Shape;12632;p27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633" name="Google Shape;12633;p27"/>
          <p:cNvSpPr/>
          <p:nvPr/>
        </p:nvSpPr>
        <p:spPr>
          <a:xfrm rot="10800000">
            <a:off x="365518" y="1027180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1">
  <p:cSld name="CUSTOM_8_1">
    <p:spTree>
      <p:nvGrpSpPr>
        <p:cNvPr id="12634" name="Shape 126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35" name="Google Shape;12635;p28"/>
          <p:cNvSpPr txBox="1"/>
          <p:nvPr>
            <p:ph hasCustomPrompt="1" type="title"/>
          </p:nvPr>
        </p:nvSpPr>
        <p:spPr>
          <a:xfrm>
            <a:off x="1910200" y="2015875"/>
            <a:ext cx="1042200" cy="406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2636" name="Google Shape;12636;p28"/>
          <p:cNvSpPr txBox="1"/>
          <p:nvPr>
            <p:ph hasCustomPrompt="1" idx="2" type="title"/>
          </p:nvPr>
        </p:nvSpPr>
        <p:spPr>
          <a:xfrm>
            <a:off x="4586525" y="2015863"/>
            <a:ext cx="1042500" cy="406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2637" name="Google Shape;12637;p28"/>
          <p:cNvSpPr txBox="1"/>
          <p:nvPr>
            <p:ph hasCustomPrompt="1" idx="3" type="title"/>
          </p:nvPr>
        </p:nvSpPr>
        <p:spPr>
          <a:xfrm>
            <a:off x="7262249" y="2015863"/>
            <a:ext cx="1042500" cy="406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2638" name="Google Shape;12638;p28"/>
          <p:cNvSpPr txBox="1"/>
          <p:nvPr>
            <p:ph idx="4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2639" name="Google Shape;12639;p28"/>
          <p:cNvSpPr txBox="1"/>
          <p:nvPr>
            <p:ph idx="1" type="subTitle"/>
          </p:nvPr>
        </p:nvSpPr>
        <p:spPr>
          <a:xfrm>
            <a:off x="713225" y="3281425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2640" name="Google Shape;12640;p28"/>
          <p:cNvSpPr txBox="1"/>
          <p:nvPr>
            <p:ph idx="5" type="subTitle"/>
          </p:nvPr>
        </p:nvSpPr>
        <p:spPr>
          <a:xfrm>
            <a:off x="713225" y="292660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2641" name="Google Shape;12641;p28"/>
          <p:cNvSpPr txBox="1"/>
          <p:nvPr>
            <p:ph idx="6" type="subTitle"/>
          </p:nvPr>
        </p:nvSpPr>
        <p:spPr>
          <a:xfrm>
            <a:off x="3388950" y="3281425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2642" name="Google Shape;12642;p28"/>
          <p:cNvSpPr txBox="1"/>
          <p:nvPr>
            <p:ph idx="7" type="subTitle"/>
          </p:nvPr>
        </p:nvSpPr>
        <p:spPr>
          <a:xfrm>
            <a:off x="3388950" y="292660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2643" name="Google Shape;12643;p28"/>
          <p:cNvSpPr txBox="1"/>
          <p:nvPr>
            <p:ph idx="8" type="subTitle"/>
          </p:nvPr>
        </p:nvSpPr>
        <p:spPr>
          <a:xfrm>
            <a:off x="6064674" y="3281425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2644" name="Google Shape;12644;p28"/>
          <p:cNvSpPr txBox="1"/>
          <p:nvPr>
            <p:ph idx="9" type="subTitle"/>
          </p:nvPr>
        </p:nvSpPr>
        <p:spPr>
          <a:xfrm>
            <a:off x="6064674" y="292660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2645" name="Google Shape;12645;p28"/>
          <p:cNvSpPr/>
          <p:nvPr/>
        </p:nvSpPr>
        <p:spPr>
          <a:xfrm>
            <a:off x="1035750" y="4777950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46" name="Google Shape;12646;p28"/>
          <p:cNvSpPr/>
          <p:nvPr/>
        </p:nvSpPr>
        <p:spPr>
          <a:xfrm>
            <a:off x="8172973" y="4365558"/>
            <a:ext cx="908514" cy="955186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47" name="Google Shape;12647;p28"/>
          <p:cNvGrpSpPr/>
          <p:nvPr/>
        </p:nvGrpSpPr>
        <p:grpSpPr>
          <a:xfrm>
            <a:off x="8890016" y="-99751"/>
            <a:ext cx="347597" cy="4345456"/>
            <a:chOff x="-136402" y="-175976"/>
            <a:chExt cx="347597" cy="4345456"/>
          </a:xfrm>
        </p:grpSpPr>
        <p:sp>
          <p:nvSpPr>
            <p:cNvPr id="12648" name="Google Shape;12648;p28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9" name="Google Shape;12649;p28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0" name="Google Shape;12650;p28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1" name="Google Shape;12651;p28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2" name="Google Shape;12652;p28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3" name="Google Shape;12653;p28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4" name="Google Shape;12654;p28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5" name="Google Shape;12655;p28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6" name="Google Shape;12656;p28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7" name="Google Shape;12657;p28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8" name="Google Shape;12658;p28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9" name="Google Shape;12659;p28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0" name="Google Shape;12660;p28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1" name="Google Shape;12661;p28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2" name="Google Shape;12662;p28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3" name="Google Shape;12663;p28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4" name="Google Shape;12664;p28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5" name="Google Shape;12665;p28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6" name="Google Shape;12666;p28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7" name="Google Shape;12667;p28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8" name="Google Shape;12668;p28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9" name="Google Shape;12669;p28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0" name="Google Shape;12670;p28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1" name="Google Shape;12671;p28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2" name="Google Shape;12672;p28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3" name="Google Shape;12673;p28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4" name="Google Shape;12674;p28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5" name="Google Shape;12675;p28"/>
          <p:cNvGrpSpPr/>
          <p:nvPr/>
        </p:nvGrpSpPr>
        <p:grpSpPr>
          <a:xfrm>
            <a:off x="8890016" y="-99751"/>
            <a:ext cx="347597" cy="4345451"/>
            <a:chOff x="-136402" y="-175976"/>
            <a:chExt cx="347597" cy="4345451"/>
          </a:xfrm>
        </p:grpSpPr>
        <p:sp>
          <p:nvSpPr>
            <p:cNvPr id="12676" name="Google Shape;12676;p28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7" name="Google Shape;12677;p28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8" name="Google Shape;12678;p28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9" name="Google Shape;12679;p28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0" name="Google Shape;12680;p28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1" name="Google Shape;12681;p28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2" name="Google Shape;12682;p28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3" name="Google Shape;12683;p28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4" name="Google Shape;12684;p28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5" name="Google Shape;12685;p28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6" name="Google Shape;12686;p28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7" name="Google Shape;12687;p28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8" name="Google Shape;12688;p28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9" name="Google Shape;12689;p28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0" name="Google Shape;12690;p28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1" name="Google Shape;12691;p28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2" name="Google Shape;12692;p28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3" name="Google Shape;12693;p28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4" name="Google Shape;12694;p28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5" name="Google Shape;12695;p28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6" name="Google Shape;12696;p28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7" name="Google Shape;12697;p28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8" name="Google Shape;12698;p28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9" name="Google Shape;12699;p28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0" name="Google Shape;12700;p28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1" name="Google Shape;12701;p28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02" name="Google Shape;12702;p28"/>
          <p:cNvSpPr/>
          <p:nvPr/>
        </p:nvSpPr>
        <p:spPr>
          <a:xfrm>
            <a:off x="8889968" y="-99800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03" name="Google Shape;12703;p28"/>
          <p:cNvSpPr/>
          <p:nvPr/>
        </p:nvSpPr>
        <p:spPr>
          <a:xfrm>
            <a:off x="-151900" y="-120000"/>
            <a:ext cx="991295" cy="1042216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10">
    <p:spTree>
      <p:nvGrpSpPr>
        <p:cNvPr id="12704" name="Shape 127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05" name="Google Shape;12705;p2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12706" name="Google Shape;12706;p29"/>
          <p:cNvGrpSpPr/>
          <p:nvPr/>
        </p:nvGrpSpPr>
        <p:grpSpPr>
          <a:xfrm rot="-5400000">
            <a:off x="6144894" y="2894790"/>
            <a:ext cx="347597" cy="4345456"/>
            <a:chOff x="-136402" y="-175976"/>
            <a:chExt cx="347597" cy="4345456"/>
          </a:xfrm>
        </p:grpSpPr>
        <p:sp>
          <p:nvSpPr>
            <p:cNvPr id="12707" name="Google Shape;12707;p29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8" name="Google Shape;12708;p29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9" name="Google Shape;12709;p29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0" name="Google Shape;12710;p29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1" name="Google Shape;12711;p29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2" name="Google Shape;12712;p29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3" name="Google Shape;12713;p29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4" name="Google Shape;12714;p29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5" name="Google Shape;12715;p29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6" name="Google Shape;12716;p29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7" name="Google Shape;12717;p29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8" name="Google Shape;12718;p29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9" name="Google Shape;12719;p29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0" name="Google Shape;12720;p29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1" name="Google Shape;12721;p29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2" name="Google Shape;12722;p29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3" name="Google Shape;12723;p29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4" name="Google Shape;12724;p29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5" name="Google Shape;12725;p29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6" name="Google Shape;12726;p29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7" name="Google Shape;12727;p29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8" name="Google Shape;12728;p29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9" name="Google Shape;12729;p29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0" name="Google Shape;12730;p29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1" name="Google Shape;12731;p29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2" name="Google Shape;12732;p29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3" name="Google Shape;12733;p29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34" name="Google Shape;12734;p29"/>
          <p:cNvGrpSpPr/>
          <p:nvPr/>
        </p:nvGrpSpPr>
        <p:grpSpPr>
          <a:xfrm rot="-5400000">
            <a:off x="6144891" y="2894793"/>
            <a:ext cx="347597" cy="4345451"/>
            <a:chOff x="-136402" y="-175976"/>
            <a:chExt cx="347597" cy="4345451"/>
          </a:xfrm>
        </p:grpSpPr>
        <p:sp>
          <p:nvSpPr>
            <p:cNvPr id="12735" name="Google Shape;12735;p29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6" name="Google Shape;12736;p29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7" name="Google Shape;12737;p29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8" name="Google Shape;12738;p29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9" name="Google Shape;12739;p29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0" name="Google Shape;12740;p29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1" name="Google Shape;12741;p29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2" name="Google Shape;12742;p29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3" name="Google Shape;12743;p29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4" name="Google Shape;12744;p29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5" name="Google Shape;12745;p29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6" name="Google Shape;12746;p29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7" name="Google Shape;12747;p29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8" name="Google Shape;12748;p29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9" name="Google Shape;12749;p29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0" name="Google Shape;12750;p29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1" name="Google Shape;12751;p29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2" name="Google Shape;12752;p29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3" name="Google Shape;12753;p29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4" name="Google Shape;12754;p29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5" name="Google Shape;12755;p29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6" name="Google Shape;12756;p29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7" name="Google Shape;12757;p29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8" name="Google Shape;12758;p29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9" name="Google Shape;12759;p29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0" name="Google Shape;12760;p29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61" name="Google Shape;12761;p29"/>
          <p:cNvSpPr/>
          <p:nvPr/>
        </p:nvSpPr>
        <p:spPr>
          <a:xfrm rot="-5400000">
            <a:off x="6144816" y="2894765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62" name="Google Shape;12762;p29"/>
          <p:cNvSpPr/>
          <p:nvPr/>
        </p:nvSpPr>
        <p:spPr>
          <a:xfrm>
            <a:off x="-221725" y="4030165"/>
            <a:ext cx="934961" cy="982947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63" name="Google Shape;12763;p29"/>
          <p:cNvSpPr/>
          <p:nvPr/>
        </p:nvSpPr>
        <p:spPr>
          <a:xfrm>
            <a:off x="8777236" y="-47750"/>
            <a:ext cx="550800" cy="22470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64" name="Google Shape;12764;p29"/>
          <p:cNvSpPr/>
          <p:nvPr/>
        </p:nvSpPr>
        <p:spPr>
          <a:xfrm>
            <a:off x="8599075" y="1637891"/>
            <a:ext cx="1609800" cy="16098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CUSTOM_10_1">
    <p:spTree>
      <p:nvGrpSpPr>
        <p:cNvPr id="12765" name="Shape 12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66" name="Google Shape;12766;p30"/>
          <p:cNvSpPr txBox="1"/>
          <p:nvPr>
            <p:ph type="title"/>
          </p:nvPr>
        </p:nvSpPr>
        <p:spPr>
          <a:xfrm>
            <a:off x="720000" y="445025"/>
            <a:ext cx="7704000" cy="78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12767" name="Google Shape;12767;p30"/>
          <p:cNvGrpSpPr/>
          <p:nvPr/>
        </p:nvGrpSpPr>
        <p:grpSpPr>
          <a:xfrm rot="-5400000">
            <a:off x="1552469" y="-2158710"/>
            <a:ext cx="347597" cy="4345456"/>
            <a:chOff x="-136402" y="-175976"/>
            <a:chExt cx="347597" cy="4345456"/>
          </a:xfrm>
        </p:grpSpPr>
        <p:sp>
          <p:nvSpPr>
            <p:cNvPr id="12768" name="Google Shape;12768;p30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9" name="Google Shape;12769;p30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0" name="Google Shape;12770;p30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1" name="Google Shape;12771;p30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2" name="Google Shape;12772;p30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3" name="Google Shape;12773;p30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4" name="Google Shape;12774;p30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5" name="Google Shape;12775;p30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6" name="Google Shape;12776;p30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7" name="Google Shape;12777;p30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8" name="Google Shape;12778;p30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9" name="Google Shape;12779;p30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0" name="Google Shape;12780;p30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1" name="Google Shape;12781;p30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2" name="Google Shape;12782;p30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3" name="Google Shape;12783;p30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4" name="Google Shape;12784;p30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5" name="Google Shape;12785;p30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6" name="Google Shape;12786;p30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7" name="Google Shape;12787;p30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8" name="Google Shape;12788;p30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9" name="Google Shape;12789;p30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0" name="Google Shape;12790;p30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1" name="Google Shape;12791;p30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2" name="Google Shape;12792;p30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3" name="Google Shape;12793;p30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4" name="Google Shape;12794;p30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95" name="Google Shape;12795;p30"/>
          <p:cNvGrpSpPr/>
          <p:nvPr/>
        </p:nvGrpSpPr>
        <p:grpSpPr>
          <a:xfrm rot="-5400000">
            <a:off x="1552466" y="-2158707"/>
            <a:ext cx="347597" cy="4345451"/>
            <a:chOff x="-136402" y="-175976"/>
            <a:chExt cx="347597" cy="4345451"/>
          </a:xfrm>
        </p:grpSpPr>
        <p:sp>
          <p:nvSpPr>
            <p:cNvPr id="12796" name="Google Shape;12796;p30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7" name="Google Shape;12797;p30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8" name="Google Shape;12798;p30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9" name="Google Shape;12799;p30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0" name="Google Shape;12800;p30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1" name="Google Shape;12801;p30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2" name="Google Shape;12802;p30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3" name="Google Shape;12803;p30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4" name="Google Shape;12804;p30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5" name="Google Shape;12805;p30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6" name="Google Shape;12806;p30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7" name="Google Shape;12807;p30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8" name="Google Shape;12808;p30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9" name="Google Shape;12809;p30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0" name="Google Shape;12810;p30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1" name="Google Shape;12811;p30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2" name="Google Shape;12812;p30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3" name="Google Shape;12813;p30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4" name="Google Shape;12814;p30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5" name="Google Shape;12815;p30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6" name="Google Shape;12816;p30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7" name="Google Shape;12817;p30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8" name="Google Shape;12818;p30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9" name="Google Shape;12819;p30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0" name="Google Shape;12820;p30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1" name="Google Shape;12821;p30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22" name="Google Shape;12822;p30"/>
          <p:cNvSpPr/>
          <p:nvPr/>
        </p:nvSpPr>
        <p:spPr>
          <a:xfrm rot="-5400000">
            <a:off x="1552391" y="-2158735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23" name="Google Shape;12823;p30"/>
          <p:cNvSpPr/>
          <p:nvPr/>
        </p:nvSpPr>
        <p:spPr>
          <a:xfrm rot="-5400000">
            <a:off x="1712363" y="3497863"/>
            <a:ext cx="459300" cy="304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24" name="Google Shape;12824;p30"/>
          <p:cNvSpPr/>
          <p:nvPr/>
        </p:nvSpPr>
        <p:spPr>
          <a:xfrm rot="-5400000">
            <a:off x="-1034812" y="3850013"/>
            <a:ext cx="1896300" cy="18963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25" name="Google Shape;12825;p30"/>
          <p:cNvSpPr/>
          <p:nvPr/>
        </p:nvSpPr>
        <p:spPr>
          <a:xfrm>
            <a:off x="8624923" y="1816773"/>
            <a:ext cx="847455" cy="890993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3_1">
    <p:spTree>
      <p:nvGrpSpPr>
        <p:cNvPr id="12826" name="Shape 128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827" name="Google Shape;12827;p31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12828" name="Google Shape;12828;p31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9" name="Google Shape;12829;p31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0" name="Google Shape;12830;p31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1" name="Google Shape;12831;p31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2" name="Google Shape;12832;p31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3" name="Google Shape;12833;p31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4" name="Google Shape;12834;p31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5" name="Google Shape;12835;p31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6" name="Google Shape;12836;p31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7" name="Google Shape;12837;p31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8" name="Google Shape;12838;p31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9" name="Google Shape;12839;p31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0" name="Google Shape;12840;p31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1" name="Google Shape;12841;p31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2" name="Google Shape;12842;p31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3" name="Google Shape;12843;p31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4" name="Google Shape;12844;p31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5" name="Google Shape;12845;p31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6" name="Google Shape;12846;p31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7" name="Google Shape;12847;p31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8" name="Google Shape;12848;p31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9" name="Google Shape;12849;p31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0" name="Google Shape;12850;p31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1" name="Google Shape;12851;p31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2" name="Google Shape;12852;p31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3" name="Google Shape;12853;p31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4" name="Google Shape;12854;p31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5" name="Google Shape;12855;p31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6" name="Google Shape;12856;p31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7" name="Google Shape;12857;p31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8" name="Google Shape;12858;p31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9" name="Google Shape;12859;p31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0" name="Google Shape;12860;p31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1" name="Google Shape;12861;p31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2" name="Google Shape;12862;p31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3" name="Google Shape;12863;p31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4" name="Google Shape;12864;p31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5" name="Google Shape;12865;p31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6" name="Google Shape;12866;p31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7" name="Google Shape;12867;p31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8" name="Google Shape;12868;p31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9" name="Google Shape;12869;p31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0" name="Google Shape;12870;p31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1" name="Google Shape;12871;p31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2" name="Google Shape;12872;p31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3" name="Google Shape;12873;p31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4" name="Google Shape;12874;p31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5" name="Google Shape;12875;p31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6" name="Google Shape;12876;p31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7" name="Google Shape;12877;p31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8" name="Google Shape;12878;p31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9" name="Google Shape;12879;p31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0" name="Google Shape;12880;p31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1" name="Google Shape;12881;p31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2" name="Google Shape;12882;p31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3" name="Google Shape;12883;p31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4" name="Google Shape;12884;p31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5" name="Google Shape;12885;p31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6" name="Google Shape;12886;p31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7" name="Google Shape;12887;p31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8" name="Google Shape;12888;p31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9" name="Google Shape;12889;p31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0" name="Google Shape;12890;p31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1" name="Google Shape;12891;p31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2" name="Google Shape;12892;p31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3" name="Google Shape;12893;p31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4" name="Google Shape;12894;p31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5" name="Google Shape;12895;p31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6" name="Google Shape;12896;p31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7" name="Google Shape;12897;p31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8" name="Google Shape;12898;p31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9" name="Google Shape;12899;p31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0" name="Google Shape;12900;p31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1" name="Google Shape;12901;p31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2" name="Google Shape;12902;p31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3" name="Google Shape;12903;p31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4" name="Google Shape;12904;p31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5" name="Google Shape;12905;p31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6" name="Google Shape;12906;p31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7" name="Google Shape;12907;p31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8" name="Google Shape;12908;p31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9" name="Google Shape;12909;p31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0" name="Google Shape;12910;p31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1" name="Google Shape;12911;p31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2" name="Google Shape;12912;p31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3" name="Google Shape;12913;p31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4" name="Google Shape;12914;p31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5" name="Google Shape;12915;p31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6" name="Google Shape;12916;p31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7" name="Google Shape;12917;p31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8" name="Google Shape;12918;p31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9" name="Google Shape;12919;p31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0" name="Google Shape;12920;p31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1" name="Google Shape;12921;p31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2" name="Google Shape;12922;p31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3" name="Google Shape;12923;p31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4" name="Google Shape;12924;p31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5" name="Google Shape;12925;p31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6" name="Google Shape;12926;p31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7" name="Google Shape;12927;p31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8" name="Google Shape;12928;p31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9" name="Google Shape;12929;p31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0" name="Google Shape;12930;p31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1" name="Google Shape;12931;p31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2" name="Google Shape;12932;p31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3" name="Google Shape;12933;p31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4" name="Google Shape;12934;p31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5" name="Google Shape;12935;p31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6" name="Google Shape;12936;p31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7" name="Google Shape;12937;p31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8" name="Google Shape;12938;p31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9" name="Google Shape;12939;p31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0" name="Google Shape;12940;p31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1" name="Google Shape;12941;p31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2" name="Google Shape;12942;p31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3" name="Google Shape;12943;p31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4" name="Google Shape;12944;p31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5" name="Google Shape;12945;p31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6" name="Google Shape;12946;p31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7" name="Google Shape;12947;p31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8" name="Google Shape;12948;p31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9" name="Google Shape;12949;p31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0" name="Google Shape;12950;p31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1" name="Google Shape;12951;p31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2" name="Google Shape;12952;p31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3" name="Google Shape;12953;p31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4" name="Google Shape;12954;p31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5" name="Google Shape;12955;p31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6" name="Google Shape;12956;p31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7" name="Google Shape;12957;p31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8" name="Google Shape;12958;p31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9" name="Google Shape;12959;p31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0" name="Google Shape;12960;p31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1" name="Google Shape;12961;p31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2" name="Google Shape;12962;p31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3" name="Google Shape;12963;p31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4" name="Google Shape;12964;p31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5" name="Google Shape;12965;p31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6" name="Google Shape;12966;p31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7" name="Google Shape;12967;p31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8" name="Google Shape;12968;p31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9" name="Google Shape;12969;p31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0" name="Google Shape;12970;p31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1" name="Google Shape;12971;p31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2" name="Google Shape;12972;p31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3" name="Google Shape;12973;p31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4" name="Google Shape;12974;p31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5" name="Google Shape;12975;p31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6" name="Google Shape;12976;p31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7" name="Google Shape;12977;p31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8" name="Google Shape;12978;p31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9" name="Google Shape;12979;p31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0" name="Google Shape;12980;p31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1" name="Google Shape;12981;p31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2" name="Google Shape;12982;p31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3" name="Google Shape;12983;p31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4" name="Google Shape;12984;p31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5" name="Google Shape;12985;p31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6" name="Google Shape;12986;p31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7" name="Google Shape;12987;p31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8" name="Google Shape;12988;p31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9" name="Google Shape;12989;p31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0" name="Google Shape;12990;p31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1" name="Google Shape;12991;p31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2" name="Google Shape;12992;p31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3" name="Google Shape;12993;p31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4" name="Google Shape;12994;p31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5" name="Google Shape;12995;p31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6" name="Google Shape;12996;p31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7" name="Google Shape;12997;p31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8" name="Google Shape;12998;p31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9" name="Google Shape;12999;p31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0" name="Google Shape;13000;p31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1" name="Google Shape;13001;p31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2" name="Google Shape;13002;p31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3" name="Google Shape;13003;p31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4" name="Google Shape;13004;p31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5" name="Google Shape;13005;p31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6" name="Google Shape;13006;p31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7" name="Google Shape;13007;p31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8" name="Google Shape;13008;p31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9" name="Google Shape;13009;p31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0" name="Google Shape;13010;p31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1" name="Google Shape;13011;p31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2" name="Google Shape;13012;p31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3" name="Google Shape;13013;p31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4" name="Google Shape;13014;p31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5" name="Google Shape;13015;p31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6" name="Google Shape;13016;p31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7" name="Google Shape;13017;p31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8" name="Google Shape;13018;p31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9" name="Google Shape;13019;p31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0" name="Google Shape;13020;p31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1" name="Google Shape;13021;p31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2" name="Google Shape;13022;p31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3" name="Google Shape;13023;p31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4" name="Google Shape;13024;p31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5" name="Google Shape;13025;p31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6" name="Google Shape;13026;p31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7" name="Google Shape;13027;p31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8" name="Google Shape;13028;p31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9" name="Google Shape;13029;p31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0" name="Google Shape;13030;p31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1" name="Google Shape;13031;p31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2" name="Google Shape;13032;p31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3" name="Google Shape;13033;p31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4" name="Google Shape;13034;p31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5" name="Google Shape;13035;p31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6" name="Google Shape;13036;p31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7" name="Google Shape;13037;p31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8" name="Google Shape;13038;p31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9" name="Google Shape;13039;p31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0" name="Google Shape;13040;p31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1" name="Google Shape;13041;p31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2" name="Google Shape;13042;p31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3" name="Google Shape;13043;p31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4" name="Google Shape;13044;p31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5" name="Google Shape;13045;p31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6" name="Google Shape;13046;p31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7" name="Google Shape;13047;p31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8" name="Google Shape;13048;p31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9" name="Google Shape;13049;p31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0" name="Google Shape;13050;p31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1" name="Google Shape;13051;p31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2" name="Google Shape;13052;p31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3" name="Google Shape;13053;p31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4" name="Google Shape;13054;p31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5" name="Google Shape;13055;p31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6" name="Google Shape;13056;p31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7" name="Google Shape;13057;p31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8" name="Google Shape;13058;p31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9" name="Google Shape;13059;p31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0" name="Google Shape;13060;p31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1" name="Google Shape;13061;p31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2" name="Google Shape;13062;p31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3" name="Google Shape;13063;p31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4" name="Google Shape;13064;p31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5" name="Google Shape;13065;p31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6" name="Google Shape;13066;p31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7" name="Google Shape;13067;p31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8" name="Google Shape;13068;p31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9" name="Google Shape;13069;p31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0" name="Google Shape;13070;p31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1" name="Google Shape;13071;p31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2" name="Google Shape;13072;p31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3" name="Google Shape;13073;p31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4" name="Google Shape;13074;p31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5" name="Google Shape;13075;p31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6" name="Google Shape;13076;p31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7" name="Google Shape;13077;p31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8" name="Google Shape;13078;p31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9" name="Google Shape;13079;p31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0" name="Google Shape;13080;p31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1" name="Google Shape;13081;p31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2" name="Google Shape;13082;p31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3" name="Google Shape;13083;p31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4" name="Google Shape;13084;p31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5" name="Google Shape;13085;p31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6" name="Google Shape;13086;p31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7" name="Google Shape;13087;p31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8" name="Google Shape;13088;p31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9" name="Google Shape;13089;p31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0" name="Google Shape;13090;p31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1" name="Google Shape;13091;p31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2" name="Google Shape;13092;p31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3" name="Google Shape;13093;p31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4" name="Google Shape;13094;p31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5" name="Google Shape;13095;p31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6" name="Google Shape;13096;p31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7" name="Google Shape;13097;p31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8" name="Google Shape;13098;p31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9" name="Google Shape;13099;p31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0" name="Google Shape;13100;p31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1" name="Google Shape;13101;p31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2" name="Google Shape;13102;p31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3" name="Google Shape;13103;p31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4" name="Google Shape;13104;p31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5" name="Google Shape;13105;p31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6" name="Google Shape;13106;p31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7" name="Google Shape;13107;p31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8" name="Google Shape;13108;p31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9" name="Google Shape;13109;p31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0" name="Google Shape;13110;p31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1" name="Google Shape;13111;p31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2" name="Google Shape;13112;p31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3" name="Google Shape;13113;p31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4" name="Google Shape;13114;p31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5" name="Google Shape;13115;p31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6" name="Google Shape;13116;p31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7" name="Google Shape;13117;p31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8" name="Google Shape;13118;p31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9" name="Google Shape;13119;p31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0" name="Google Shape;13120;p31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1" name="Google Shape;13121;p31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2" name="Google Shape;13122;p31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3" name="Google Shape;13123;p31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4" name="Google Shape;13124;p31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5" name="Google Shape;13125;p31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6" name="Google Shape;13126;p31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7" name="Google Shape;13127;p31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8" name="Google Shape;13128;p31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9" name="Google Shape;13129;p31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0" name="Google Shape;13130;p31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1" name="Google Shape;13131;p31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2" name="Google Shape;13132;p31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3" name="Google Shape;13133;p31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4" name="Google Shape;13134;p31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5" name="Google Shape;13135;p31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6" name="Google Shape;13136;p31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7" name="Google Shape;13137;p31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8" name="Google Shape;13138;p31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9" name="Google Shape;13139;p31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0" name="Google Shape;13140;p31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1" name="Google Shape;13141;p31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2" name="Google Shape;13142;p31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3" name="Google Shape;13143;p31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4" name="Google Shape;13144;p31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5" name="Google Shape;13145;p31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6" name="Google Shape;13146;p31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7" name="Google Shape;13147;p31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8" name="Google Shape;13148;p31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9" name="Google Shape;13149;p31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0" name="Google Shape;13150;p31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1" name="Google Shape;13151;p31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2" name="Google Shape;13152;p31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3" name="Google Shape;13153;p31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4" name="Google Shape;13154;p31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5" name="Google Shape;13155;p31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6" name="Google Shape;13156;p31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7" name="Google Shape;13157;p31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8" name="Google Shape;13158;p31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9" name="Google Shape;13159;p31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0" name="Google Shape;13160;p31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1" name="Google Shape;13161;p31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2" name="Google Shape;13162;p31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3" name="Google Shape;13163;p31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4" name="Google Shape;13164;p31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5" name="Google Shape;13165;p31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6" name="Google Shape;13166;p31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7" name="Google Shape;13167;p31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8" name="Google Shape;13168;p31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9" name="Google Shape;13169;p31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0" name="Google Shape;13170;p31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1" name="Google Shape;13171;p31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2" name="Google Shape;13172;p31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3" name="Google Shape;13173;p31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4" name="Google Shape;13174;p31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5" name="Google Shape;13175;p31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6" name="Google Shape;13176;p31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7" name="Google Shape;13177;p31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8" name="Google Shape;13178;p31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9" name="Google Shape;13179;p31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0" name="Google Shape;13180;p31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1" name="Google Shape;13181;p31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2" name="Google Shape;13182;p31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3" name="Google Shape;13183;p31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4" name="Google Shape;13184;p31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5" name="Google Shape;13185;p31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6" name="Google Shape;13186;p31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7" name="Google Shape;13187;p31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8" name="Google Shape;13188;p31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9" name="Google Shape;13189;p31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0" name="Google Shape;13190;p31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1" name="Google Shape;13191;p31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2" name="Google Shape;13192;p31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3" name="Google Shape;13193;p31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4" name="Google Shape;13194;p31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5" name="Google Shape;13195;p31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6" name="Google Shape;13196;p31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7" name="Google Shape;13197;p31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8" name="Google Shape;13198;p31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9" name="Google Shape;13199;p31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0" name="Google Shape;13200;p31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1" name="Google Shape;13201;p31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2" name="Google Shape;13202;p31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3" name="Google Shape;13203;p31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4" name="Google Shape;13204;p31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5" name="Google Shape;13205;p31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6" name="Google Shape;13206;p31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7" name="Google Shape;13207;p31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8" name="Google Shape;13208;p31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9" name="Google Shape;13209;p31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0" name="Google Shape;13210;p31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1" name="Google Shape;13211;p31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2" name="Google Shape;13212;p31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3" name="Google Shape;13213;p31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4" name="Google Shape;13214;p31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5" name="Google Shape;13215;p31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6" name="Google Shape;13216;p31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7" name="Google Shape;13217;p31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8" name="Google Shape;13218;p31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9" name="Google Shape;13219;p31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0" name="Google Shape;13220;p31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1" name="Google Shape;13221;p31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2" name="Google Shape;13222;p31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3" name="Google Shape;13223;p31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4" name="Google Shape;13224;p31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5" name="Google Shape;13225;p31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6" name="Google Shape;13226;p31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7" name="Google Shape;13227;p31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8" name="Google Shape;13228;p31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9" name="Google Shape;13229;p31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0" name="Google Shape;13230;p31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1" name="Google Shape;13231;p31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2" name="Google Shape;13232;p31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3" name="Google Shape;13233;p31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4" name="Google Shape;13234;p31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5" name="Google Shape;13235;p31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6" name="Google Shape;13236;p31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7" name="Google Shape;13237;p31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8" name="Google Shape;13238;p31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9" name="Google Shape;13239;p31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0" name="Google Shape;13240;p31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1" name="Google Shape;13241;p31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2" name="Google Shape;13242;p31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3" name="Google Shape;13243;p31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4" name="Google Shape;13244;p31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5" name="Google Shape;13245;p31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6" name="Google Shape;13246;p31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7" name="Google Shape;13247;p31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8" name="Google Shape;13248;p31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9" name="Google Shape;13249;p31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0" name="Google Shape;13250;p31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1" name="Google Shape;13251;p31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2" name="Google Shape;13252;p31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3" name="Google Shape;13253;p31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4" name="Google Shape;13254;p31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5" name="Google Shape;13255;p31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6" name="Google Shape;13256;p31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7" name="Google Shape;13257;p31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8" name="Google Shape;13258;p31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9" name="Google Shape;13259;p31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0" name="Google Shape;13260;p31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1" name="Google Shape;13261;p31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2" name="Google Shape;13262;p31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3" name="Google Shape;13263;p31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4" name="Google Shape;13264;p31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5" name="Google Shape;13265;p31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6" name="Google Shape;13266;p31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7" name="Google Shape;13267;p31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8" name="Google Shape;13268;p31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9" name="Google Shape;13269;p31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0" name="Google Shape;13270;p31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1" name="Google Shape;13271;p31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2" name="Google Shape;13272;p31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3" name="Google Shape;13273;p31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4" name="Google Shape;13274;p31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5" name="Google Shape;13275;p31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6" name="Google Shape;13276;p31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7" name="Google Shape;13277;p31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8" name="Google Shape;13278;p31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9" name="Google Shape;13279;p31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0" name="Google Shape;13280;p31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1" name="Google Shape;13281;p31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2" name="Google Shape;13282;p31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3" name="Google Shape;13283;p31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4" name="Google Shape;13284;p31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5" name="Google Shape;13285;p31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6" name="Google Shape;13286;p31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7" name="Google Shape;13287;p31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8" name="Google Shape;13288;p31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9" name="Google Shape;13289;p31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0" name="Google Shape;13290;p31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1" name="Google Shape;13291;p31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2" name="Google Shape;13292;p31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3" name="Google Shape;13293;p31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4" name="Google Shape;13294;p31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5" name="Google Shape;13295;p31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6" name="Google Shape;13296;p31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7" name="Google Shape;13297;p31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8" name="Google Shape;13298;p31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9" name="Google Shape;13299;p31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0" name="Google Shape;13300;p31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1" name="Google Shape;13301;p31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2" name="Google Shape;13302;p31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3" name="Google Shape;13303;p31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4" name="Google Shape;13304;p31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5" name="Google Shape;13305;p31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6" name="Google Shape;13306;p31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7" name="Google Shape;13307;p31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8" name="Google Shape;13308;p31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9" name="Google Shape;13309;p31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0" name="Google Shape;13310;p31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1" name="Google Shape;13311;p31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2" name="Google Shape;13312;p31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3" name="Google Shape;13313;p31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4" name="Google Shape;13314;p31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5" name="Google Shape;13315;p31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6" name="Google Shape;13316;p31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7" name="Google Shape;13317;p31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8" name="Google Shape;13318;p31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9" name="Google Shape;13319;p31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0" name="Google Shape;13320;p31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1" name="Google Shape;13321;p31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2" name="Google Shape;13322;p31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3" name="Google Shape;13323;p31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4" name="Google Shape;13324;p31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5" name="Google Shape;13325;p31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6" name="Google Shape;13326;p31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7" name="Google Shape;13327;p31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8" name="Google Shape;13328;p31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9" name="Google Shape;13329;p31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0" name="Google Shape;13330;p31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1" name="Google Shape;13331;p31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2" name="Google Shape;13332;p31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3" name="Google Shape;13333;p31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4" name="Google Shape;13334;p31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5" name="Google Shape;13335;p31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6" name="Google Shape;13336;p31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7" name="Google Shape;13337;p31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8" name="Google Shape;13338;p31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9" name="Google Shape;13339;p31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0" name="Google Shape;13340;p31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1" name="Google Shape;13341;p31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2" name="Google Shape;13342;p31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3" name="Google Shape;13343;p31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4" name="Google Shape;13344;p31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5" name="Google Shape;13345;p31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6" name="Google Shape;13346;p31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7" name="Google Shape;13347;p31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8" name="Google Shape;13348;p31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9" name="Google Shape;13349;p31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0" name="Google Shape;13350;p31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1" name="Google Shape;13351;p31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2" name="Google Shape;13352;p31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3" name="Google Shape;13353;p31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4" name="Google Shape;13354;p31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5" name="Google Shape;13355;p31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6" name="Google Shape;13356;p31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7" name="Google Shape;13357;p31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8" name="Google Shape;13358;p31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9" name="Google Shape;13359;p31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0" name="Google Shape;13360;p31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1" name="Google Shape;13361;p31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2" name="Google Shape;13362;p31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3" name="Google Shape;13363;p31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4" name="Google Shape;13364;p31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5" name="Google Shape;13365;p31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6" name="Google Shape;13366;p31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7" name="Google Shape;13367;p31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8" name="Google Shape;13368;p31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9" name="Google Shape;13369;p31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0" name="Google Shape;13370;p31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1" name="Google Shape;13371;p31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2" name="Google Shape;13372;p31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3" name="Google Shape;13373;p31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4" name="Google Shape;13374;p31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5" name="Google Shape;13375;p31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6" name="Google Shape;13376;p31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7" name="Google Shape;13377;p31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8" name="Google Shape;13378;p31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9" name="Google Shape;13379;p31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0" name="Google Shape;13380;p31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1" name="Google Shape;13381;p31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2" name="Google Shape;13382;p31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3" name="Google Shape;13383;p31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4" name="Google Shape;13384;p31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5" name="Google Shape;13385;p31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6" name="Google Shape;13386;p31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7" name="Google Shape;13387;p31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8" name="Google Shape;13388;p31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9" name="Google Shape;13389;p31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0" name="Google Shape;13390;p31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1" name="Google Shape;13391;p31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2" name="Google Shape;13392;p31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3" name="Google Shape;13393;p31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4" name="Google Shape;13394;p31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5" name="Google Shape;13395;p31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6" name="Google Shape;13396;p31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7" name="Google Shape;13397;p31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8" name="Google Shape;13398;p31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9" name="Google Shape;13399;p31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0" name="Google Shape;13400;p31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1" name="Google Shape;13401;p31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2" name="Google Shape;13402;p31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3" name="Google Shape;13403;p31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4" name="Google Shape;13404;p31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5" name="Google Shape;13405;p31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6" name="Google Shape;13406;p31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7" name="Google Shape;13407;p31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8" name="Google Shape;13408;p31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9" name="Google Shape;13409;p31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0" name="Google Shape;13410;p31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1" name="Google Shape;13411;p31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2" name="Google Shape;13412;p31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3" name="Google Shape;13413;p31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4" name="Google Shape;13414;p31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5" name="Google Shape;13415;p31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6" name="Google Shape;13416;p31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7" name="Google Shape;13417;p31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8" name="Google Shape;13418;p31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9" name="Google Shape;13419;p31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0" name="Google Shape;13420;p31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1" name="Google Shape;13421;p31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2" name="Google Shape;13422;p31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3" name="Google Shape;13423;p31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4" name="Google Shape;13424;p31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5" name="Google Shape;13425;p31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6" name="Google Shape;13426;p31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7" name="Google Shape;13427;p31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8" name="Google Shape;13428;p31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9" name="Google Shape;13429;p31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0" name="Google Shape;13430;p31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1" name="Google Shape;13431;p31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2" name="Google Shape;13432;p31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3" name="Google Shape;13433;p31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4" name="Google Shape;13434;p31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5" name="Google Shape;13435;p31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6" name="Google Shape;13436;p31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7" name="Google Shape;13437;p31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8" name="Google Shape;13438;p31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9" name="Google Shape;13439;p31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0" name="Google Shape;13440;p31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1" name="Google Shape;13441;p31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2" name="Google Shape;13442;p31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3" name="Google Shape;13443;p31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4" name="Google Shape;13444;p31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5" name="Google Shape;13445;p31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6" name="Google Shape;13446;p31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7" name="Google Shape;13447;p31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8" name="Google Shape;13448;p31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9" name="Google Shape;13449;p31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0" name="Google Shape;13450;p31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1" name="Google Shape;13451;p31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2" name="Google Shape;13452;p31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3" name="Google Shape;13453;p31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4" name="Google Shape;13454;p31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5" name="Google Shape;13455;p31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6" name="Google Shape;13456;p31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7" name="Google Shape;13457;p31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8" name="Google Shape;13458;p31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9" name="Google Shape;13459;p31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0" name="Google Shape;13460;p31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1" name="Google Shape;13461;p31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2" name="Google Shape;13462;p31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3" name="Google Shape;13463;p31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4" name="Google Shape;13464;p31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5" name="Google Shape;13465;p31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6" name="Google Shape;13466;p31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7" name="Google Shape;13467;p31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8" name="Google Shape;13468;p31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9" name="Google Shape;13469;p31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0" name="Google Shape;13470;p31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1" name="Google Shape;13471;p31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2" name="Google Shape;13472;p31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3" name="Google Shape;13473;p31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4" name="Google Shape;13474;p31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5" name="Google Shape;13475;p31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6" name="Google Shape;13476;p31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7" name="Google Shape;13477;p31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8" name="Google Shape;13478;p31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9" name="Google Shape;13479;p31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0" name="Google Shape;13480;p31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1" name="Google Shape;13481;p31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2" name="Google Shape;13482;p31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3" name="Google Shape;13483;p31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4" name="Google Shape;13484;p31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5" name="Google Shape;13485;p31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6" name="Google Shape;13486;p31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7" name="Google Shape;13487;p31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8" name="Google Shape;13488;p31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9" name="Google Shape;13489;p31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0" name="Google Shape;13490;p31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1" name="Google Shape;13491;p31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2" name="Google Shape;13492;p31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3" name="Google Shape;13493;p31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4" name="Google Shape;13494;p31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5" name="Google Shape;13495;p31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6" name="Google Shape;13496;p31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7" name="Google Shape;13497;p31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8" name="Google Shape;13498;p31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9" name="Google Shape;13499;p31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0" name="Google Shape;13500;p31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1" name="Google Shape;13501;p31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2" name="Google Shape;13502;p31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3" name="Google Shape;13503;p31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4" name="Google Shape;13504;p31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5" name="Google Shape;13505;p31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6" name="Google Shape;13506;p31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7" name="Google Shape;13507;p31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8" name="Google Shape;13508;p31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9" name="Google Shape;13509;p31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0" name="Google Shape;13510;p31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1" name="Google Shape;13511;p31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2" name="Google Shape;13512;p31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3" name="Google Shape;13513;p31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4" name="Google Shape;13514;p31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5" name="Google Shape;13515;p31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6" name="Google Shape;13516;p31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7" name="Google Shape;13517;p31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8" name="Google Shape;13518;p31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9" name="Google Shape;13519;p31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0" name="Google Shape;13520;p31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1" name="Google Shape;13521;p31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2" name="Google Shape;13522;p31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3" name="Google Shape;13523;p31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4" name="Google Shape;13524;p31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5" name="Google Shape;13525;p31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6" name="Google Shape;13526;p31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7" name="Google Shape;13527;p31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8" name="Google Shape;13528;p31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9" name="Google Shape;13529;p31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0" name="Google Shape;13530;p31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1" name="Google Shape;13531;p31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2" name="Google Shape;13532;p31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3" name="Google Shape;13533;p31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4" name="Google Shape;13534;p31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5" name="Google Shape;13535;p31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6" name="Google Shape;13536;p31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7" name="Google Shape;13537;p31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8" name="Google Shape;13538;p31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9" name="Google Shape;13539;p31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0" name="Google Shape;13540;p31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1" name="Google Shape;13541;p31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2" name="Google Shape;13542;p31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3" name="Google Shape;13543;p31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4" name="Google Shape;13544;p31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5" name="Google Shape;13545;p31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6" name="Google Shape;13546;p31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7" name="Google Shape;13547;p31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8" name="Google Shape;13548;p31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9" name="Google Shape;13549;p31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0" name="Google Shape;13550;p31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1" name="Google Shape;13551;p31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2" name="Google Shape;13552;p31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3" name="Google Shape;13553;p31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4" name="Google Shape;13554;p31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5" name="Google Shape;13555;p31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6" name="Google Shape;13556;p31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7" name="Google Shape;13557;p31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8" name="Google Shape;13558;p31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9" name="Google Shape;13559;p31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0" name="Google Shape;13560;p31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1" name="Google Shape;13561;p31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2" name="Google Shape;13562;p31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3" name="Google Shape;13563;p31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4" name="Google Shape;13564;p31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5" name="Google Shape;13565;p31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6" name="Google Shape;13566;p31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7" name="Google Shape;13567;p31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8" name="Google Shape;13568;p31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9" name="Google Shape;13569;p31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0" name="Google Shape;13570;p31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1" name="Google Shape;13571;p31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2" name="Google Shape;13572;p31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3" name="Google Shape;13573;p31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4" name="Google Shape;13574;p31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5" name="Google Shape;13575;p31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6" name="Google Shape;13576;p31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7" name="Google Shape;13577;p31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8" name="Google Shape;13578;p31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9" name="Google Shape;13579;p31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0" name="Google Shape;13580;p31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1" name="Google Shape;13581;p31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2" name="Google Shape;13582;p31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3" name="Google Shape;13583;p31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4" name="Google Shape;13584;p31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5" name="Google Shape;13585;p31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6" name="Google Shape;13586;p31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7" name="Google Shape;13587;p31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8" name="Google Shape;13588;p31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9" name="Google Shape;13589;p31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0" name="Google Shape;13590;p31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1" name="Google Shape;13591;p31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2" name="Google Shape;13592;p31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3" name="Google Shape;13593;p31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4" name="Google Shape;13594;p31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5" name="Google Shape;13595;p31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6" name="Google Shape;13596;p31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7" name="Google Shape;13597;p31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8" name="Google Shape;13598;p31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9" name="Google Shape;13599;p31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0" name="Google Shape;13600;p31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1" name="Google Shape;13601;p31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2" name="Google Shape;13602;p31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3" name="Google Shape;13603;p31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4" name="Google Shape;13604;p31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5" name="Google Shape;13605;p31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6" name="Google Shape;13606;p31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7" name="Google Shape;13607;p31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8" name="Google Shape;13608;p31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9" name="Google Shape;13609;p31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0" name="Google Shape;13610;p31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1" name="Google Shape;13611;p31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2" name="Google Shape;13612;p31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3" name="Google Shape;13613;p31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4" name="Google Shape;13614;p31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5" name="Google Shape;13615;p31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6" name="Google Shape;13616;p31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7" name="Google Shape;13617;p31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8" name="Google Shape;13618;p31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9" name="Google Shape;13619;p31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0" name="Google Shape;13620;p31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1" name="Google Shape;13621;p31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2" name="Google Shape;13622;p31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3" name="Google Shape;13623;p31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4" name="Google Shape;13624;p31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5" name="Google Shape;13625;p31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6" name="Google Shape;13626;p31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7" name="Google Shape;13627;p31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8" name="Google Shape;13628;p31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9" name="Google Shape;13629;p31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0" name="Google Shape;13630;p31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1" name="Google Shape;13631;p31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2" name="Google Shape;13632;p31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3" name="Google Shape;13633;p31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4" name="Google Shape;13634;p31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5" name="Google Shape;13635;p31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6" name="Google Shape;13636;p31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7" name="Google Shape;13637;p31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8" name="Google Shape;13638;p31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9" name="Google Shape;13639;p31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0" name="Google Shape;13640;p31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1" name="Google Shape;13641;p31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2" name="Google Shape;13642;p31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3" name="Google Shape;13643;p31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4" name="Google Shape;13644;p31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5" name="Google Shape;13645;p31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6" name="Google Shape;13646;p31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7" name="Google Shape;13647;p31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8" name="Google Shape;13648;p31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9" name="Google Shape;13649;p31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0" name="Google Shape;13650;p31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1" name="Google Shape;13651;p31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2" name="Google Shape;13652;p31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3" name="Google Shape;13653;p31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4" name="Google Shape;13654;p31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5" name="Google Shape;13655;p31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6" name="Google Shape;13656;p31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7" name="Google Shape;13657;p31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8" name="Google Shape;13658;p31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9" name="Google Shape;13659;p31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0" name="Google Shape;13660;p31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1" name="Google Shape;13661;p31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2" name="Google Shape;13662;p31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3" name="Google Shape;13663;p31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4" name="Google Shape;13664;p31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5" name="Google Shape;13665;p31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6" name="Google Shape;13666;p31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7" name="Google Shape;13667;p31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8" name="Google Shape;13668;p31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9" name="Google Shape;13669;p31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0" name="Google Shape;13670;p31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1" name="Google Shape;13671;p31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2" name="Google Shape;13672;p31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3" name="Google Shape;13673;p31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4" name="Google Shape;13674;p31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5" name="Google Shape;13675;p31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6" name="Google Shape;13676;p31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7" name="Google Shape;13677;p31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8" name="Google Shape;13678;p31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9" name="Google Shape;13679;p31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0" name="Google Shape;13680;p31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1" name="Google Shape;13681;p31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2" name="Google Shape;13682;p31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3" name="Google Shape;13683;p31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4" name="Google Shape;13684;p31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5" name="Google Shape;13685;p31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6" name="Google Shape;13686;p31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7" name="Google Shape;13687;p31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8" name="Google Shape;13688;p31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9" name="Google Shape;13689;p31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0" name="Google Shape;13690;p31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1" name="Google Shape;13691;p31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2" name="Google Shape;13692;p31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3" name="Google Shape;13693;p31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4" name="Google Shape;13694;p31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5" name="Google Shape;13695;p31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6" name="Google Shape;13696;p31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7" name="Google Shape;13697;p31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8" name="Google Shape;13698;p31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9" name="Google Shape;13699;p31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0" name="Google Shape;13700;p31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1" name="Google Shape;13701;p31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2" name="Google Shape;13702;p31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3" name="Google Shape;13703;p31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4" name="Google Shape;13704;p31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5" name="Google Shape;13705;p31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6" name="Google Shape;13706;p31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7" name="Google Shape;13707;p31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8" name="Google Shape;13708;p31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9" name="Google Shape;13709;p31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0" name="Google Shape;13710;p31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1" name="Google Shape;13711;p31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2" name="Google Shape;13712;p31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3" name="Google Shape;13713;p31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4" name="Google Shape;13714;p31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5" name="Google Shape;13715;p31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6" name="Google Shape;13716;p31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7" name="Google Shape;13717;p31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8" name="Google Shape;13718;p31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9" name="Google Shape;13719;p31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0" name="Google Shape;13720;p31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1" name="Google Shape;13721;p31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2" name="Google Shape;13722;p31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3" name="Google Shape;13723;p31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4" name="Google Shape;13724;p31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5" name="Google Shape;13725;p31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6" name="Google Shape;13726;p31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7" name="Google Shape;13727;p31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8" name="Google Shape;13728;p31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9" name="Google Shape;13729;p31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0" name="Google Shape;13730;p31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1" name="Google Shape;13731;p31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2" name="Google Shape;13732;p31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3" name="Google Shape;13733;p31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4" name="Google Shape;13734;p31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5" name="Google Shape;13735;p31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6" name="Google Shape;13736;p31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7" name="Google Shape;13737;p31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8" name="Google Shape;13738;p31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9" name="Google Shape;13739;p31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0" name="Google Shape;13740;p31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1" name="Google Shape;13741;p31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2" name="Google Shape;13742;p31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3" name="Google Shape;13743;p31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4" name="Google Shape;13744;p31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5" name="Google Shape;13745;p31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6" name="Google Shape;13746;p31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7" name="Google Shape;13747;p31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8" name="Google Shape;13748;p31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9" name="Google Shape;13749;p31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0" name="Google Shape;13750;p31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1" name="Google Shape;13751;p31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2" name="Google Shape;13752;p31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3" name="Google Shape;13753;p31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4" name="Google Shape;13754;p31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5" name="Google Shape;13755;p31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6" name="Google Shape;13756;p31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7" name="Google Shape;13757;p31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8" name="Google Shape;13758;p31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9" name="Google Shape;13759;p31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0" name="Google Shape;13760;p31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1" name="Google Shape;13761;p31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2" name="Google Shape;13762;p31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3" name="Google Shape;13763;p31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4" name="Google Shape;13764;p31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5" name="Google Shape;13765;p31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6" name="Google Shape;13766;p31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7" name="Google Shape;13767;p31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8" name="Google Shape;13768;p31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9" name="Google Shape;13769;p31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0" name="Google Shape;13770;p31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1" name="Google Shape;13771;p31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2" name="Google Shape;13772;p31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3" name="Google Shape;13773;p31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4" name="Google Shape;13774;p31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5" name="Google Shape;13775;p31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6" name="Google Shape;13776;p31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7" name="Google Shape;13777;p31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8" name="Google Shape;13778;p31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9" name="Google Shape;13779;p31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0" name="Google Shape;13780;p31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1" name="Google Shape;13781;p31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2" name="Google Shape;13782;p31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3" name="Google Shape;13783;p31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4" name="Google Shape;13784;p31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5" name="Google Shape;13785;p31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6" name="Google Shape;13786;p31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7" name="Google Shape;13787;p31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8" name="Google Shape;13788;p31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9" name="Google Shape;13789;p31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0" name="Google Shape;13790;p31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1" name="Google Shape;13791;p31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2" name="Google Shape;13792;p31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3" name="Google Shape;13793;p31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4" name="Google Shape;13794;p31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5" name="Google Shape;13795;p31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6" name="Google Shape;13796;p31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7" name="Google Shape;13797;p31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8" name="Google Shape;13798;p31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9" name="Google Shape;13799;p31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0" name="Google Shape;13800;p31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1" name="Google Shape;13801;p31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2" name="Google Shape;13802;p31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3" name="Google Shape;13803;p31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4" name="Google Shape;13804;p31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5" name="Google Shape;13805;p31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6" name="Google Shape;13806;p31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7" name="Google Shape;13807;p31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8" name="Google Shape;13808;p31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9" name="Google Shape;13809;p31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0" name="Google Shape;13810;p31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1" name="Google Shape;13811;p31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2" name="Google Shape;13812;p31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3" name="Google Shape;13813;p31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4" name="Google Shape;13814;p31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5" name="Google Shape;13815;p31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6" name="Google Shape;13816;p31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7" name="Google Shape;13817;p31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8" name="Google Shape;13818;p31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9" name="Google Shape;13819;p31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0" name="Google Shape;13820;p31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1" name="Google Shape;13821;p31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2" name="Google Shape;13822;p31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3" name="Google Shape;13823;p31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4" name="Google Shape;13824;p31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5" name="Google Shape;13825;p31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6" name="Google Shape;13826;p31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7" name="Google Shape;13827;p31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8" name="Google Shape;13828;p31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9" name="Google Shape;13829;p31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0" name="Google Shape;13830;p31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1" name="Google Shape;13831;p31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2" name="Google Shape;13832;p31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3" name="Google Shape;13833;p31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4" name="Google Shape;13834;p31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5" name="Google Shape;13835;p31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6" name="Google Shape;13836;p31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7" name="Google Shape;13837;p31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8" name="Google Shape;13838;p31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9" name="Google Shape;13839;p31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0" name="Google Shape;13840;p31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1" name="Google Shape;13841;p31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2" name="Google Shape;13842;p31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3" name="Google Shape;13843;p31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4" name="Google Shape;13844;p31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5" name="Google Shape;13845;p31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6" name="Google Shape;13846;p31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7" name="Google Shape;13847;p31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8" name="Google Shape;13848;p31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9" name="Google Shape;13849;p31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0" name="Google Shape;13850;p31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1" name="Google Shape;13851;p31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2" name="Google Shape;13852;p31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3" name="Google Shape;13853;p31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4" name="Google Shape;13854;p31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5" name="Google Shape;13855;p31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6" name="Google Shape;13856;p31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7" name="Google Shape;13857;p31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8" name="Google Shape;13858;p31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9" name="Google Shape;13859;p31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0" name="Google Shape;13860;p31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1" name="Google Shape;13861;p31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2" name="Google Shape;13862;p31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3" name="Google Shape;13863;p31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4" name="Google Shape;13864;p31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5" name="Google Shape;13865;p31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6" name="Google Shape;13866;p31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7" name="Google Shape;13867;p31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8" name="Google Shape;13868;p31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9" name="Google Shape;13869;p31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0" name="Google Shape;13870;p31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1" name="Google Shape;13871;p31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2" name="Google Shape;13872;p31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3" name="Google Shape;13873;p31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4" name="Google Shape;13874;p31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5" name="Google Shape;13875;p31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6" name="Google Shape;13876;p31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7" name="Google Shape;13877;p31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8" name="Google Shape;13878;p31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9" name="Google Shape;13879;p31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0" name="Google Shape;13880;p31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1" name="Google Shape;13881;p31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2" name="Google Shape;13882;p31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3" name="Google Shape;13883;p31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4" name="Google Shape;13884;p31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5" name="Google Shape;13885;p31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6" name="Google Shape;13886;p31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7" name="Google Shape;13887;p31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8" name="Google Shape;13888;p31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9" name="Google Shape;13889;p31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0" name="Google Shape;13890;p31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1" name="Google Shape;13891;p31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2" name="Google Shape;13892;p31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3" name="Google Shape;13893;p31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4" name="Google Shape;13894;p31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5" name="Google Shape;13895;p31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6" name="Google Shape;13896;p31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7" name="Google Shape;13897;p31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8" name="Google Shape;13898;p31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9" name="Google Shape;13899;p31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0" name="Google Shape;13900;p31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1" name="Google Shape;13901;p31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2" name="Google Shape;13902;p31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3" name="Google Shape;13903;p31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4" name="Google Shape;13904;p31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5" name="Google Shape;13905;p31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6" name="Google Shape;13906;p31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7" name="Google Shape;13907;p31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8" name="Google Shape;13908;p31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9" name="Google Shape;13909;p31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0" name="Google Shape;13910;p31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1" name="Google Shape;13911;p31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2" name="Google Shape;13912;p31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3" name="Google Shape;13913;p31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4" name="Google Shape;13914;p31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5" name="Google Shape;13915;p31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6" name="Google Shape;13916;p31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7" name="Google Shape;13917;p31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8" name="Google Shape;13918;p31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9" name="Google Shape;13919;p31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0" name="Google Shape;13920;p31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1" name="Google Shape;13921;p31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2" name="Google Shape;13922;p31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3" name="Google Shape;13923;p31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4" name="Google Shape;13924;p31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5" name="Google Shape;13925;p31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6" name="Google Shape;13926;p31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7" name="Google Shape;13927;p31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8" name="Google Shape;13928;p31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9" name="Google Shape;13929;p31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0" name="Google Shape;13930;p31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1" name="Google Shape;13931;p31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2" name="Google Shape;13932;p31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3" name="Google Shape;13933;p31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4" name="Google Shape;13934;p31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5" name="Google Shape;13935;p31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6" name="Google Shape;13936;p31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7" name="Google Shape;13937;p31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8" name="Google Shape;13938;p31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9" name="Google Shape;13939;p31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0" name="Google Shape;13940;p31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1" name="Google Shape;13941;p31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2" name="Google Shape;13942;p31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3" name="Google Shape;13943;p31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4" name="Google Shape;13944;p31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5" name="Google Shape;13945;p31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6" name="Google Shape;13946;p31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7" name="Google Shape;13947;p31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8" name="Google Shape;13948;p31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9" name="Google Shape;13949;p31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0" name="Google Shape;13950;p31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1" name="Google Shape;13951;p31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2" name="Google Shape;13952;p31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3" name="Google Shape;13953;p31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4" name="Google Shape;13954;p31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5" name="Google Shape;13955;p31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6" name="Google Shape;13956;p31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7" name="Google Shape;13957;p31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8" name="Google Shape;13958;p31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9" name="Google Shape;13959;p31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0" name="Google Shape;13960;p31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1" name="Google Shape;13961;p31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2" name="Google Shape;13962;p31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3" name="Google Shape;13963;p31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4" name="Google Shape;13964;p31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5" name="Google Shape;13965;p31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6" name="Google Shape;13966;p31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7" name="Google Shape;13967;p31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8" name="Google Shape;13968;p31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9" name="Google Shape;13969;p31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0" name="Google Shape;13970;p31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1" name="Google Shape;13971;p31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2" name="Google Shape;13972;p31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3" name="Google Shape;13973;p31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4" name="Google Shape;13974;p31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5" name="Google Shape;13975;p31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6" name="Google Shape;13976;p31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7" name="Google Shape;13977;p31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8" name="Google Shape;13978;p31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9" name="Google Shape;13979;p31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0" name="Google Shape;13980;p31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1" name="Google Shape;13981;p31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2" name="Google Shape;13982;p31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3" name="Google Shape;13983;p31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4" name="Google Shape;13984;p31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5" name="Google Shape;13985;p31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6" name="Google Shape;13986;p31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7" name="Google Shape;13987;p31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8" name="Google Shape;13988;p31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9" name="Google Shape;13989;p31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0" name="Google Shape;13990;p31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1" name="Google Shape;13991;p31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2" name="Google Shape;13992;p31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3" name="Google Shape;13993;p31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4" name="Google Shape;13994;p31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5" name="Google Shape;13995;p31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6" name="Google Shape;13996;p31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7" name="Google Shape;13997;p31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8" name="Google Shape;13998;p31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9" name="Google Shape;13999;p31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0" name="Google Shape;14000;p31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1" name="Google Shape;14001;p31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2" name="Google Shape;14002;p31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3" name="Google Shape;14003;p31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4" name="Google Shape;14004;p31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5" name="Google Shape;14005;p31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6" name="Google Shape;14006;p31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7" name="Google Shape;14007;p31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8" name="Google Shape;14008;p31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9" name="Google Shape;14009;p31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0" name="Google Shape;14010;p31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1" name="Google Shape;14011;p31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2" name="Google Shape;14012;p31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3" name="Google Shape;14013;p31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4" name="Google Shape;14014;p31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5" name="Google Shape;14015;p31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6" name="Google Shape;14016;p31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7" name="Google Shape;14017;p31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8" name="Google Shape;14018;p31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9" name="Google Shape;14019;p31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0" name="Google Shape;14020;p31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1" name="Google Shape;14021;p31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2" name="Google Shape;14022;p31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3" name="Google Shape;14023;p31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4" name="Google Shape;14024;p31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5" name="Google Shape;14025;p31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6" name="Google Shape;14026;p31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7" name="Google Shape;14027;p31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8" name="Google Shape;14028;p31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9" name="Google Shape;14029;p31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0" name="Google Shape;14030;p31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1" name="Google Shape;14031;p31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2" name="Google Shape;14032;p31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3" name="Google Shape;14033;p31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4" name="Google Shape;14034;p31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5" name="Google Shape;14035;p31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6" name="Google Shape;14036;p31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7" name="Google Shape;14037;p31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8" name="Google Shape;14038;p31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9" name="Google Shape;14039;p31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0" name="Google Shape;14040;p31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1" name="Google Shape;14041;p31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2" name="Google Shape;14042;p31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3" name="Google Shape;14043;p31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4" name="Google Shape;14044;p31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5" name="Google Shape;14045;p31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6" name="Google Shape;14046;p31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7" name="Google Shape;14047;p31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8" name="Google Shape;14048;p31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9" name="Google Shape;14049;p31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0" name="Google Shape;14050;p31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1" name="Google Shape;14051;p31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2" name="Google Shape;14052;p31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3" name="Google Shape;14053;p31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4" name="Google Shape;14054;p31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5" name="Google Shape;14055;p31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6" name="Google Shape;14056;p31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7" name="Google Shape;14057;p31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8" name="Google Shape;14058;p31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9" name="Google Shape;14059;p31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0" name="Google Shape;14060;p31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1" name="Google Shape;14061;p31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2" name="Google Shape;14062;p31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3" name="Google Shape;14063;p31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4" name="Google Shape;14064;p31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5" name="Google Shape;14065;p31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6" name="Google Shape;14066;p31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7" name="Google Shape;14067;p31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8" name="Google Shape;14068;p31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9" name="Google Shape;14069;p31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0" name="Google Shape;14070;p31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1" name="Google Shape;14071;p31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2" name="Google Shape;14072;p31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3" name="Google Shape;14073;p31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4" name="Google Shape;14074;p31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5" name="Google Shape;14075;p31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6" name="Google Shape;14076;p31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7" name="Google Shape;14077;p31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8" name="Google Shape;14078;p31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9" name="Google Shape;14079;p31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0" name="Google Shape;14080;p31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1" name="Google Shape;14081;p31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2" name="Google Shape;14082;p31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3" name="Google Shape;14083;p31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4" name="Google Shape;14084;p31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5" name="Google Shape;14085;p31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6" name="Google Shape;14086;p31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7" name="Google Shape;14087;p31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8" name="Google Shape;14088;p31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9" name="Google Shape;14089;p31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0" name="Google Shape;14090;p31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1" name="Google Shape;14091;p31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2" name="Google Shape;14092;p31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3" name="Google Shape;14093;p31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4" name="Google Shape;14094;p31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5" name="Google Shape;14095;p31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6" name="Google Shape;14096;p31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7" name="Google Shape;14097;p31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8" name="Google Shape;14098;p31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9" name="Google Shape;14099;p31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0" name="Google Shape;14100;p31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1" name="Google Shape;14101;p31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2" name="Google Shape;14102;p31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3" name="Google Shape;14103;p31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4" name="Google Shape;14104;p31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5" name="Google Shape;14105;p31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6" name="Google Shape;14106;p31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7" name="Google Shape;14107;p31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8" name="Google Shape;14108;p31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9" name="Google Shape;14109;p31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0" name="Google Shape;14110;p31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1" name="Google Shape;14111;p31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2" name="Google Shape;14112;p31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3" name="Google Shape;14113;p31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4" name="Google Shape;14114;p31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5" name="Google Shape;14115;p31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6" name="Google Shape;14116;p31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7" name="Google Shape;14117;p31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8" name="Google Shape;14118;p31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9" name="Google Shape;14119;p31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0" name="Google Shape;14120;p31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1" name="Google Shape;14121;p31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2" name="Google Shape;14122;p31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3" name="Google Shape;14123;p31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4" name="Google Shape;14124;p31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5" name="Google Shape;14125;p31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6" name="Google Shape;14126;p31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7" name="Google Shape;14127;p31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8" name="Google Shape;14128;p31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9" name="Google Shape;14129;p31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0" name="Google Shape;14130;p31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1" name="Google Shape;14131;p31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2" name="Google Shape;14132;p31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3" name="Google Shape;14133;p31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4" name="Google Shape;14134;p31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5" name="Google Shape;14135;p31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6" name="Google Shape;14136;p31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7" name="Google Shape;14137;p31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8" name="Google Shape;14138;p31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9" name="Google Shape;14139;p31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0" name="Google Shape;14140;p31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1" name="Google Shape;14141;p31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2" name="Google Shape;14142;p31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3" name="Google Shape;14143;p31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4" name="Google Shape;14144;p31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5" name="Google Shape;14145;p31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6" name="Google Shape;14146;p31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7" name="Google Shape;14147;p31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8" name="Google Shape;14148;p31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9" name="Google Shape;14149;p31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0" name="Google Shape;14150;p31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1" name="Google Shape;14151;p31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2" name="Google Shape;14152;p31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3" name="Google Shape;14153;p31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4" name="Google Shape;14154;p31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5" name="Google Shape;14155;p31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6" name="Google Shape;14156;p31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7" name="Google Shape;14157;p31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8" name="Google Shape;14158;p31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9" name="Google Shape;14159;p31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0" name="Google Shape;14160;p31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1" name="Google Shape;14161;p31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2" name="Google Shape;14162;p31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3" name="Google Shape;14163;p31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4" name="Google Shape;14164;p31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5" name="Google Shape;14165;p31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6" name="Google Shape;14166;p31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7" name="Google Shape;14167;p31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8" name="Google Shape;14168;p31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9" name="Google Shape;14169;p31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0" name="Google Shape;14170;p31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1" name="Google Shape;14171;p31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2" name="Google Shape;14172;p31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3" name="Google Shape;14173;p31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4" name="Google Shape;14174;p31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5" name="Google Shape;14175;p31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6" name="Google Shape;14176;p31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7" name="Google Shape;14177;p31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8" name="Google Shape;14178;p31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9" name="Google Shape;14179;p31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0" name="Google Shape;14180;p31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1" name="Google Shape;14181;p31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2" name="Google Shape;14182;p31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3" name="Google Shape;14183;p31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4" name="Google Shape;14184;p31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5" name="Google Shape;14185;p31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6" name="Google Shape;14186;p31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7" name="Google Shape;14187;p31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8" name="Google Shape;14188;p31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9" name="Google Shape;14189;p31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0" name="Google Shape;14190;p31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1" name="Google Shape;14191;p31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2" name="Google Shape;14192;p31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3" name="Google Shape;14193;p31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4" name="Google Shape;14194;p31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5" name="Google Shape;14195;p31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6" name="Google Shape;14196;p31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7" name="Google Shape;14197;p31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8" name="Google Shape;14198;p31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9" name="Google Shape;14199;p31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0" name="Google Shape;14200;p31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1" name="Google Shape;14201;p31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2" name="Google Shape;14202;p31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3" name="Google Shape;14203;p31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4" name="Google Shape;14204;p31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5" name="Google Shape;14205;p31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6" name="Google Shape;14206;p31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7" name="Google Shape;14207;p31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8" name="Google Shape;14208;p31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9" name="Google Shape;14209;p31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0" name="Google Shape;14210;p31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1" name="Google Shape;14211;p31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2" name="Google Shape;14212;p31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3" name="Google Shape;14213;p31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4" name="Google Shape;14214;p31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5" name="Google Shape;14215;p31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6" name="Google Shape;14216;p31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7" name="Google Shape;14217;p31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8" name="Google Shape;14218;p31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9" name="Google Shape;14219;p31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0" name="Google Shape;14220;p31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1" name="Google Shape;14221;p31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2" name="Google Shape;14222;p31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3" name="Google Shape;14223;p31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4" name="Google Shape;14224;p31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5" name="Google Shape;14225;p31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6" name="Google Shape;14226;p31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7" name="Google Shape;14227;p31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8" name="Google Shape;14228;p31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9" name="Google Shape;14229;p31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0" name="Google Shape;14230;p31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1" name="Google Shape;14231;p31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2" name="Google Shape;14232;p31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3" name="Google Shape;14233;p31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4" name="Google Shape;14234;p31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5" name="Google Shape;14235;p31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6" name="Google Shape;14236;p31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7" name="Google Shape;14237;p31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8" name="Google Shape;14238;p31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9" name="Google Shape;14239;p31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0" name="Google Shape;14240;p31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1" name="Google Shape;14241;p31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2" name="Google Shape;14242;p31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3" name="Google Shape;14243;p31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4" name="Google Shape;14244;p31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5" name="Google Shape;14245;p31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6" name="Google Shape;14246;p31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7" name="Google Shape;14247;p31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8" name="Google Shape;14248;p31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9" name="Google Shape;14249;p31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0" name="Google Shape;14250;p31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1" name="Google Shape;14251;p31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2" name="Google Shape;14252;p31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3" name="Google Shape;14253;p31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4" name="Google Shape;14254;p31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5" name="Google Shape;14255;p31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6" name="Google Shape;14256;p31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7" name="Google Shape;14257;p31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8" name="Google Shape;14258;p31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9" name="Google Shape;14259;p31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0" name="Google Shape;14260;p31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1" name="Google Shape;14261;p31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2" name="Google Shape;14262;p31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3" name="Google Shape;14263;p31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4" name="Google Shape;14264;p31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5" name="Google Shape;14265;p31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6" name="Google Shape;14266;p31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7" name="Google Shape;14267;p31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8" name="Google Shape;14268;p31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9" name="Google Shape;14269;p31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0" name="Google Shape;14270;p31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1" name="Google Shape;14271;p31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2" name="Google Shape;14272;p31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3" name="Google Shape;14273;p31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4" name="Google Shape;14274;p31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5" name="Google Shape;14275;p31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6" name="Google Shape;14276;p31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7" name="Google Shape;14277;p31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8" name="Google Shape;14278;p31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9" name="Google Shape;14279;p31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0" name="Google Shape;14280;p31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1" name="Google Shape;14281;p31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2" name="Google Shape;14282;p31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3" name="Google Shape;14283;p31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4" name="Google Shape;14284;p31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5" name="Google Shape;14285;p31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6" name="Google Shape;14286;p31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7" name="Google Shape;14287;p31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8" name="Google Shape;14288;p31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9" name="Google Shape;14289;p31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0" name="Google Shape;14290;p31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1" name="Google Shape;14291;p31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2" name="Google Shape;14292;p31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3" name="Google Shape;14293;p31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4" name="Google Shape;14294;p31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5" name="Google Shape;14295;p31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6" name="Google Shape;14296;p31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7" name="Google Shape;14297;p31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8" name="Google Shape;14298;p31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9" name="Google Shape;14299;p31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0" name="Google Shape;14300;p31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1" name="Google Shape;14301;p31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2" name="Google Shape;14302;p31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3" name="Google Shape;14303;p31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4" name="Google Shape;14304;p31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5" name="Google Shape;14305;p31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6" name="Google Shape;14306;p31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7" name="Google Shape;14307;p31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8" name="Google Shape;14308;p31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9" name="Google Shape;14309;p31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0" name="Google Shape;14310;p31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1" name="Google Shape;14311;p31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2" name="Google Shape;14312;p31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3" name="Google Shape;14313;p31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4" name="Google Shape;14314;p31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5" name="Google Shape;14315;p31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6" name="Google Shape;14316;p31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7" name="Google Shape;14317;p31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8" name="Google Shape;14318;p31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9" name="Google Shape;14319;p31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0" name="Google Shape;14320;p31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1" name="Google Shape;14321;p31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2" name="Google Shape;14322;p31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3" name="Google Shape;14323;p31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4" name="Google Shape;14324;p31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5" name="Google Shape;14325;p31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6" name="Google Shape;14326;p31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7" name="Google Shape;14327;p31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8" name="Google Shape;14328;p31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9" name="Google Shape;14329;p31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0" name="Google Shape;14330;p31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1" name="Google Shape;14331;p31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2" name="Google Shape;14332;p31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3" name="Google Shape;14333;p31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4" name="Google Shape;14334;p31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5" name="Google Shape;14335;p31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6" name="Google Shape;14336;p31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7" name="Google Shape;14337;p31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8" name="Google Shape;14338;p31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9" name="Google Shape;14339;p31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0" name="Google Shape;14340;p31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1" name="Google Shape;14341;p31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2" name="Google Shape;14342;p31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3" name="Google Shape;14343;p31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4" name="Google Shape;14344;p31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5" name="Google Shape;14345;p31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6" name="Google Shape;14346;p31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7" name="Google Shape;14347;p31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8" name="Google Shape;14348;p31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9" name="Google Shape;14349;p31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0" name="Google Shape;14350;p31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1" name="Google Shape;14351;p31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2" name="Google Shape;14352;p31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3" name="Google Shape;14353;p31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4" name="Google Shape;14354;p31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5" name="Google Shape;14355;p31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6" name="Google Shape;14356;p31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7" name="Google Shape;14357;p31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8" name="Google Shape;14358;p31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9" name="Google Shape;14359;p31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0" name="Google Shape;14360;p31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1" name="Google Shape;14361;p31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2" name="Google Shape;14362;p31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3" name="Google Shape;14363;p31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4" name="Google Shape;14364;p31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5" name="Google Shape;14365;p31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6" name="Google Shape;14366;p31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7" name="Google Shape;14367;p31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8" name="Google Shape;14368;p31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9" name="Google Shape;14369;p31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0" name="Google Shape;14370;p31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1" name="Google Shape;14371;p31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2" name="Google Shape;14372;p31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3" name="Google Shape;14373;p31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4" name="Google Shape;14374;p31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5" name="Google Shape;14375;p31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6" name="Google Shape;14376;p31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7" name="Google Shape;14377;p31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8" name="Google Shape;14378;p31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9" name="Google Shape;14379;p31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0" name="Google Shape;14380;p31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1" name="Google Shape;14381;p31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2" name="Google Shape;14382;p31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3" name="Google Shape;14383;p31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4" name="Google Shape;14384;p31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5" name="Google Shape;14385;p31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6" name="Google Shape;14386;p31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7" name="Google Shape;14387;p31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8" name="Google Shape;14388;p31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9" name="Google Shape;14389;p31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0" name="Google Shape;14390;p31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1" name="Google Shape;14391;p31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2" name="Google Shape;14392;p31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3" name="Google Shape;14393;p31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4" name="Google Shape;14394;p31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5" name="Google Shape;14395;p31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6" name="Google Shape;14396;p31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7" name="Google Shape;14397;p31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8" name="Google Shape;14398;p31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9" name="Google Shape;14399;p31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0" name="Google Shape;14400;p31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1" name="Google Shape;14401;p31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2" name="Google Shape;14402;p31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3" name="Google Shape;14403;p31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4" name="Google Shape;14404;p31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5" name="Google Shape;14405;p31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6" name="Google Shape;14406;p31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7" name="Google Shape;14407;p31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8" name="Google Shape;14408;p31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9" name="Google Shape;14409;p31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0" name="Google Shape;14410;p31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1" name="Google Shape;14411;p31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2" name="Google Shape;14412;p31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3" name="Google Shape;14413;p31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4" name="Google Shape;14414;p31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5" name="Google Shape;14415;p31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6" name="Google Shape;14416;p31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7" name="Google Shape;14417;p31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8" name="Google Shape;14418;p31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9" name="Google Shape;14419;p31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0" name="Google Shape;14420;p31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1" name="Google Shape;14421;p31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2" name="Google Shape;14422;p31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3" name="Google Shape;14423;p31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4" name="Google Shape;14424;p31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5" name="Google Shape;14425;p31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6" name="Google Shape;14426;p31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7" name="Google Shape;14427;p31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8" name="Google Shape;14428;p31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9" name="Google Shape;14429;p31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0" name="Google Shape;14430;p31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1" name="Google Shape;14431;p31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2" name="Google Shape;14432;p31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3" name="Google Shape;14433;p31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4" name="Google Shape;14434;p31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5" name="Google Shape;14435;p31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6" name="Google Shape;14436;p31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7" name="Google Shape;14437;p31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8" name="Google Shape;14438;p31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9" name="Google Shape;14439;p31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0" name="Google Shape;14440;p31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1" name="Google Shape;14441;p31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2" name="Google Shape;14442;p31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3" name="Google Shape;14443;p31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44" name="Google Shape;14444;p31"/>
          <p:cNvGrpSpPr/>
          <p:nvPr/>
        </p:nvGrpSpPr>
        <p:grpSpPr>
          <a:xfrm rot="-5400000">
            <a:off x="5968319" y="-2113997"/>
            <a:ext cx="347597" cy="4345456"/>
            <a:chOff x="-136402" y="-175976"/>
            <a:chExt cx="347597" cy="4345456"/>
          </a:xfrm>
        </p:grpSpPr>
        <p:sp>
          <p:nvSpPr>
            <p:cNvPr id="14445" name="Google Shape;14445;p31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6" name="Google Shape;14446;p31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7" name="Google Shape;14447;p31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8" name="Google Shape;14448;p31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9" name="Google Shape;14449;p31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0" name="Google Shape;14450;p31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1" name="Google Shape;14451;p31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2" name="Google Shape;14452;p31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3" name="Google Shape;14453;p31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4" name="Google Shape;14454;p31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5" name="Google Shape;14455;p31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6" name="Google Shape;14456;p31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7" name="Google Shape;14457;p31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8" name="Google Shape;14458;p31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9" name="Google Shape;14459;p31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0" name="Google Shape;14460;p31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1" name="Google Shape;14461;p31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2" name="Google Shape;14462;p31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3" name="Google Shape;14463;p31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4" name="Google Shape;14464;p31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5" name="Google Shape;14465;p31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6" name="Google Shape;14466;p31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7" name="Google Shape;14467;p31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8" name="Google Shape;14468;p31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9" name="Google Shape;14469;p31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0" name="Google Shape;14470;p31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1" name="Google Shape;14471;p31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72" name="Google Shape;14472;p31"/>
          <p:cNvGrpSpPr/>
          <p:nvPr/>
        </p:nvGrpSpPr>
        <p:grpSpPr>
          <a:xfrm rot="-5400000">
            <a:off x="5968316" y="-2113995"/>
            <a:ext cx="347597" cy="4345451"/>
            <a:chOff x="-136402" y="-175976"/>
            <a:chExt cx="347597" cy="4345451"/>
          </a:xfrm>
        </p:grpSpPr>
        <p:sp>
          <p:nvSpPr>
            <p:cNvPr id="14473" name="Google Shape;14473;p31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4" name="Google Shape;14474;p31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5" name="Google Shape;14475;p31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6" name="Google Shape;14476;p31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7" name="Google Shape;14477;p31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8" name="Google Shape;14478;p31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9" name="Google Shape;14479;p31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0" name="Google Shape;14480;p31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1" name="Google Shape;14481;p31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2" name="Google Shape;14482;p31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3" name="Google Shape;14483;p31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4" name="Google Shape;14484;p31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5" name="Google Shape;14485;p31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6" name="Google Shape;14486;p31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7" name="Google Shape;14487;p31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8" name="Google Shape;14488;p31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9" name="Google Shape;14489;p31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0" name="Google Shape;14490;p31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1" name="Google Shape;14491;p31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2" name="Google Shape;14492;p31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3" name="Google Shape;14493;p31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4" name="Google Shape;14494;p31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5" name="Google Shape;14495;p31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6" name="Google Shape;14496;p31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7" name="Google Shape;14497;p31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8" name="Google Shape;14498;p31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499" name="Google Shape;14499;p31"/>
          <p:cNvSpPr/>
          <p:nvPr/>
        </p:nvSpPr>
        <p:spPr>
          <a:xfrm rot="-5400000">
            <a:off x="5968241" y="-2114023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00" name="Google Shape;14500;p31"/>
          <p:cNvSpPr txBox="1"/>
          <p:nvPr>
            <p:ph type="title"/>
          </p:nvPr>
        </p:nvSpPr>
        <p:spPr>
          <a:xfrm>
            <a:off x="713226" y="540000"/>
            <a:ext cx="4634100" cy="13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 sz="85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4501" name="Google Shape;14501;p31"/>
          <p:cNvSpPr txBox="1"/>
          <p:nvPr>
            <p:ph idx="1" type="subTitle"/>
          </p:nvPr>
        </p:nvSpPr>
        <p:spPr>
          <a:xfrm>
            <a:off x="713225" y="1938646"/>
            <a:ext cx="4448100" cy="1143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14502" name="Google Shape;14502;p31"/>
          <p:cNvSpPr txBox="1"/>
          <p:nvPr/>
        </p:nvSpPr>
        <p:spPr>
          <a:xfrm>
            <a:off x="713225" y="3657875"/>
            <a:ext cx="4634100" cy="51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CREDITS: This presentation template was created by </a:t>
            </a:r>
            <a:r>
              <a:rPr b="1" lang="en" sz="1000">
                <a:solidFill>
                  <a:schemeClr val="dk2"/>
                </a:solidFill>
                <a:uFill>
                  <a:noFill/>
                </a:uFill>
                <a:latin typeface="Poppins"/>
                <a:ea typeface="Poppins"/>
                <a:cs typeface="Poppins"/>
                <a:sym typeface="Poppins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, and includes icons by </a:t>
            </a:r>
            <a:r>
              <a:rPr b="1" lang="en" sz="1000">
                <a:solidFill>
                  <a:schemeClr val="dk2"/>
                </a:solidFill>
                <a:uFill>
                  <a:noFill/>
                </a:uFill>
                <a:latin typeface="Poppins"/>
                <a:ea typeface="Poppins"/>
                <a:cs typeface="Poppins"/>
                <a:sym typeface="Poppins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, and infographics &amp; images by </a:t>
            </a:r>
            <a:r>
              <a:rPr b="1" lang="en" sz="1000">
                <a:solidFill>
                  <a:schemeClr val="dk2"/>
                </a:solidFill>
                <a:uFill>
                  <a:noFill/>
                </a:uFill>
                <a:latin typeface="Poppins"/>
                <a:ea typeface="Poppins"/>
                <a:cs typeface="Poppins"/>
                <a:sym typeface="Poppins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b="1" lang="en" sz="10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 </a:t>
            </a:r>
            <a:endParaRPr b="1" sz="1000">
              <a:solidFill>
                <a:schemeClr val="dk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9">
    <p:spTree>
      <p:nvGrpSpPr>
        <p:cNvPr id="14503" name="Shape 145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04" name="Google Shape;14504;p32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14505" name="Google Shape;14505;p32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6" name="Google Shape;14506;p32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7" name="Google Shape;14507;p32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8" name="Google Shape;14508;p32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9" name="Google Shape;14509;p32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0" name="Google Shape;14510;p32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1" name="Google Shape;14511;p32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2" name="Google Shape;14512;p32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3" name="Google Shape;14513;p32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4" name="Google Shape;14514;p32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5" name="Google Shape;14515;p32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6" name="Google Shape;14516;p32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7" name="Google Shape;14517;p32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8" name="Google Shape;14518;p32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9" name="Google Shape;14519;p32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0" name="Google Shape;14520;p32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1" name="Google Shape;14521;p32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2" name="Google Shape;14522;p32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3" name="Google Shape;14523;p32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4" name="Google Shape;14524;p32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5" name="Google Shape;14525;p32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6" name="Google Shape;14526;p32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7" name="Google Shape;14527;p32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8" name="Google Shape;14528;p32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9" name="Google Shape;14529;p32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0" name="Google Shape;14530;p32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1" name="Google Shape;14531;p32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2" name="Google Shape;14532;p32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3" name="Google Shape;14533;p32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4" name="Google Shape;14534;p32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5" name="Google Shape;14535;p32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6" name="Google Shape;14536;p32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7" name="Google Shape;14537;p32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8" name="Google Shape;14538;p32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9" name="Google Shape;14539;p32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0" name="Google Shape;14540;p32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1" name="Google Shape;14541;p32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2" name="Google Shape;14542;p32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3" name="Google Shape;14543;p32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4" name="Google Shape;14544;p32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5" name="Google Shape;14545;p32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6" name="Google Shape;14546;p32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7" name="Google Shape;14547;p32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8" name="Google Shape;14548;p32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9" name="Google Shape;14549;p32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0" name="Google Shape;14550;p32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1" name="Google Shape;14551;p32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2" name="Google Shape;14552;p32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3" name="Google Shape;14553;p32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4" name="Google Shape;14554;p32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5" name="Google Shape;14555;p32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6" name="Google Shape;14556;p32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7" name="Google Shape;14557;p32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8" name="Google Shape;14558;p32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9" name="Google Shape;14559;p32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0" name="Google Shape;14560;p32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1" name="Google Shape;14561;p32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2" name="Google Shape;14562;p32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3" name="Google Shape;14563;p32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4" name="Google Shape;14564;p32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5" name="Google Shape;14565;p32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6" name="Google Shape;14566;p32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7" name="Google Shape;14567;p32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8" name="Google Shape;14568;p32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9" name="Google Shape;14569;p32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0" name="Google Shape;14570;p32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1" name="Google Shape;14571;p32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2" name="Google Shape;14572;p32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3" name="Google Shape;14573;p32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4" name="Google Shape;14574;p32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5" name="Google Shape;14575;p32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6" name="Google Shape;14576;p32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7" name="Google Shape;14577;p32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8" name="Google Shape;14578;p32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9" name="Google Shape;14579;p32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0" name="Google Shape;14580;p32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1" name="Google Shape;14581;p32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2" name="Google Shape;14582;p32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3" name="Google Shape;14583;p32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4" name="Google Shape;14584;p32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5" name="Google Shape;14585;p32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6" name="Google Shape;14586;p32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7" name="Google Shape;14587;p32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8" name="Google Shape;14588;p32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9" name="Google Shape;14589;p32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0" name="Google Shape;14590;p32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1" name="Google Shape;14591;p32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2" name="Google Shape;14592;p32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3" name="Google Shape;14593;p32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4" name="Google Shape;14594;p32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5" name="Google Shape;14595;p32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6" name="Google Shape;14596;p32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7" name="Google Shape;14597;p32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8" name="Google Shape;14598;p32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9" name="Google Shape;14599;p32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0" name="Google Shape;14600;p32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1" name="Google Shape;14601;p32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2" name="Google Shape;14602;p32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3" name="Google Shape;14603;p32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4" name="Google Shape;14604;p32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5" name="Google Shape;14605;p32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6" name="Google Shape;14606;p32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7" name="Google Shape;14607;p32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8" name="Google Shape;14608;p32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9" name="Google Shape;14609;p32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0" name="Google Shape;14610;p32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1" name="Google Shape;14611;p32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2" name="Google Shape;14612;p32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3" name="Google Shape;14613;p32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4" name="Google Shape;14614;p32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5" name="Google Shape;14615;p32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6" name="Google Shape;14616;p32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7" name="Google Shape;14617;p32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8" name="Google Shape;14618;p32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9" name="Google Shape;14619;p32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0" name="Google Shape;14620;p32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1" name="Google Shape;14621;p32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2" name="Google Shape;14622;p32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3" name="Google Shape;14623;p32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4" name="Google Shape;14624;p32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5" name="Google Shape;14625;p32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6" name="Google Shape;14626;p32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7" name="Google Shape;14627;p32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8" name="Google Shape;14628;p32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9" name="Google Shape;14629;p32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0" name="Google Shape;14630;p32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1" name="Google Shape;14631;p32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2" name="Google Shape;14632;p32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3" name="Google Shape;14633;p32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4" name="Google Shape;14634;p32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5" name="Google Shape;14635;p32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6" name="Google Shape;14636;p32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7" name="Google Shape;14637;p32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8" name="Google Shape;14638;p32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9" name="Google Shape;14639;p32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0" name="Google Shape;14640;p32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1" name="Google Shape;14641;p32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2" name="Google Shape;14642;p32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3" name="Google Shape;14643;p32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4" name="Google Shape;14644;p32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5" name="Google Shape;14645;p32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6" name="Google Shape;14646;p32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7" name="Google Shape;14647;p32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8" name="Google Shape;14648;p32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9" name="Google Shape;14649;p32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0" name="Google Shape;14650;p32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1" name="Google Shape;14651;p32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2" name="Google Shape;14652;p32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3" name="Google Shape;14653;p32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4" name="Google Shape;14654;p32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5" name="Google Shape;14655;p32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6" name="Google Shape;14656;p32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7" name="Google Shape;14657;p32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8" name="Google Shape;14658;p32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9" name="Google Shape;14659;p32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0" name="Google Shape;14660;p32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1" name="Google Shape;14661;p32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2" name="Google Shape;14662;p32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3" name="Google Shape;14663;p32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4" name="Google Shape;14664;p32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5" name="Google Shape;14665;p32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6" name="Google Shape;14666;p32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7" name="Google Shape;14667;p32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8" name="Google Shape;14668;p32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9" name="Google Shape;14669;p32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0" name="Google Shape;14670;p32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1" name="Google Shape;14671;p32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2" name="Google Shape;14672;p32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3" name="Google Shape;14673;p32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4" name="Google Shape;14674;p32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5" name="Google Shape;14675;p32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6" name="Google Shape;14676;p32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7" name="Google Shape;14677;p32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8" name="Google Shape;14678;p32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9" name="Google Shape;14679;p32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0" name="Google Shape;14680;p32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1" name="Google Shape;14681;p32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2" name="Google Shape;14682;p32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3" name="Google Shape;14683;p32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4" name="Google Shape;14684;p32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5" name="Google Shape;14685;p32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6" name="Google Shape;14686;p32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7" name="Google Shape;14687;p32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8" name="Google Shape;14688;p32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9" name="Google Shape;14689;p32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0" name="Google Shape;14690;p32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1" name="Google Shape;14691;p32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2" name="Google Shape;14692;p32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3" name="Google Shape;14693;p32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4" name="Google Shape;14694;p32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5" name="Google Shape;14695;p32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6" name="Google Shape;14696;p32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7" name="Google Shape;14697;p32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8" name="Google Shape;14698;p32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9" name="Google Shape;14699;p32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0" name="Google Shape;14700;p32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1" name="Google Shape;14701;p32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2" name="Google Shape;14702;p32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3" name="Google Shape;14703;p32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4" name="Google Shape;14704;p32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5" name="Google Shape;14705;p32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6" name="Google Shape;14706;p32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7" name="Google Shape;14707;p32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8" name="Google Shape;14708;p32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9" name="Google Shape;14709;p32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0" name="Google Shape;14710;p32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1" name="Google Shape;14711;p32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2" name="Google Shape;14712;p32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3" name="Google Shape;14713;p32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4" name="Google Shape;14714;p32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5" name="Google Shape;14715;p32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6" name="Google Shape;14716;p32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7" name="Google Shape;14717;p32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8" name="Google Shape;14718;p32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9" name="Google Shape;14719;p32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0" name="Google Shape;14720;p32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1" name="Google Shape;14721;p32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2" name="Google Shape;14722;p32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3" name="Google Shape;14723;p32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4" name="Google Shape;14724;p32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5" name="Google Shape;14725;p32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6" name="Google Shape;14726;p32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7" name="Google Shape;14727;p32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8" name="Google Shape;14728;p32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9" name="Google Shape;14729;p32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0" name="Google Shape;14730;p32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1" name="Google Shape;14731;p32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2" name="Google Shape;14732;p32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3" name="Google Shape;14733;p32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4" name="Google Shape;14734;p32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5" name="Google Shape;14735;p32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6" name="Google Shape;14736;p32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7" name="Google Shape;14737;p32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8" name="Google Shape;14738;p32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9" name="Google Shape;14739;p32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0" name="Google Shape;14740;p32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1" name="Google Shape;14741;p32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2" name="Google Shape;14742;p32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3" name="Google Shape;14743;p32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4" name="Google Shape;14744;p32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5" name="Google Shape;14745;p32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6" name="Google Shape;14746;p32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7" name="Google Shape;14747;p32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8" name="Google Shape;14748;p32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9" name="Google Shape;14749;p32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0" name="Google Shape;14750;p32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1" name="Google Shape;14751;p32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2" name="Google Shape;14752;p32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3" name="Google Shape;14753;p32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4" name="Google Shape;14754;p32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5" name="Google Shape;14755;p32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6" name="Google Shape;14756;p32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7" name="Google Shape;14757;p32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8" name="Google Shape;14758;p32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9" name="Google Shape;14759;p32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0" name="Google Shape;14760;p32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1" name="Google Shape;14761;p32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2" name="Google Shape;14762;p32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3" name="Google Shape;14763;p32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4" name="Google Shape;14764;p32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5" name="Google Shape;14765;p32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6" name="Google Shape;14766;p32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7" name="Google Shape;14767;p32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8" name="Google Shape;14768;p32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9" name="Google Shape;14769;p32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0" name="Google Shape;14770;p32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1" name="Google Shape;14771;p32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2" name="Google Shape;14772;p32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3" name="Google Shape;14773;p32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4" name="Google Shape;14774;p32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5" name="Google Shape;14775;p32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6" name="Google Shape;14776;p32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7" name="Google Shape;14777;p32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8" name="Google Shape;14778;p32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9" name="Google Shape;14779;p32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0" name="Google Shape;14780;p32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1" name="Google Shape;14781;p32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2" name="Google Shape;14782;p32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3" name="Google Shape;14783;p32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4" name="Google Shape;14784;p32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5" name="Google Shape;14785;p32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6" name="Google Shape;14786;p32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7" name="Google Shape;14787;p32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8" name="Google Shape;14788;p32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9" name="Google Shape;14789;p32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0" name="Google Shape;14790;p32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1" name="Google Shape;14791;p32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2" name="Google Shape;14792;p32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3" name="Google Shape;14793;p32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4" name="Google Shape;14794;p32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5" name="Google Shape;14795;p32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6" name="Google Shape;14796;p32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7" name="Google Shape;14797;p32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8" name="Google Shape;14798;p32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9" name="Google Shape;14799;p32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0" name="Google Shape;14800;p32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1" name="Google Shape;14801;p32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2" name="Google Shape;14802;p32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3" name="Google Shape;14803;p32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4" name="Google Shape;14804;p32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5" name="Google Shape;14805;p32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6" name="Google Shape;14806;p32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7" name="Google Shape;14807;p32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8" name="Google Shape;14808;p32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9" name="Google Shape;14809;p32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0" name="Google Shape;14810;p32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1" name="Google Shape;14811;p32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2" name="Google Shape;14812;p32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3" name="Google Shape;14813;p32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4" name="Google Shape;14814;p32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5" name="Google Shape;14815;p32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6" name="Google Shape;14816;p32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7" name="Google Shape;14817;p32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8" name="Google Shape;14818;p32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9" name="Google Shape;14819;p32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0" name="Google Shape;14820;p32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1" name="Google Shape;14821;p32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2" name="Google Shape;14822;p32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3" name="Google Shape;14823;p32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4" name="Google Shape;14824;p32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5" name="Google Shape;14825;p32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6" name="Google Shape;14826;p32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7" name="Google Shape;14827;p32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8" name="Google Shape;14828;p32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9" name="Google Shape;14829;p32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0" name="Google Shape;14830;p32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1" name="Google Shape;14831;p32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2" name="Google Shape;14832;p32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3" name="Google Shape;14833;p32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4" name="Google Shape;14834;p32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5" name="Google Shape;14835;p32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6" name="Google Shape;14836;p32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7" name="Google Shape;14837;p32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8" name="Google Shape;14838;p32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9" name="Google Shape;14839;p32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0" name="Google Shape;14840;p32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1" name="Google Shape;14841;p32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2" name="Google Shape;14842;p32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3" name="Google Shape;14843;p32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4" name="Google Shape;14844;p32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5" name="Google Shape;14845;p32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6" name="Google Shape;14846;p32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7" name="Google Shape;14847;p32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8" name="Google Shape;14848;p32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9" name="Google Shape;14849;p32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0" name="Google Shape;14850;p32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1" name="Google Shape;14851;p32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2" name="Google Shape;14852;p32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3" name="Google Shape;14853;p32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4" name="Google Shape;14854;p32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5" name="Google Shape;14855;p32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6" name="Google Shape;14856;p32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7" name="Google Shape;14857;p32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8" name="Google Shape;14858;p32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9" name="Google Shape;14859;p32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0" name="Google Shape;14860;p32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1" name="Google Shape;14861;p32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2" name="Google Shape;14862;p32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3" name="Google Shape;14863;p32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4" name="Google Shape;14864;p32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5" name="Google Shape;14865;p32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6" name="Google Shape;14866;p32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7" name="Google Shape;14867;p32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8" name="Google Shape;14868;p32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9" name="Google Shape;14869;p32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0" name="Google Shape;14870;p32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1" name="Google Shape;14871;p32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2" name="Google Shape;14872;p32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3" name="Google Shape;14873;p32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4" name="Google Shape;14874;p32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5" name="Google Shape;14875;p32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6" name="Google Shape;14876;p32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7" name="Google Shape;14877;p32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8" name="Google Shape;14878;p32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9" name="Google Shape;14879;p32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0" name="Google Shape;14880;p32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1" name="Google Shape;14881;p32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2" name="Google Shape;14882;p32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3" name="Google Shape;14883;p32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4" name="Google Shape;14884;p32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5" name="Google Shape;14885;p32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6" name="Google Shape;14886;p32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7" name="Google Shape;14887;p32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8" name="Google Shape;14888;p32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9" name="Google Shape;14889;p32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0" name="Google Shape;14890;p32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1" name="Google Shape;14891;p32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2" name="Google Shape;14892;p32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3" name="Google Shape;14893;p32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4" name="Google Shape;14894;p32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5" name="Google Shape;14895;p32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6" name="Google Shape;14896;p32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7" name="Google Shape;14897;p32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8" name="Google Shape;14898;p32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9" name="Google Shape;14899;p32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0" name="Google Shape;14900;p32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1" name="Google Shape;14901;p32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2" name="Google Shape;14902;p32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3" name="Google Shape;14903;p32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4" name="Google Shape;14904;p32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5" name="Google Shape;14905;p32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6" name="Google Shape;14906;p32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7" name="Google Shape;14907;p32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8" name="Google Shape;14908;p32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9" name="Google Shape;14909;p32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0" name="Google Shape;14910;p32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1" name="Google Shape;14911;p32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2" name="Google Shape;14912;p32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3" name="Google Shape;14913;p32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4" name="Google Shape;14914;p32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5" name="Google Shape;14915;p32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6" name="Google Shape;14916;p32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7" name="Google Shape;14917;p32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8" name="Google Shape;14918;p32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9" name="Google Shape;14919;p32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0" name="Google Shape;14920;p32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1" name="Google Shape;14921;p32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2" name="Google Shape;14922;p32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3" name="Google Shape;14923;p32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4" name="Google Shape;14924;p32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5" name="Google Shape;14925;p32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6" name="Google Shape;14926;p32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7" name="Google Shape;14927;p32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8" name="Google Shape;14928;p32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9" name="Google Shape;14929;p32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0" name="Google Shape;14930;p32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1" name="Google Shape;14931;p32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2" name="Google Shape;14932;p32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3" name="Google Shape;14933;p32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4" name="Google Shape;14934;p32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5" name="Google Shape;14935;p32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6" name="Google Shape;14936;p32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7" name="Google Shape;14937;p32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8" name="Google Shape;14938;p32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9" name="Google Shape;14939;p32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0" name="Google Shape;14940;p32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1" name="Google Shape;14941;p32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2" name="Google Shape;14942;p32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3" name="Google Shape;14943;p32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4" name="Google Shape;14944;p32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5" name="Google Shape;14945;p32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6" name="Google Shape;14946;p32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7" name="Google Shape;14947;p32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8" name="Google Shape;14948;p32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9" name="Google Shape;14949;p32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0" name="Google Shape;14950;p32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1" name="Google Shape;14951;p32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2" name="Google Shape;14952;p32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3" name="Google Shape;14953;p32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4" name="Google Shape;14954;p32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5" name="Google Shape;14955;p32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6" name="Google Shape;14956;p32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7" name="Google Shape;14957;p32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8" name="Google Shape;14958;p32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9" name="Google Shape;14959;p32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0" name="Google Shape;14960;p32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1" name="Google Shape;14961;p32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2" name="Google Shape;14962;p32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3" name="Google Shape;14963;p32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4" name="Google Shape;14964;p32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5" name="Google Shape;14965;p32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6" name="Google Shape;14966;p32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7" name="Google Shape;14967;p32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8" name="Google Shape;14968;p32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9" name="Google Shape;14969;p32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0" name="Google Shape;14970;p32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1" name="Google Shape;14971;p32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2" name="Google Shape;14972;p32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3" name="Google Shape;14973;p32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4" name="Google Shape;14974;p32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5" name="Google Shape;14975;p32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6" name="Google Shape;14976;p32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7" name="Google Shape;14977;p32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8" name="Google Shape;14978;p32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9" name="Google Shape;14979;p32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0" name="Google Shape;14980;p32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1" name="Google Shape;14981;p32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2" name="Google Shape;14982;p32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3" name="Google Shape;14983;p32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4" name="Google Shape;14984;p32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5" name="Google Shape;14985;p32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6" name="Google Shape;14986;p32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7" name="Google Shape;14987;p32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8" name="Google Shape;14988;p32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9" name="Google Shape;14989;p32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0" name="Google Shape;14990;p32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1" name="Google Shape;14991;p32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2" name="Google Shape;14992;p32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3" name="Google Shape;14993;p32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4" name="Google Shape;14994;p32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5" name="Google Shape;14995;p32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6" name="Google Shape;14996;p32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7" name="Google Shape;14997;p32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8" name="Google Shape;14998;p32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9" name="Google Shape;14999;p32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0" name="Google Shape;15000;p32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1" name="Google Shape;15001;p32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2" name="Google Shape;15002;p32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3" name="Google Shape;15003;p32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4" name="Google Shape;15004;p32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5" name="Google Shape;15005;p32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6" name="Google Shape;15006;p32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7" name="Google Shape;15007;p32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8" name="Google Shape;15008;p32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9" name="Google Shape;15009;p32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0" name="Google Shape;15010;p32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1" name="Google Shape;15011;p32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2" name="Google Shape;15012;p32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3" name="Google Shape;15013;p32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4" name="Google Shape;15014;p32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5" name="Google Shape;15015;p32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6" name="Google Shape;15016;p32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7" name="Google Shape;15017;p32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8" name="Google Shape;15018;p32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9" name="Google Shape;15019;p32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0" name="Google Shape;15020;p32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1" name="Google Shape;15021;p32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2" name="Google Shape;15022;p32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3" name="Google Shape;15023;p32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4" name="Google Shape;15024;p32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5" name="Google Shape;15025;p32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6" name="Google Shape;15026;p32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7" name="Google Shape;15027;p32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8" name="Google Shape;15028;p32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9" name="Google Shape;15029;p32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0" name="Google Shape;15030;p32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1" name="Google Shape;15031;p32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2" name="Google Shape;15032;p32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3" name="Google Shape;15033;p32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4" name="Google Shape;15034;p32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5" name="Google Shape;15035;p32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6" name="Google Shape;15036;p32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7" name="Google Shape;15037;p32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8" name="Google Shape;15038;p32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9" name="Google Shape;15039;p32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0" name="Google Shape;15040;p32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1" name="Google Shape;15041;p32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2" name="Google Shape;15042;p32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3" name="Google Shape;15043;p32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4" name="Google Shape;15044;p32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5" name="Google Shape;15045;p32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6" name="Google Shape;15046;p32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7" name="Google Shape;15047;p32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8" name="Google Shape;15048;p32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9" name="Google Shape;15049;p32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0" name="Google Shape;15050;p32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1" name="Google Shape;15051;p32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2" name="Google Shape;15052;p32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3" name="Google Shape;15053;p32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4" name="Google Shape;15054;p32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5" name="Google Shape;15055;p32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6" name="Google Shape;15056;p32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7" name="Google Shape;15057;p32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8" name="Google Shape;15058;p32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9" name="Google Shape;15059;p32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0" name="Google Shape;15060;p32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1" name="Google Shape;15061;p32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2" name="Google Shape;15062;p32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3" name="Google Shape;15063;p32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4" name="Google Shape;15064;p32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5" name="Google Shape;15065;p32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6" name="Google Shape;15066;p32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7" name="Google Shape;15067;p32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8" name="Google Shape;15068;p32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9" name="Google Shape;15069;p32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0" name="Google Shape;15070;p32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1" name="Google Shape;15071;p32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2" name="Google Shape;15072;p32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3" name="Google Shape;15073;p32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4" name="Google Shape;15074;p32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5" name="Google Shape;15075;p32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6" name="Google Shape;15076;p32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7" name="Google Shape;15077;p32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8" name="Google Shape;15078;p32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9" name="Google Shape;15079;p32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0" name="Google Shape;15080;p32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1" name="Google Shape;15081;p32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2" name="Google Shape;15082;p32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3" name="Google Shape;15083;p32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4" name="Google Shape;15084;p32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5" name="Google Shape;15085;p32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6" name="Google Shape;15086;p32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7" name="Google Shape;15087;p32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8" name="Google Shape;15088;p32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9" name="Google Shape;15089;p32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0" name="Google Shape;15090;p32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1" name="Google Shape;15091;p32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2" name="Google Shape;15092;p32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3" name="Google Shape;15093;p32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4" name="Google Shape;15094;p32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5" name="Google Shape;15095;p32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6" name="Google Shape;15096;p32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7" name="Google Shape;15097;p32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8" name="Google Shape;15098;p32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9" name="Google Shape;15099;p32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0" name="Google Shape;15100;p32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1" name="Google Shape;15101;p32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2" name="Google Shape;15102;p32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3" name="Google Shape;15103;p32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4" name="Google Shape;15104;p32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5" name="Google Shape;15105;p32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6" name="Google Shape;15106;p32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7" name="Google Shape;15107;p32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8" name="Google Shape;15108;p32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9" name="Google Shape;15109;p32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0" name="Google Shape;15110;p32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1" name="Google Shape;15111;p32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2" name="Google Shape;15112;p32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3" name="Google Shape;15113;p32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4" name="Google Shape;15114;p32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5" name="Google Shape;15115;p32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6" name="Google Shape;15116;p32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7" name="Google Shape;15117;p32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8" name="Google Shape;15118;p32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9" name="Google Shape;15119;p32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0" name="Google Shape;15120;p32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1" name="Google Shape;15121;p32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2" name="Google Shape;15122;p32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3" name="Google Shape;15123;p32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4" name="Google Shape;15124;p32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5" name="Google Shape;15125;p32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6" name="Google Shape;15126;p32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7" name="Google Shape;15127;p32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8" name="Google Shape;15128;p32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9" name="Google Shape;15129;p32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0" name="Google Shape;15130;p32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1" name="Google Shape;15131;p32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2" name="Google Shape;15132;p32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3" name="Google Shape;15133;p32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4" name="Google Shape;15134;p32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5" name="Google Shape;15135;p32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6" name="Google Shape;15136;p32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7" name="Google Shape;15137;p32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8" name="Google Shape;15138;p32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9" name="Google Shape;15139;p32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0" name="Google Shape;15140;p32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1" name="Google Shape;15141;p32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2" name="Google Shape;15142;p32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3" name="Google Shape;15143;p32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4" name="Google Shape;15144;p32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5" name="Google Shape;15145;p32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6" name="Google Shape;15146;p32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7" name="Google Shape;15147;p32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8" name="Google Shape;15148;p32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9" name="Google Shape;15149;p32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0" name="Google Shape;15150;p32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1" name="Google Shape;15151;p32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2" name="Google Shape;15152;p32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3" name="Google Shape;15153;p32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4" name="Google Shape;15154;p32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5" name="Google Shape;15155;p32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6" name="Google Shape;15156;p32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7" name="Google Shape;15157;p32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8" name="Google Shape;15158;p32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9" name="Google Shape;15159;p32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0" name="Google Shape;15160;p32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1" name="Google Shape;15161;p32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2" name="Google Shape;15162;p32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3" name="Google Shape;15163;p32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4" name="Google Shape;15164;p32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5" name="Google Shape;15165;p32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6" name="Google Shape;15166;p32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7" name="Google Shape;15167;p32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8" name="Google Shape;15168;p32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9" name="Google Shape;15169;p32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0" name="Google Shape;15170;p32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1" name="Google Shape;15171;p32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2" name="Google Shape;15172;p32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3" name="Google Shape;15173;p32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4" name="Google Shape;15174;p32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5" name="Google Shape;15175;p32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6" name="Google Shape;15176;p32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7" name="Google Shape;15177;p32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8" name="Google Shape;15178;p32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9" name="Google Shape;15179;p32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0" name="Google Shape;15180;p32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1" name="Google Shape;15181;p32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2" name="Google Shape;15182;p32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3" name="Google Shape;15183;p32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4" name="Google Shape;15184;p32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5" name="Google Shape;15185;p32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6" name="Google Shape;15186;p32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7" name="Google Shape;15187;p32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8" name="Google Shape;15188;p32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9" name="Google Shape;15189;p32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0" name="Google Shape;15190;p32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1" name="Google Shape;15191;p32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2" name="Google Shape;15192;p32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3" name="Google Shape;15193;p32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4" name="Google Shape;15194;p32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5" name="Google Shape;15195;p32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6" name="Google Shape;15196;p32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7" name="Google Shape;15197;p32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8" name="Google Shape;15198;p32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9" name="Google Shape;15199;p32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0" name="Google Shape;15200;p32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1" name="Google Shape;15201;p32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2" name="Google Shape;15202;p32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3" name="Google Shape;15203;p32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4" name="Google Shape;15204;p32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5" name="Google Shape;15205;p32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6" name="Google Shape;15206;p32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7" name="Google Shape;15207;p32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8" name="Google Shape;15208;p32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9" name="Google Shape;15209;p32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0" name="Google Shape;15210;p32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1" name="Google Shape;15211;p32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2" name="Google Shape;15212;p32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3" name="Google Shape;15213;p32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4" name="Google Shape;15214;p32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5" name="Google Shape;15215;p32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6" name="Google Shape;15216;p32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7" name="Google Shape;15217;p32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8" name="Google Shape;15218;p32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9" name="Google Shape;15219;p32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0" name="Google Shape;15220;p32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1" name="Google Shape;15221;p32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2" name="Google Shape;15222;p32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3" name="Google Shape;15223;p32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4" name="Google Shape;15224;p32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5" name="Google Shape;15225;p32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6" name="Google Shape;15226;p32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7" name="Google Shape;15227;p32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8" name="Google Shape;15228;p32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9" name="Google Shape;15229;p32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0" name="Google Shape;15230;p32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1" name="Google Shape;15231;p32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2" name="Google Shape;15232;p32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3" name="Google Shape;15233;p32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4" name="Google Shape;15234;p32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5" name="Google Shape;15235;p32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6" name="Google Shape;15236;p32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7" name="Google Shape;15237;p32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8" name="Google Shape;15238;p32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9" name="Google Shape;15239;p32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0" name="Google Shape;15240;p32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1" name="Google Shape;15241;p32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2" name="Google Shape;15242;p32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3" name="Google Shape;15243;p32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4" name="Google Shape;15244;p32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5" name="Google Shape;15245;p32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6" name="Google Shape;15246;p32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7" name="Google Shape;15247;p32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8" name="Google Shape;15248;p32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9" name="Google Shape;15249;p32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0" name="Google Shape;15250;p32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1" name="Google Shape;15251;p32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2" name="Google Shape;15252;p32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3" name="Google Shape;15253;p32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4" name="Google Shape;15254;p32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5" name="Google Shape;15255;p32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6" name="Google Shape;15256;p32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7" name="Google Shape;15257;p32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8" name="Google Shape;15258;p32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9" name="Google Shape;15259;p32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0" name="Google Shape;15260;p32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1" name="Google Shape;15261;p32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2" name="Google Shape;15262;p32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3" name="Google Shape;15263;p32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4" name="Google Shape;15264;p32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5" name="Google Shape;15265;p32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6" name="Google Shape;15266;p32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7" name="Google Shape;15267;p32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8" name="Google Shape;15268;p32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9" name="Google Shape;15269;p32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0" name="Google Shape;15270;p32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1" name="Google Shape;15271;p32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2" name="Google Shape;15272;p32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3" name="Google Shape;15273;p32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4" name="Google Shape;15274;p32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5" name="Google Shape;15275;p32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6" name="Google Shape;15276;p32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7" name="Google Shape;15277;p32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8" name="Google Shape;15278;p32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9" name="Google Shape;15279;p32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0" name="Google Shape;15280;p32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1" name="Google Shape;15281;p32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2" name="Google Shape;15282;p32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3" name="Google Shape;15283;p32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4" name="Google Shape;15284;p32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5" name="Google Shape;15285;p32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6" name="Google Shape;15286;p32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7" name="Google Shape;15287;p32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8" name="Google Shape;15288;p32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9" name="Google Shape;15289;p32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0" name="Google Shape;15290;p32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1" name="Google Shape;15291;p32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2" name="Google Shape;15292;p32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3" name="Google Shape;15293;p32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4" name="Google Shape;15294;p32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5" name="Google Shape;15295;p32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6" name="Google Shape;15296;p32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7" name="Google Shape;15297;p32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8" name="Google Shape;15298;p32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9" name="Google Shape;15299;p32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0" name="Google Shape;15300;p32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1" name="Google Shape;15301;p32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2" name="Google Shape;15302;p32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3" name="Google Shape;15303;p32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4" name="Google Shape;15304;p32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5" name="Google Shape;15305;p32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6" name="Google Shape;15306;p32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7" name="Google Shape;15307;p32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8" name="Google Shape;15308;p32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9" name="Google Shape;15309;p32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0" name="Google Shape;15310;p32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1" name="Google Shape;15311;p32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2" name="Google Shape;15312;p32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3" name="Google Shape;15313;p32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4" name="Google Shape;15314;p32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5" name="Google Shape;15315;p32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6" name="Google Shape;15316;p32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7" name="Google Shape;15317;p32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8" name="Google Shape;15318;p32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9" name="Google Shape;15319;p32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0" name="Google Shape;15320;p32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1" name="Google Shape;15321;p32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2" name="Google Shape;15322;p32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3" name="Google Shape;15323;p32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4" name="Google Shape;15324;p32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5" name="Google Shape;15325;p32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6" name="Google Shape;15326;p32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7" name="Google Shape;15327;p32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8" name="Google Shape;15328;p32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9" name="Google Shape;15329;p32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0" name="Google Shape;15330;p32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1" name="Google Shape;15331;p32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2" name="Google Shape;15332;p32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3" name="Google Shape;15333;p32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4" name="Google Shape;15334;p32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5" name="Google Shape;15335;p32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6" name="Google Shape;15336;p32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7" name="Google Shape;15337;p32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8" name="Google Shape;15338;p32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9" name="Google Shape;15339;p32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0" name="Google Shape;15340;p32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1" name="Google Shape;15341;p32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2" name="Google Shape;15342;p32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3" name="Google Shape;15343;p32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4" name="Google Shape;15344;p32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5" name="Google Shape;15345;p32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6" name="Google Shape;15346;p32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7" name="Google Shape;15347;p32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8" name="Google Shape;15348;p32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9" name="Google Shape;15349;p32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0" name="Google Shape;15350;p32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1" name="Google Shape;15351;p32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2" name="Google Shape;15352;p32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3" name="Google Shape;15353;p32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4" name="Google Shape;15354;p32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5" name="Google Shape;15355;p32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6" name="Google Shape;15356;p32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7" name="Google Shape;15357;p32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8" name="Google Shape;15358;p32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9" name="Google Shape;15359;p32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0" name="Google Shape;15360;p32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1" name="Google Shape;15361;p32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2" name="Google Shape;15362;p32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3" name="Google Shape;15363;p32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4" name="Google Shape;15364;p32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5" name="Google Shape;15365;p32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6" name="Google Shape;15366;p32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7" name="Google Shape;15367;p32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8" name="Google Shape;15368;p32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9" name="Google Shape;15369;p32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0" name="Google Shape;15370;p32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1" name="Google Shape;15371;p32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2" name="Google Shape;15372;p32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3" name="Google Shape;15373;p32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4" name="Google Shape;15374;p32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5" name="Google Shape;15375;p32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6" name="Google Shape;15376;p32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7" name="Google Shape;15377;p32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8" name="Google Shape;15378;p32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9" name="Google Shape;15379;p32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0" name="Google Shape;15380;p32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1" name="Google Shape;15381;p32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2" name="Google Shape;15382;p32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3" name="Google Shape;15383;p32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4" name="Google Shape;15384;p32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5" name="Google Shape;15385;p32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6" name="Google Shape;15386;p32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7" name="Google Shape;15387;p32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8" name="Google Shape;15388;p32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9" name="Google Shape;15389;p32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0" name="Google Shape;15390;p32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1" name="Google Shape;15391;p32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2" name="Google Shape;15392;p32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3" name="Google Shape;15393;p32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4" name="Google Shape;15394;p32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5" name="Google Shape;15395;p32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6" name="Google Shape;15396;p32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7" name="Google Shape;15397;p32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8" name="Google Shape;15398;p32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9" name="Google Shape;15399;p32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0" name="Google Shape;15400;p32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1" name="Google Shape;15401;p32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2" name="Google Shape;15402;p32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3" name="Google Shape;15403;p32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4" name="Google Shape;15404;p32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5" name="Google Shape;15405;p32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6" name="Google Shape;15406;p32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7" name="Google Shape;15407;p32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8" name="Google Shape;15408;p32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9" name="Google Shape;15409;p32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0" name="Google Shape;15410;p32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1" name="Google Shape;15411;p32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2" name="Google Shape;15412;p32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3" name="Google Shape;15413;p32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4" name="Google Shape;15414;p32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5" name="Google Shape;15415;p32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6" name="Google Shape;15416;p32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7" name="Google Shape;15417;p32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8" name="Google Shape;15418;p32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9" name="Google Shape;15419;p32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0" name="Google Shape;15420;p32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1" name="Google Shape;15421;p32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2" name="Google Shape;15422;p32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3" name="Google Shape;15423;p32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4" name="Google Shape;15424;p32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5" name="Google Shape;15425;p32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6" name="Google Shape;15426;p32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7" name="Google Shape;15427;p32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8" name="Google Shape;15428;p32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9" name="Google Shape;15429;p32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0" name="Google Shape;15430;p32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1" name="Google Shape;15431;p32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2" name="Google Shape;15432;p32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3" name="Google Shape;15433;p32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4" name="Google Shape;15434;p32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5" name="Google Shape;15435;p32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6" name="Google Shape;15436;p32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7" name="Google Shape;15437;p32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8" name="Google Shape;15438;p32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9" name="Google Shape;15439;p32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0" name="Google Shape;15440;p32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1" name="Google Shape;15441;p32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2" name="Google Shape;15442;p32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3" name="Google Shape;15443;p32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4" name="Google Shape;15444;p32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5" name="Google Shape;15445;p32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6" name="Google Shape;15446;p32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7" name="Google Shape;15447;p32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8" name="Google Shape;15448;p32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9" name="Google Shape;15449;p32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0" name="Google Shape;15450;p32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1" name="Google Shape;15451;p32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2" name="Google Shape;15452;p32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3" name="Google Shape;15453;p32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4" name="Google Shape;15454;p32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5" name="Google Shape;15455;p32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6" name="Google Shape;15456;p32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7" name="Google Shape;15457;p32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8" name="Google Shape;15458;p32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9" name="Google Shape;15459;p32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0" name="Google Shape;15460;p32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1" name="Google Shape;15461;p32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2" name="Google Shape;15462;p32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3" name="Google Shape;15463;p32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4" name="Google Shape;15464;p32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5" name="Google Shape;15465;p32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6" name="Google Shape;15466;p32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7" name="Google Shape;15467;p32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8" name="Google Shape;15468;p32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9" name="Google Shape;15469;p32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0" name="Google Shape;15470;p32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1" name="Google Shape;15471;p32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2" name="Google Shape;15472;p32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3" name="Google Shape;15473;p32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4" name="Google Shape;15474;p32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5" name="Google Shape;15475;p32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6" name="Google Shape;15476;p32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7" name="Google Shape;15477;p32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8" name="Google Shape;15478;p32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9" name="Google Shape;15479;p32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0" name="Google Shape;15480;p32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1" name="Google Shape;15481;p32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2" name="Google Shape;15482;p32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3" name="Google Shape;15483;p32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4" name="Google Shape;15484;p32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5" name="Google Shape;15485;p32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6" name="Google Shape;15486;p32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7" name="Google Shape;15487;p32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8" name="Google Shape;15488;p32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9" name="Google Shape;15489;p32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0" name="Google Shape;15490;p32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1" name="Google Shape;15491;p32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2" name="Google Shape;15492;p32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3" name="Google Shape;15493;p32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4" name="Google Shape;15494;p32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5" name="Google Shape;15495;p32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6" name="Google Shape;15496;p32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7" name="Google Shape;15497;p32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8" name="Google Shape;15498;p32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9" name="Google Shape;15499;p32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0" name="Google Shape;15500;p32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1" name="Google Shape;15501;p32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2" name="Google Shape;15502;p32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3" name="Google Shape;15503;p32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4" name="Google Shape;15504;p32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5" name="Google Shape;15505;p32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6" name="Google Shape;15506;p32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7" name="Google Shape;15507;p32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8" name="Google Shape;15508;p32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9" name="Google Shape;15509;p32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0" name="Google Shape;15510;p32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1" name="Google Shape;15511;p32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2" name="Google Shape;15512;p32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3" name="Google Shape;15513;p32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4" name="Google Shape;15514;p32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5" name="Google Shape;15515;p32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6" name="Google Shape;15516;p32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7" name="Google Shape;15517;p32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8" name="Google Shape;15518;p32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9" name="Google Shape;15519;p32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0" name="Google Shape;15520;p32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1" name="Google Shape;15521;p32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2" name="Google Shape;15522;p32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3" name="Google Shape;15523;p32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4" name="Google Shape;15524;p32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5" name="Google Shape;15525;p32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6" name="Google Shape;15526;p32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7" name="Google Shape;15527;p32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8" name="Google Shape;15528;p32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9" name="Google Shape;15529;p32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0" name="Google Shape;15530;p32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1" name="Google Shape;15531;p32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2" name="Google Shape;15532;p32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3" name="Google Shape;15533;p32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4" name="Google Shape;15534;p32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5" name="Google Shape;15535;p32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6" name="Google Shape;15536;p32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7" name="Google Shape;15537;p32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8" name="Google Shape;15538;p32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9" name="Google Shape;15539;p32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0" name="Google Shape;15540;p32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1" name="Google Shape;15541;p32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2" name="Google Shape;15542;p32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3" name="Google Shape;15543;p32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4" name="Google Shape;15544;p32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5" name="Google Shape;15545;p32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6" name="Google Shape;15546;p32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7" name="Google Shape;15547;p32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8" name="Google Shape;15548;p32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9" name="Google Shape;15549;p32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0" name="Google Shape;15550;p32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1" name="Google Shape;15551;p32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2" name="Google Shape;15552;p32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3" name="Google Shape;15553;p32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4" name="Google Shape;15554;p32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5" name="Google Shape;15555;p32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6" name="Google Shape;15556;p32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7" name="Google Shape;15557;p32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8" name="Google Shape;15558;p32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9" name="Google Shape;15559;p32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0" name="Google Shape;15560;p32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1" name="Google Shape;15561;p32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2" name="Google Shape;15562;p32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3" name="Google Shape;15563;p32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4" name="Google Shape;15564;p32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5" name="Google Shape;15565;p32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6" name="Google Shape;15566;p32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7" name="Google Shape;15567;p32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8" name="Google Shape;15568;p32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9" name="Google Shape;15569;p32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0" name="Google Shape;15570;p32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1" name="Google Shape;15571;p32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2" name="Google Shape;15572;p32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3" name="Google Shape;15573;p32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4" name="Google Shape;15574;p32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5" name="Google Shape;15575;p32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6" name="Google Shape;15576;p32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7" name="Google Shape;15577;p32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8" name="Google Shape;15578;p32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9" name="Google Shape;15579;p32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0" name="Google Shape;15580;p32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1" name="Google Shape;15581;p32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2" name="Google Shape;15582;p32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3" name="Google Shape;15583;p32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4" name="Google Shape;15584;p32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5" name="Google Shape;15585;p32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6" name="Google Shape;15586;p32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7" name="Google Shape;15587;p32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8" name="Google Shape;15588;p32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9" name="Google Shape;15589;p32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0" name="Google Shape;15590;p32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1" name="Google Shape;15591;p32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2" name="Google Shape;15592;p32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3" name="Google Shape;15593;p32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4" name="Google Shape;15594;p32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5" name="Google Shape;15595;p32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6" name="Google Shape;15596;p32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7" name="Google Shape;15597;p32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8" name="Google Shape;15598;p32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9" name="Google Shape;15599;p32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0" name="Google Shape;15600;p32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1" name="Google Shape;15601;p32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2" name="Google Shape;15602;p32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3" name="Google Shape;15603;p32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4" name="Google Shape;15604;p32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5" name="Google Shape;15605;p32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6" name="Google Shape;15606;p32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7" name="Google Shape;15607;p32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8" name="Google Shape;15608;p32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9" name="Google Shape;15609;p32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0" name="Google Shape;15610;p32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1" name="Google Shape;15611;p32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2" name="Google Shape;15612;p32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3" name="Google Shape;15613;p32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4" name="Google Shape;15614;p32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5" name="Google Shape;15615;p32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6" name="Google Shape;15616;p32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7" name="Google Shape;15617;p32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8" name="Google Shape;15618;p32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9" name="Google Shape;15619;p32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0" name="Google Shape;15620;p32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1" name="Google Shape;15621;p32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2" name="Google Shape;15622;p32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3" name="Google Shape;15623;p32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4" name="Google Shape;15624;p32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5" name="Google Shape;15625;p32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6" name="Google Shape;15626;p32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7" name="Google Shape;15627;p32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8" name="Google Shape;15628;p32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9" name="Google Shape;15629;p32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0" name="Google Shape;15630;p32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1" name="Google Shape;15631;p32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2" name="Google Shape;15632;p32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3" name="Google Shape;15633;p32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4" name="Google Shape;15634;p32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5" name="Google Shape;15635;p32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6" name="Google Shape;15636;p32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7" name="Google Shape;15637;p32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8" name="Google Shape;15638;p32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9" name="Google Shape;15639;p32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0" name="Google Shape;15640;p32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1" name="Google Shape;15641;p32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2" name="Google Shape;15642;p32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3" name="Google Shape;15643;p32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4" name="Google Shape;15644;p32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5" name="Google Shape;15645;p32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6" name="Google Shape;15646;p32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7" name="Google Shape;15647;p32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8" name="Google Shape;15648;p32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9" name="Google Shape;15649;p32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0" name="Google Shape;15650;p32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1" name="Google Shape;15651;p32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2" name="Google Shape;15652;p32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3" name="Google Shape;15653;p32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4" name="Google Shape;15654;p32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5" name="Google Shape;15655;p32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6" name="Google Shape;15656;p32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7" name="Google Shape;15657;p32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8" name="Google Shape;15658;p32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9" name="Google Shape;15659;p32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0" name="Google Shape;15660;p32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1" name="Google Shape;15661;p32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2" name="Google Shape;15662;p32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3" name="Google Shape;15663;p32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4" name="Google Shape;15664;p32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5" name="Google Shape;15665;p32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6" name="Google Shape;15666;p32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7" name="Google Shape;15667;p32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8" name="Google Shape;15668;p32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9" name="Google Shape;15669;p32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0" name="Google Shape;15670;p32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1" name="Google Shape;15671;p32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2" name="Google Shape;15672;p32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3" name="Google Shape;15673;p32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4" name="Google Shape;15674;p32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5" name="Google Shape;15675;p32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6" name="Google Shape;15676;p32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7" name="Google Shape;15677;p32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8" name="Google Shape;15678;p32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9" name="Google Shape;15679;p32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0" name="Google Shape;15680;p32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1" name="Google Shape;15681;p32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2" name="Google Shape;15682;p32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3" name="Google Shape;15683;p32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4" name="Google Shape;15684;p32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5" name="Google Shape;15685;p32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6" name="Google Shape;15686;p32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7" name="Google Shape;15687;p32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8" name="Google Shape;15688;p32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9" name="Google Shape;15689;p32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0" name="Google Shape;15690;p32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1" name="Google Shape;15691;p32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2" name="Google Shape;15692;p32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3" name="Google Shape;15693;p32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4" name="Google Shape;15694;p32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5" name="Google Shape;15695;p32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6" name="Google Shape;15696;p32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7" name="Google Shape;15697;p32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8" name="Google Shape;15698;p32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9" name="Google Shape;15699;p32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0" name="Google Shape;15700;p32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1" name="Google Shape;15701;p32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2" name="Google Shape;15702;p32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3" name="Google Shape;15703;p32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4" name="Google Shape;15704;p32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5" name="Google Shape;15705;p32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6" name="Google Shape;15706;p32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7" name="Google Shape;15707;p32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8" name="Google Shape;15708;p32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9" name="Google Shape;15709;p32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0" name="Google Shape;15710;p32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1" name="Google Shape;15711;p32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2" name="Google Shape;15712;p32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3" name="Google Shape;15713;p32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4" name="Google Shape;15714;p32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5" name="Google Shape;15715;p32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6" name="Google Shape;15716;p32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7" name="Google Shape;15717;p32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8" name="Google Shape;15718;p32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9" name="Google Shape;15719;p32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0" name="Google Shape;15720;p32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1" name="Google Shape;15721;p32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2" name="Google Shape;15722;p32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3" name="Google Shape;15723;p32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4" name="Google Shape;15724;p32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5" name="Google Shape;15725;p32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6" name="Google Shape;15726;p32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7" name="Google Shape;15727;p32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8" name="Google Shape;15728;p32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9" name="Google Shape;15729;p32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0" name="Google Shape;15730;p32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1" name="Google Shape;15731;p32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2" name="Google Shape;15732;p32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3" name="Google Shape;15733;p32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4" name="Google Shape;15734;p32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5" name="Google Shape;15735;p32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6" name="Google Shape;15736;p32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7" name="Google Shape;15737;p32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8" name="Google Shape;15738;p32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9" name="Google Shape;15739;p32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0" name="Google Shape;15740;p32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1" name="Google Shape;15741;p32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2" name="Google Shape;15742;p32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3" name="Google Shape;15743;p32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4" name="Google Shape;15744;p32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5" name="Google Shape;15745;p32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6" name="Google Shape;15746;p32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7" name="Google Shape;15747;p32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8" name="Google Shape;15748;p32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9" name="Google Shape;15749;p32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0" name="Google Shape;15750;p32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1" name="Google Shape;15751;p32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2" name="Google Shape;15752;p32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3" name="Google Shape;15753;p32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4" name="Google Shape;15754;p32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5" name="Google Shape;15755;p32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6" name="Google Shape;15756;p32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7" name="Google Shape;15757;p32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8" name="Google Shape;15758;p32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9" name="Google Shape;15759;p32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0" name="Google Shape;15760;p32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1" name="Google Shape;15761;p32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2" name="Google Shape;15762;p32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3" name="Google Shape;15763;p32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4" name="Google Shape;15764;p32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5" name="Google Shape;15765;p32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6" name="Google Shape;15766;p32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7" name="Google Shape;15767;p32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8" name="Google Shape;15768;p32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9" name="Google Shape;15769;p32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0" name="Google Shape;15770;p32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1" name="Google Shape;15771;p32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2" name="Google Shape;15772;p32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3" name="Google Shape;15773;p32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4" name="Google Shape;15774;p32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5" name="Google Shape;15775;p32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6" name="Google Shape;15776;p32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7" name="Google Shape;15777;p32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8" name="Google Shape;15778;p32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9" name="Google Shape;15779;p32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0" name="Google Shape;15780;p32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1" name="Google Shape;15781;p32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2" name="Google Shape;15782;p32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3" name="Google Shape;15783;p32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4" name="Google Shape;15784;p32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5" name="Google Shape;15785;p32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6" name="Google Shape;15786;p32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7" name="Google Shape;15787;p32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8" name="Google Shape;15788;p32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9" name="Google Shape;15789;p32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0" name="Google Shape;15790;p32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1" name="Google Shape;15791;p32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2" name="Google Shape;15792;p32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3" name="Google Shape;15793;p32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4" name="Google Shape;15794;p32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5" name="Google Shape;15795;p32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6" name="Google Shape;15796;p32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7" name="Google Shape;15797;p32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8" name="Google Shape;15798;p32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9" name="Google Shape;15799;p32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0" name="Google Shape;15800;p32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1" name="Google Shape;15801;p32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2" name="Google Shape;15802;p32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3" name="Google Shape;15803;p32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4" name="Google Shape;15804;p32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5" name="Google Shape;15805;p32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6" name="Google Shape;15806;p32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7" name="Google Shape;15807;p32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8" name="Google Shape;15808;p32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9" name="Google Shape;15809;p32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0" name="Google Shape;15810;p32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1" name="Google Shape;15811;p32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2" name="Google Shape;15812;p32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3" name="Google Shape;15813;p32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4" name="Google Shape;15814;p32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5" name="Google Shape;15815;p32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6" name="Google Shape;15816;p32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7" name="Google Shape;15817;p32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8" name="Google Shape;15818;p32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9" name="Google Shape;15819;p32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0" name="Google Shape;15820;p32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1" name="Google Shape;15821;p32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2" name="Google Shape;15822;p32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3" name="Google Shape;15823;p32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4" name="Google Shape;15824;p32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5" name="Google Shape;15825;p32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6" name="Google Shape;15826;p32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7" name="Google Shape;15827;p32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8" name="Google Shape;15828;p32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9" name="Google Shape;15829;p32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0" name="Google Shape;15830;p32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1" name="Google Shape;15831;p32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2" name="Google Shape;15832;p32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3" name="Google Shape;15833;p32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4" name="Google Shape;15834;p32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5" name="Google Shape;15835;p32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6" name="Google Shape;15836;p32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7" name="Google Shape;15837;p32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8" name="Google Shape;15838;p32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9" name="Google Shape;15839;p32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0" name="Google Shape;15840;p32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1" name="Google Shape;15841;p32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2" name="Google Shape;15842;p32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3" name="Google Shape;15843;p32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4" name="Google Shape;15844;p32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5" name="Google Shape;15845;p32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6" name="Google Shape;15846;p32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7" name="Google Shape;15847;p32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8" name="Google Shape;15848;p32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9" name="Google Shape;15849;p32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0" name="Google Shape;15850;p32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1" name="Google Shape;15851;p32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2" name="Google Shape;15852;p32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3" name="Google Shape;15853;p32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4" name="Google Shape;15854;p32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5" name="Google Shape;15855;p32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6" name="Google Shape;15856;p32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7" name="Google Shape;15857;p32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8" name="Google Shape;15858;p32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9" name="Google Shape;15859;p32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0" name="Google Shape;15860;p32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1" name="Google Shape;15861;p32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2" name="Google Shape;15862;p32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3" name="Google Shape;15863;p32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4" name="Google Shape;15864;p32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5" name="Google Shape;15865;p32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6" name="Google Shape;15866;p32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7" name="Google Shape;15867;p32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8" name="Google Shape;15868;p32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9" name="Google Shape;15869;p32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0" name="Google Shape;15870;p32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1" name="Google Shape;15871;p32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2" name="Google Shape;15872;p32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3" name="Google Shape;15873;p32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4" name="Google Shape;15874;p32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5" name="Google Shape;15875;p32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6" name="Google Shape;15876;p32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7" name="Google Shape;15877;p32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8" name="Google Shape;15878;p32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9" name="Google Shape;15879;p32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0" name="Google Shape;15880;p32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1" name="Google Shape;15881;p32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2" name="Google Shape;15882;p32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3" name="Google Shape;15883;p32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4" name="Google Shape;15884;p32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5" name="Google Shape;15885;p32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6" name="Google Shape;15886;p32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7" name="Google Shape;15887;p32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8" name="Google Shape;15888;p32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9" name="Google Shape;15889;p32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0" name="Google Shape;15890;p32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1" name="Google Shape;15891;p32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2" name="Google Shape;15892;p32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3" name="Google Shape;15893;p32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4" name="Google Shape;15894;p32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5" name="Google Shape;15895;p32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6" name="Google Shape;15896;p32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7" name="Google Shape;15897;p32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8" name="Google Shape;15898;p32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9" name="Google Shape;15899;p32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0" name="Google Shape;15900;p32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1" name="Google Shape;15901;p32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2" name="Google Shape;15902;p32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3" name="Google Shape;15903;p32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4" name="Google Shape;15904;p32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5" name="Google Shape;15905;p32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6" name="Google Shape;15906;p32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7" name="Google Shape;15907;p32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8" name="Google Shape;15908;p32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9" name="Google Shape;15909;p32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0" name="Google Shape;15910;p32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1" name="Google Shape;15911;p32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2" name="Google Shape;15912;p32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3" name="Google Shape;15913;p32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4" name="Google Shape;15914;p32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5" name="Google Shape;15915;p32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6" name="Google Shape;15916;p32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7" name="Google Shape;15917;p32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8" name="Google Shape;15918;p32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9" name="Google Shape;15919;p32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0" name="Google Shape;15920;p32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1" name="Google Shape;15921;p32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2" name="Google Shape;15922;p32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3" name="Google Shape;15923;p32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4" name="Google Shape;15924;p32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5" name="Google Shape;15925;p32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6" name="Google Shape;15926;p32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7" name="Google Shape;15927;p32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8" name="Google Shape;15928;p32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9" name="Google Shape;15929;p32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0" name="Google Shape;15930;p32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1" name="Google Shape;15931;p32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2" name="Google Shape;15932;p32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3" name="Google Shape;15933;p32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4" name="Google Shape;15934;p32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5" name="Google Shape;15935;p32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6" name="Google Shape;15936;p32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7" name="Google Shape;15937;p32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8" name="Google Shape;15938;p32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9" name="Google Shape;15939;p32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0" name="Google Shape;15940;p32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1" name="Google Shape;15941;p32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2" name="Google Shape;15942;p32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3" name="Google Shape;15943;p32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4" name="Google Shape;15944;p32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5" name="Google Shape;15945;p32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6" name="Google Shape;15946;p32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7" name="Google Shape;15947;p32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8" name="Google Shape;15948;p32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9" name="Google Shape;15949;p32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0" name="Google Shape;15950;p32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1" name="Google Shape;15951;p32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2" name="Google Shape;15952;p32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3" name="Google Shape;15953;p32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4" name="Google Shape;15954;p32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5" name="Google Shape;15955;p32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6" name="Google Shape;15956;p32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7" name="Google Shape;15957;p32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8" name="Google Shape;15958;p32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9" name="Google Shape;15959;p32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0" name="Google Shape;15960;p32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1" name="Google Shape;15961;p32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2" name="Google Shape;15962;p32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3" name="Google Shape;15963;p32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4" name="Google Shape;15964;p32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5" name="Google Shape;15965;p32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6" name="Google Shape;15966;p32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7" name="Google Shape;15967;p32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8" name="Google Shape;15968;p32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9" name="Google Shape;15969;p32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0" name="Google Shape;15970;p32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1" name="Google Shape;15971;p32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2" name="Google Shape;15972;p32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3" name="Google Shape;15973;p32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4" name="Google Shape;15974;p32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5" name="Google Shape;15975;p32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6" name="Google Shape;15976;p32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7" name="Google Shape;15977;p32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8" name="Google Shape;15978;p32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9" name="Google Shape;15979;p32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0" name="Google Shape;15980;p32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1" name="Google Shape;15981;p32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2" name="Google Shape;15982;p32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3" name="Google Shape;15983;p32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4" name="Google Shape;15984;p32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5" name="Google Shape;15985;p32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6" name="Google Shape;15986;p32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7" name="Google Shape;15987;p32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8" name="Google Shape;15988;p32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9" name="Google Shape;15989;p32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0" name="Google Shape;15990;p32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1" name="Google Shape;15991;p32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2" name="Google Shape;15992;p32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3" name="Google Shape;15993;p32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4" name="Google Shape;15994;p32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5" name="Google Shape;15995;p32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6" name="Google Shape;15996;p32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7" name="Google Shape;15997;p32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8" name="Google Shape;15998;p32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9" name="Google Shape;15999;p32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0" name="Google Shape;16000;p32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1" name="Google Shape;16001;p32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2" name="Google Shape;16002;p32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3" name="Google Shape;16003;p32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4" name="Google Shape;16004;p32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5" name="Google Shape;16005;p32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6" name="Google Shape;16006;p32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7" name="Google Shape;16007;p32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8" name="Google Shape;16008;p32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9" name="Google Shape;16009;p32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0" name="Google Shape;16010;p32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1" name="Google Shape;16011;p32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2" name="Google Shape;16012;p32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3" name="Google Shape;16013;p32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4" name="Google Shape;16014;p32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5" name="Google Shape;16015;p32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6" name="Google Shape;16016;p32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7" name="Google Shape;16017;p32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8" name="Google Shape;16018;p32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9" name="Google Shape;16019;p32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0" name="Google Shape;16020;p32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1" name="Google Shape;16021;p32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2" name="Google Shape;16022;p32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3" name="Google Shape;16023;p32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4" name="Google Shape;16024;p32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5" name="Google Shape;16025;p32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6" name="Google Shape;16026;p32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7" name="Google Shape;16027;p32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8" name="Google Shape;16028;p32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9" name="Google Shape;16029;p32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0" name="Google Shape;16030;p32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1" name="Google Shape;16031;p32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2" name="Google Shape;16032;p32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3" name="Google Shape;16033;p32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4" name="Google Shape;16034;p32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5" name="Google Shape;16035;p32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6" name="Google Shape;16036;p32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7" name="Google Shape;16037;p32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8" name="Google Shape;16038;p32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9" name="Google Shape;16039;p32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0" name="Google Shape;16040;p32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1" name="Google Shape;16041;p32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2" name="Google Shape;16042;p32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3" name="Google Shape;16043;p32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4" name="Google Shape;16044;p32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5" name="Google Shape;16045;p32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6" name="Google Shape;16046;p32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7" name="Google Shape;16047;p32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8" name="Google Shape;16048;p32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9" name="Google Shape;16049;p32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0" name="Google Shape;16050;p32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1" name="Google Shape;16051;p32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2" name="Google Shape;16052;p32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3" name="Google Shape;16053;p32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4" name="Google Shape;16054;p32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5" name="Google Shape;16055;p32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6" name="Google Shape;16056;p32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7" name="Google Shape;16057;p32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8" name="Google Shape;16058;p32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9" name="Google Shape;16059;p32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0" name="Google Shape;16060;p32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1" name="Google Shape;16061;p32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2" name="Google Shape;16062;p32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3" name="Google Shape;16063;p32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4" name="Google Shape;16064;p32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5" name="Google Shape;16065;p32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6" name="Google Shape;16066;p32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7" name="Google Shape;16067;p32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8" name="Google Shape;16068;p32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9" name="Google Shape;16069;p32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0" name="Google Shape;16070;p32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1" name="Google Shape;16071;p32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2" name="Google Shape;16072;p32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3" name="Google Shape;16073;p32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4" name="Google Shape;16074;p32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5" name="Google Shape;16075;p32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6" name="Google Shape;16076;p32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7" name="Google Shape;16077;p32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8" name="Google Shape;16078;p32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9" name="Google Shape;16079;p32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0" name="Google Shape;16080;p32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1" name="Google Shape;16081;p32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2" name="Google Shape;16082;p32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3" name="Google Shape;16083;p32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4" name="Google Shape;16084;p32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5" name="Google Shape;16085;p32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6" name="Google Shape;16086;p32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7" name="Google Shape;16087;p32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8" name="Google Shape;16088;p32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9" name="Google Shape;16089;p32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0" name="Google Shape;16090;p32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1" name="Google Shape;16091;p32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2" name="Google Shape;16092;p32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3" name="Google Shape;16093;p32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4" name="Google Shape;16094;p32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5" name="Google Shape;16095;p32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6" name="Google Shape;16096;p32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7" name="Google Shape;16097;p32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8" name="Google Shape;16098;p32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9" name="Google Shape;16099;p32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0" name="Google Shape;16100;p32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1" name="Google Shape;16101;p32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2" name="Google Shape;16102;p32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3" name="Google Shape;16103;p32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4" name="Google Shape;16104;p32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5" name="Google Shape;16105;p32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6" name="Google Shape;16106;p32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7" name="Google Shape;16107;p32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8" name="Google Shape;16108;p32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9" name="Google Shape;16109;p32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0" name="Google Shape;16110;p32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1" name="Google Shape;16111;p32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2" name="Google Shape;16112;p32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3" name="Google Shape;16113;p32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4" name="Google Shape;16114;p32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5" name="Google Shape;16115;p32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6" name="Google Shape;16116;p32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7" name="Google Shape;16117;p32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8" name="Google Shape;16118;p32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9" name="Google Shape;16119;p32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0" name="Google Shape;16120;p32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9_1">
    <p:spTree>
      <p:nvGrpSpPr>
        <p:cNvPr id="16121" name="Shape 16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22" name="Google Shape;16122;p33"/>
          <p:cNvSpPr/>
          <p:nvPr/>
        </p:nvSpPr>
        <p:spPr>
          <a:xfrm>
            <a:off x="-214975" y="3963813"/>
            <a:ext cx="928204" cy="975843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23" name="Google Shape;16123;p33"/>
          <p:cNvSpPr/>
          <p:nvPr/>
        </p:nvSpPr>
        <p:spPr>
          <a:xfrm>
            <a:off x="8872872" y="246175"/>
            <a:ext cx="550800" cy="22470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24" name="Google Shape;16124;p33"/>
          <p:cNvSpPr/>
          <p:nvPr/>
        </p:nvSpPr>
        <p:spPr>
          <a:xfrm>
            <a:off x="8519900" y="1931816"/>
            <a:ext cx="1609800" cy="16098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29" Type="http://schemas.openxmlformats.org/officeDocument/2006/relationships/slideLayout" Target="../slideLayouts/slideLayout29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31" Type="http://schemas.openxmlformats.org/officeDocument/2006/relationships/slideLayout" Target="../slideLayouts/slideLayout31.xml"/><Relationship Id="rId30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11.xml"/><Relationship Id="rId33" Type="http://schemas.openxmlformats.org/officeDocument/2006/relationships/theme" Target="../theme/theme2.xml"/><Relationship Id="rId10" Type="http://schemas.openxmlformats.org/officeDocument/2006/relationships/slideLayout" Target="../slideLayouts/slideLayout10.xml"/><Relationship Id="rId32" Type="http://schemas.openxmlformats.org/officeDocument/2006/relationships/slideLayout" Target="../slideLayouts/slideLayout32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dk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●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indent="-317500" lvl="1" marL="914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○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2pPr>
            <a:lvl3pPr indent="-317500" lvl="2" marL="1371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■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3pPr>
            <a:lvl4pPr indent="-317500" lvl="3" marL="1828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●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4pPr>
            <a:lvl5pPr indent="-317500" lvl="4" marL="22860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○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5pPr>
            <a:lvl6pPr indent="-317500" lvl="5" marL="2743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■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6pPr>
            <a:lvl7pPr indent="-317500" lvl="6" marL="3200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●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7pPr>
            <a:lvl8pPr indent="-317500" lvl="7" marL="3657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○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8pPr>
            <a:lvl9pPr indent="-317500" lvl="8" marL="41148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Font typeface="Poppins"/>
              <a:buChar char="■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  <p:sldLayoutId id="2147483677" r:id="rId30"/>
    <p:sldLayoutId id="2147483678" r:id="rId31"/>
    <p:sldLayoutId id="2147483679" r:id="rId32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1.png"/><Relationship Id="rId4" Type="http://schemas.openxmlformats.org/officeDocument/2006/relationships/image" Target="../media/image4.jp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2.jp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5.jp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3.pn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5.xml"/><Relationship Id="rId3" Type="http://schemas.openxmlformats.org/officeDocument/2006/relationships/hyperlink" Target="mailto:njiang1@swarthmore.edu" TargetMode="External"/><Relationship Id="rId4" Type="http://schemas.openxmlformats.org/officeDocument/2006/relationships/hyperlink" Target="mailto:avasque1@swarthmore.edu" TargetMode="External"/><Relationship Id="rId5" Type="http://schemas.openxmlformats.org/officeDocument/2006/relationships/hyperlink" Target="mailto:ceverba1@swarthmore.edu" TargetMode="Externa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128" name="Shape 16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29" name="Google Shape;16129;p34"/>
          <p:cNvSpPr txBox="1"/>
          <p:nvPr>
            <p:ph type="ctrTitle"/>
          </p:nvPr>
        </p:nvSpPr>
        <p:spPr>
          <a:xfrm>
            <a:off x="713225" y="564343"/>
            <a:ext cx="7717500" cy="314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Hydrogen Fuel Cell Vehicle</a:t>
            </a:r>
            <a:endParaRPr/>
          </a:p>
        </p:txBody>
      </p:sp>
      <p:sp>
        <p:nvSpPr>
          <p:cNvPr id="16130" name="Google Shape;16130;p34"/>
          <p:cNvSpPr txBox="1"/>
          <p:nvPr>
            <p:ph idx="1" type="subTitle"/>
          </p:nvPr>
        </p:nvSpPr>
        <p:spPr>
          <a:xfrm>
            <a:off x="713250" y="3552373"/>
            <a:ext cx="7717500" cy="540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Nora Jiang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Professor Carr Everbach</a:t>
            </a:r>
            <a:endParaRPr/>
          </a:p>
        </p:txBody>
      </p:sp>
      <p:grpSp>
        <p:nvGrpSpPr>
          <p:cNvPr id="16131" name="Google Shape;16131;p34"/>
          <p:cNvGrpSpPr/>
          <p:nvPr/>
        </p:nvGrpSpPr>
        <p:grpSpPr>
          <a:xfrm>
            <a:off x="7516178" y="-132260"/>
            <a:ext cx="1888161" cy="1888672"/>
            <a:chOff x="7033950" y="-293650"/>
            <a:chExt cx="2687391" cy="2688118"/>
          </a:xfrm>
        </p:grpSpPr>
        <p:sp>
          <p:nvSpPr>
            <p:cNvPr id="16132" name="Google Shape;16132;p34"/>
            <p:cNvSpPr/>
            <p:nvPr/>
          </p:nvSpPr>
          <p:spPr>
            <a:xfrm>
              <a:off x="7310925" y="-16052"/>
              <a:ext cx="2133338" cy="2132715"/>
            </a:xfrm>
            <a:custGeom>
              <a:rect b="b" l="l" r="r" t="t"/>
              <a:pathLst>
                <a:path extrusionOk="0" h="20536" w="20542">
                  <a:moveTo>
                    <a:pt x="11140" y="7388"/>
                  </a:moveTo>
                  <a:cubicBezTo>
                    <a:pt x="11110" y="7388"/>
                    <a:pt x="11083" y="7403"/>
                    <a:pt x="11066" y="7431"/>
                  </a:cubicBezTo>
                  <a:cubicBezTo>
                    <a:pt x="11066" y="7439"/>
                    <a:pt x="11060" y="7453"/>
                    <a:pt x="11060" y="7459"/>
                  </a:cubicBezTo>
                  <a:cubicBezTo>
                    <a:pt x="11060" y="7487"/>
                    <a:pt x="11073" y="7514"/>
                    <a:pt x="11101" y="7529"/>
                  </a:cubicBezTo>
                  <a:cubicBezTo>
                    <a:pt x="11108" y="7529"/>
                    <a:pt x="11114" y="7536"/>
                    <a:pt x="11121" y="7536"/>
                  </a:cubicBezTo>
                  <a:lnTo>
                    <a:pt x="11136" y="7536"/>
                  </a:lnTo>
                  <a:cubicBezTo>
                    <a:pt x="11169" y="7536"/>
                    <a:pt x="11204" y="7507"/>
                    <a:pt x="11204" y="7473"/>
                  </a:cubicBezTo>
                  <a:lnTo>
                    <a:pt x="11204" y="7459"/>
                  </a:lnTo>
                  <a:cubicBezTo>
                    <a:pt x="11204" y="7431"/>
                    <a:pt x="11184" y="7405"/>
                    <a:pt x="11156" y="7390"/>
                  </a:cubicBezTo>
                  <a:cubicBezTo>
                    <a:pt x="11150" y="7389"/>
                    <a:pt x="11145" y="7388"/>
                    <a:pt x="11140" y="7388"/>
                  </a:cubicBezTo>
                  <a:close/>
                  <a:moveTo>
                    <a:pt x="11312" y="7448"/>
                  </a:moveTo>
                  <a:cubicBezTo>
                    <a:pt x="11282" y="7448"/>
                    <a:pt x="11249" y="7467"/>
                    <a:pt x="11239" y="7494"/>
                  </a:cubicBezTo>
                  <a:lnTo>
                    <a:pt x="11239" y="7522"/>
                  </a:lnTo>
                  <a:cubicBezTo>
                    <a:pt x="11239" y="7549"/>
                    <a:pt x="11252" y="7577"/>
                    <a:pt x="11287" y="7590"/>
                  </a:cubicBezTo>
                  <a:lnTo>
                    <a:pt x="11293" y="7597"/>
                  </a:lnTo>
                  <a:lnTo>
                    <a:pt x="11322" y="7597"/>
                  </a:lnTo>
                  <a:cubicBezTo>
                    <a:pt x="11350" y="7597"/>
                    <a:pt x="11376" y="7584"/>
                    <a:pt x="11391" y="7555"/>
                  </a:cubicBezTo>
                  <a:cubicBezTo>
                    <a:pt x="11398" y="7542"/>
                    <a:pt x="11398" y="7536"/>
                    <a:pt x="11398" y="7529"/>
                  </a:cubicBezTo>
                  <a:cubicBezTo>
                    <a:pt x="11398" y="7501"/>
                    <a:pt x="11376" y="7473"/>
                    <a:pt x="11350" y="7459"/>
                  </a:cubicBezTo>
                  <a:lnTo>
                    <a:pt x="11335" y="7453"/>
                  </a:lnTo>
                  <a:cubicBezTo>
                    <a:pt x="11328" y="7450"/>
                    <a:pt x="11320" y="7448"/>
                    <a:pt x="11312" y="7448"/>
                  </a:cubicBezTo>
                  <a:close/>
                  <a:moveTo>
                    <a:pt x="10262" y="3883"/>
                  </a:moveTo>
                  <a:cubicBezTo>
                    <a:pt x="10884" y="3883"/>
                    <a:pt x="11510" y="3975"/>
                    <a:pt x="12103" y="4155"/>
                  </a:cubicBezTo>
                  <a:lnTo>
                    <a:pt x="10900" y="7328"/>
                  </a:lnTo>
                  <a:cubicBezTo>
                    <a:pt x="10695" y="7282"/>
                    <a:pt x="10487" y="7259"/>
                    <a:pt x="10280" y="7259"/>
                  </a:cubicBezTo>
                  <a:cubicBezTo>
                    <a:pt x="10117" y="7259"/>
                    <a:pt x="9955" y="7273"/>
                    <a:pt x="9794" y="7300"/>
                  </a:cubicBezTo>
                  <a:cubicBezTo>
                    <a:pt x="9421" y="7356"/>
                    <a:pt x="9069" y="7487"/>
                    <a:pt x="8751" y="7673"/>
                  </a:cubicBezTo>
                  <a:lnTo>
                    <a:pt x="6607" y="5041"/>
                  </a:lnTo>
                  <a:cubicBezTo>
                    <a:pt x="7347" y="4522"/>
                    <a:pt x="8211" y="4155"/>
                    <a:pt x="9096" y="3989"/>
                  </a:cubicBezTo>
                  <a:lnTo>
                    <a:pt x="9124" y="3982"/>
                  </a:lnTo>
                  <a:cubicBezTo>
                    <a:pt x="9159" y="3982"/>
                    <a:pt x="9187" y="3976"/>
                    <a:pt x="9213" y="3969"/>
                  </a:cubicBezTo>
                  <a:lnTo>
                    <a:pt x="9283" y="3963"/>
                  </a:lnTo>
                  <a:cubicBezTo>
                    <a:pt x="9318" y="3956"/>
                    <a:pt x="9344" y="3948"/>
                    <a:pt x="9379" y="3941"/>
                  </a:cubicBezTo>
                  <a:lnTo>
                    <a:pt x="9414" y="3941"/>
                  </a:lnTo>
                  <a:cubicBezTo>
                    <a:pt x="9694" y="3902"/>
                    <a:pt x="9978" y="3883"/>
                    <a:pt x="10262" y="3883"/>
                  </a:cubicBezTo>
                  <a:close/>
                  <a:moveTo>
                    <a:pt x="10252" y="3741"/>
                  </a:moveTo>
                  <a:cubicBezTo>
                    <a:pt x="9964" y="3741"/>
                    <a:pt x="9677" y="3759"/>
                    <a:pt x="9394" y="3797"/>
                  </a:cubicBezTo>
                  <a:lnTo>
                    <a:pt x="9359" y="3803"/>
                  </a:lnTo>
                  <a:cubicBezTo>
                    <a:pt x="9325" y="3803"/>
                    <a:pt x="9290" y="3810"/>
                    <a:pt x="9261" y="3817"/>
                  </a:cubicBezTo>
                  <a:lnTo>
                    <a:pt x="9193" y="3823"/>
                  </a:lnTo>
                  <a:cubicBezTo>
                    <a:pt x="9159" y="3832"/>
                    <a:pt x="9130" y="3838"/>
                    <a:pt x="9104" y="3845"/>
                  </a:cubicBezTo>
                  <a:lnTo>
                    <a:pt x="9069" y="3851"/>
                  </a:lnTo>
                  <a:cubicBezTo>
                    <a:pt x="8135" y="4024"/>
                    <a:pt x="7230" y="4412"/>
                    <a:pt x="6457" y="4964"/>
                  </a:cubicBezTo>
                  <a:cubicBezTo>
                    <a:pt x="6442" y="4978"/>
                    <a:pt x="6428" y="4999"/>
                    <a:pt x="6428" y="5019"/>
                  </a:cubicBezTo>
                  <a:cubicBezTo>
                    <a:pt x="6428" y="5034"/>
                    <a:pt x="6428" y="5054"/>
                    <a:pt x="6442" y="5076"/>
                  </a:cubicBezTo>
                  <a:lnTo>
                    <a:pt x="8674" y="7813"/>
                  </a:lnTo>
                  <a:cubicBezTo>
                    <a:pt x="8689" y="7832"/>
                    <a:pt x="8709" y="7839"/>
                    <a:pt x="8737" y="7839"/>
                  </a:cubicBezTo>
                  <a:cubicBezTo>
                    <a:pt x="8744" y="7839"/>
                    <a:pt x="8757" y="7839"/>
                    <a:pt x="8772" y="7832"/>
                  </a:cubicBezTo>
                  <a:cubicBezTo>
                    <a:pt x="9089" y="7632"/>
                    <a:pt x="9442" y="7501"/>
                    <a:pt x="9816" y="7439"/>
                  </a:cubicBezTo>
                  <a:cubicBezTo>
                    <a:pt x="9964" y="7417"/>
                    <a:pt x="10113" y="7406"/>
                    <a:pt x="10262" y="7406"/>
                  </a:cubicBezTo>
                  <a:cubicBezTo>
                    <a:pt x="10486" y="7406"/>
                    <a:pt x="10708" y="7431"/>
                    <a:pt x="10929" y="7481"/>
                  </a:cubicBezTo>
                  <a:cubicBezTo>
                    <a:pt x="10934" y="7482"/>
                    <a:pt x="10939" y="7482"/>
                    <a:pt x="10944" y="7482"/>
                  </a:cubicBezTo>
                  <a:cubicBezTo>
                    <a:pt x="10972" y="7482"/>
                    <a:pt x="10999" y="7467"/>
                    <a:pt x="11011" y="7439"/>
                  </a:cubicBezTo>
                  <a:lnTo>
                    <a:pt x="12269" y="4128"/>
                  </a:lnTo>
                  <a:cubicBezTo>
                    <a:pt x="12275" y="4114"/>
                    <a:pt x="12275" y="4094"/>
                    <a:pt x="12269" y="4072"/>
                  </a:cubicBezTo>
                  <a:cubicBezTo>
                    <a:pt x="12262" y="4059"/>
                    <a:pt x="12241" y="4046"/>
                    <a:pt x="12221" y="4039"/>
                  </a:cubicBezTo>
                  <a:cubicBezTo>
                    <a:pt x="11588" y="3841"/>
                    <a:pt x="10918" y="3741"/>
                    <a:pt x="10252" y="3741"/>
                  </a:cubicBezTo>
                  <a:close/>
                  <a:moveTo>
                    <a:pt x="8574" y="7802"/>
                  </a:moveTo>
                  <a:cubicBezTo>
                    <a:pt x="8561" y="7802"/>
                    <a:pt x="8548" y="7805"/>
                    <a:pt x="8537" y="7813"/>
                  </a:cubicBezTo>
                  <a:cubicBezTo>
                    <a:pt x="8515" y="7826"/>
                    <a:pt x="8495" y="7846"/>
                    <a:pt x="8495" y="7874"/>
                  </a:cubicBezTo>
                  <a:cubicBezTo>
                    <a:pt x="8495" y="7915"/>
                    <a:pt x="8530" y="7950"/>
                    <a:pt x="8571" y="7950"/>
                  </a:cubicBezTo>
                  <a:cubicBezTo>
                    <a:pt x="8585" y="7950"/>
                    <a:pt x="8606" y="7944"/>
                    <a:pt x="8613" y="7929"/>
                  </a:cubicBezTo>
                  <a:cubicBezTo>
                    <a:pt x="8633" y="7915"/>
                    <a:pt x="8639" y="7896"/>
                    <a:pt x="8639" y="7874"/>
                  </a:cubicBezTo>
                  <a:cubicBezTo>
                    <a:pt x="8639" y="7867"/>
                    <a:pt x="8639" y="7854"/>
                    <a:pt x="8633" y="7839"/>
                  </a:cubicBezTo>
                  <a:cubicBezTo>
                    <a:pt x="8624" y="7816"/>
                    <a:pt x="8599" y="7802"/>
                    <a:pt x="8574" y="7802"/>
                  </a:cubicBezTo>
                  <a:close/>
                  <a:moveTo>
                    <a:pt x="8422" y="7915"/>
                  </a:moveTo>
                  <a:cubicBezTo>
                    <a:pt x="8405" y="7915"/>
                    <a:pt x="8390" y="7920"/>
                    <a:pt x="8377" y="7929"/>
                  </a:cubicBezTo>
                  <a:lnTo>
                    <a:pt x="8364" y="7944"/>
                  </a:lnTo>
                  <a:cubicBezTo>
                    <a:pt x="8349" y="7957"/>
                    <a:pt x="8336" y="7978"/>
                    <a:pt x="8336" y="7998"/>
                  </a:cubicBezTo>
                  <a:cubicBezTo>
                    <a:pt x="8336" y="8012"/>
                    <a:pt x="8343" y="8033"/>
                    <a:pt x="8357" y="8046"/>
                  </a:cubicBezTo>
                  <a:cubicBezTo>
                    <a:pt x="8371" y="8061"/>
                    <a:pt x="8391" y="8068"/>
                    <a:pt x="8412" y="8068"/>
                  </a:cubicBezTo>
                  <a:cubicBezTo>
                    <a:pt x="8425" y="8068"/>
                    <a:pt x="8447" y="8068"/>
                    <a:pt x="8460" y="8053"/>
                  </a:cubicBezTo>
                  <a:lnTo>
                    <a:pt x="8467" y="8046"/>
                  </a:lnTo>
                  <a:cubicBezTo>
                    <a:pt x="8502" y="8020"/>
                    <a:pt x="8502" y="7970"/>
                    <a:pt x="8482" y="7944"/>
                  </a:cubicBezTo>
                  <a:cubicBezTo>
                    <a:pt x="8466" y="7924"/>
                    <a:pt x="8443" y="7915"/>
                    <a:pt x="8422" y="7915"/>
                  </a:cubicBezTo>
                  <a:close/>
                  <a:moveTo>
                    <a:pt x="12967" y="4480"/>
                  </a:moveTo>
                  <a:cubicBezTo>
                    <a:pt x="13790" y="4860"/>
                    <a:pt x="14528" y="5427"/>
                    <a:pt x="15124" y="6112"/>
                  </a:cubicBezTo>
                  <a:lnTo>
                    <a:pt x="15143" y="6139"/>
                  </a:lnTo>
                  <a:cubicBezTo>
                    <a:pt x="15158" y="6160"/>
                    <a:pt x="15178" y="6180"/>
                    <a:pt x="15200" y="6202"/>
                  </a:cubicBezTo>
                  <a:lnTo>
                    <a:pt x="15241" y="6257"/>
                  </a:lnTo>
                  <a:cubicBezTo>
                    <a:pt x="15261" y="6285"/>
                    <a:pt x="15283" y="6311"/>
                    <a:pt x="15303" y="6333"/>
                  </a:cubicBezTo>
                  <a:lnTo>
                    <a:pt x="15324" y="6361"/>
                  </a:lnTo>
                  <a:cubicBezTo>
                    <a:pt x="15877" y="7073"/>
                    <a:pt x="16278" y="7915"/>
                    <a:pt x="16485" y="8800"/>
                  </a:cubicBezTo>
                  <a:lnTo>
                    <a:pt x="13133" y="9339"/>
                  </a:lnTo>
                  <a:cubicBezTo>
                    <a:pt x="12904" y="8620"/>
                    <a:pt x="12421" y="8027"/>
                    <a:pt x="11758" y="7653"/>
                  </a:cubicBezTo>
                  <a:lnTo>
                    <a:pt x="12967" y="4480"/>
                  </a:lnTo>
                  <a:close/>
                  <a:moveTo>
                    <a:pt x="12929" y="4309"/>
                  </a:moveTo>
                  <a:cubicBezTo>
                    <a:pt x="12919" y="4309"/>
                    <a:pt x="12908" y="4311"/>
                    <a:pt x="12897" y="4314"/>
                  </a:cubicBezTo>
                  <a:cubicBezTo>
                    <a:pt x="12878" y="4321"/>
                    <a:pt x="12863" y="4336"/>
                    <a:pt x="12856" y="4356"/>
                  </a:cubicBezTo>
                  <a:lnTo>
                    <a:pt x="11599" y="7660"/>
                  </a:lnTo>
                  <a:cubicBezTo>
                    <a:pt x="11592" y="7695"/>
                    <a:pt x="11605" y="7736"/>
                    <a:pt x="11634" y="7750"/>
                  </a:cubicBezTo>
                  <a:cubicBezTo>
                    <a:pt x="12304" y="8116"/>
                    <a:pt x="12795" y="8717"/>
                    <a:pt x="13015" y="9443"/>
                  </a:cubicBezTo>
                  <a:cubicBezTo>
                    <a:pt x="13022" y="9478"/>
                    <a:pt x="13050" y="9498"/>
                    <a:pt x="13085" y="9498"/>
                  </a:cubicBezTo>
                  <a:cubicBezTo>
                    <a:pt x="13085" y="9498"/>
                    <a:pt x="13092" y="9498"/>
                    <a:pt x="13098" y="9491"/>
                  </a:cubicBezTo>
                  <a:lnTo>
                    <a:pt x="16588" y="8932"/>
                  </a:lnTo>
                  <a:cubicBezTo>
                    <a:pt x="16610" y="8924"/>
                    <a:pt x="16623" y="8917"/>
                    <a:pt x="16636" y="8897"/>
                  </a:cubicBezTo>
                  <a:cubicBezTo>
                    <a:pt x="16643" y="8882"/>
                    <a:pt x="16651" y="8863"/>
                    <a:pt x="16643" y="8841"/>
                  </a:cubicBezTo>
                  <a:cubicBezTo>
                    <a:pt x="16436" y="7915"/>
                    <a:pt x="16021" y="7025"/>
                    <a:pt x="15434" y="6270"/>
                  </a:cubicBezTo>
                  <a:lnTo>
                    <a:pt x="15420" y="6243"/>
                  </a:lnTo>
                  <a:cubicBezTo>
                    <a:pt x="15399" y="6215"/>
                    <a:pt x="15372" y="6195"/>
                    <a:pt x="15351" y="6167"/>
                  </a:cubicBezTo>
                  <a:lnTo>
                    <a:pt x="15309" y="6112"/>
                  </a:lnTo>
                  <a:cubicBezTo>
                    <a:pt x="15289" y="6091"/>
                    <a:pt x="15268" y="6063"/>
                    <a:pt x="15255" y="6043"/>
                  </a:cubicBezTo>
                  <a:lnTo>
                    <a:pt x="15233" y="6014"/>
                  </a:lnTo>
                  <a:cubicBezTo>
                    <a:pt x="14611" y="5296"/>
                    <a:pt x="13823" y="4709"/>
                    <a:pt x="12961" y="4314"/>
                  </a:cubicBezTo>
                  <a:cubicBezTo>
                    <a:pt x="12950" y="4311"/>
                    <a:pt x="12939" y="4309"/>
                    <a:pt x="12929" y="4309"/>
                  </a:cubicBezTo>
                  <a:close/>
                  <a:moveTo>
                    <a:pt x="13133" y="9523"/>
                  </a:moveTo>
                  <a:cubicBezTo>
                    <a:pt x="13126" y="9523"/>
                    <a:pt x="13119" y="9524"/>
                    <a:pt x="13111" y="9526"/>
                  </a:cubicBezTo>
                  <a:cubicBezTo>
                    <a:pt x="13070" y="9533"/>
                    <a:pt x="13050" y="9574"/>
                    <a:pt x="13057" y="9609"/>
                  </a:cubicBezTo>
                  <a:lnTo>
                    <a:pt x="13063" y="9637"/>
                  </a:lnTo>
                  <a:cubicBezTo>
                    <a:pt x="13070" y="9664"/>
                    <a:pt x="13105" y="9692"/>
                    <a:pt x="13133" y="9692"/>
                  </a:cubicBezTo>
                  <a:cubicBezTo>
                    <a:pt x="13140" y="9692"/>
                    <a:pt x="13146" y="9692"/>
                    <a:pt x="13153" y="9685"/>
                  </a:cubicBezTo>
                  <a:cubicBezTo>
                    <a:pt x="13188" y="9679"/>
                    <a:pt x="13216" y="9644"/>
                    <a:pt x="13209" y="9602"/>
                  </a:cubicBezTo>
                  <a:lnTo>
                    <a:pt x="13201" y="9581"/>
                  </a:lnTo>
                  <a:cubicBezTo>
                    <a:pt x="13190" y="9547"/>
                    <a:pt x="13165" y="9523"/>
                    <a:pt x="13133" y="9523"/>
                  </a:cubicBezTo>
                  <a:close/>
                  <a:moveTo>
                    <a:pt x="13188" y="9913"/>
                  </a:moveTo>
                  <a:cubicBezTo>
                    <a:pt x="13146" y="9919"/>
                    <a:pt x="13118" y="9954"/>
                    <a:pt x="13118" y="9996"/>
                  </a:cubicBezTo>
                  <a:lnTo>
                    <a:pt x="13126" y="10017"/>
                  </a:lnTo>
                  <a:cubicBezTo>
                    <a:pt x="13126" y="10052"/>
                    <a:pt x="13160" y="10078"/>
                    <a:pt x="13194" y="10078"/>
                  </a:cubicBezTo>
                  <a:lnTo>
                    <a:pt x="13201" y="10078"/>
                  </a:lnTo>
                  <a:cubicBezTo>
                    <a:pt x="13243" y="10078"/>
                    <a:pt x="13271" y="10044"/>
                    <a:pt x="13271" y="10002"/>
                  </a:cubicBezTo>
                  <a:lnTo>
                    <a:pt x="13264" y="9982"/>
                  </a:lnTo>
                  <a:cubicBezTo>
                    <a:pt x="13264" y="9941"/>
                    <a:pt x="13229" y="9913"/>
                    <a:pt x="13188" y="9913"/>
                  </a:cubicBezTo>
                  <a:close/>
                  <a:moveTo>
                    <a:pt x="7353" y="10457"/>
                  </a:moveTo>
                  <a:cubicBezTo>
                    <a:pt x="7349" y="10457"/>
                    <a:pt x="7345" y="10458"/>
                    <a:pt x="7341" y="10458"/>
                  </a:cubicBezTo>
                  <a:cubicBezTo>
                    <a:pt x="7299" y="10458"/>
                    <a:pt x="7271" y="10493"/>
                    <a:pt x="7271" y="10535"/>
                  </a:cubicBezTo>
                  <a:lnTo>
                    <a:pt x="7279" y="10541"/>
                  </a:lnTo>
                  <a:lnTo>
                    <a:pt x="7279" y="10556"/>
                  </a:lnTo>
                  <a:cubicBezTo>
                    <a:pt x="7279" y="10598"/>
                    <a:pt x="7312" y="10624"/>
                    <a:pt x="7347" y="10624"/>
                  </a:cubicBezTo>
                  <a:lnTo>
                    <a:pt x="7354" y="10624"/>
                  </a:lnTo>
                  <a:cubicBezTo>
                    <a:pt x="7395" y="10618"/>
                    <a:pt x="7424" y="10583"/>
                    <a:pt x="7424" y="10541"/>
                  </a:cubicBezTo>
                  <a:lnTo>
                    <a:pt x="7417" y="10521"/>
                  </a:lnTo>
                  <a:cubicBezTo>
                    <a:pt x="7417" y="10484"/>
                    <a:pt x="7389" y="10457"/>
                    <a:pt x="7353" y="10457"/>
                  </a:cubicBezTo>
                  <a:close/>
                  <a:moveTo>
                    <a:pt x="5889" y="5621"/>
                  </a:moveTo>
                  <a:lnTo>
                    <a:pt x="8039" y="8254"/>
                  </a:lnTo>
                  <a:cubicBezTo>
                    <a:pt x="7528" y="8814"/>
                    <a:pt x="7258" y="9533"/>
                    <a:pt x="7264" y="10286"/>
                  </a:cubicBezTo>
                  <a:lnTo>
                    <a:pt x="3912" y="10832"/>
                  </a:lnTo>
                  <a:cubicBezTo>
                    <a:pt x="3829" y="9927"/>
                    <a:pt x="3947" y="9000"/>
                    <a:pt x="4252" y="8151"/>
                  </a:cubicBezTo>
                  <a:lnTo>
                    <a:pt x="4259" y="8116"/>
                  </a:lnTo>
                  <a:cubicBezTo>
                    <a:pt x="4265" y="8095"/>
                    <a:pt x="4279" y="8068"/>
                    <a:pt x="4285" y="8040"/>
                  </a:cubicBezTo>
                  <a:lnTo>
                    <a:pt x="4313" y="7978"/>
                  </a:lnTo>
                  <a:cubicBezTo>
                    <a:pt x="4327" y="7944"/>
                    <a:pt x="4335" y="7909"/>
                    <a:pt x="4348" y="7881"/>
                  </a:cubicBezTo>
                  <a:lnTo>
                    <a:pt x="4362" y="7854"/>
                  </a:lnTo>
                  <a:cubicBezTo>
                    <a:pt x="4708" y="7016"/>
                    <a:pt x="5232" y="6243"/>
                    <a:pt x="5889" y="5621"/>
                  </a:cubicBezTo>
                  <a:close/>
                  <a:moveTo>
                    <a:pt x="5902" y="5441"/>
                  </a:moveTo>
                  <a:cubicBezTo>
                    <a:pt x="5883" y="5441"/>
                    <a:pt x="5861" y="5449"/>
                    <a:pt x="5848" y="5462"/>
                  </a:cubicBezTo>
                  <a:cubicBezTo>
                    <a:pt x="5149" y="6112"/>
                    <a:pt x="4590" y="6914"/>
                    <a:pt x="4224" y="7798"/>
                  </a:cubicBezTo>
                  <a:lnTo>
                    <a:pt x="4217" y="7826"/>
                  </a:lnTo>
                  <a:cubicBezTo>
                    <a:pt x="4202" y="7854"/>
                    <a:pt x="4189" y="7887"/>
                    <a:pt x="4176" y="7922"/>
                  </a:cubicBezTo>
                  <a:lnTo>
                    <a:pt x="4154" y="7985"/>
                  </a:lnTo>
                  <a:cubicBezTo>
                    <a:pt x="4141" y="8012"/>
                    <a:pt x="4134" y="8040"/>
                    <a:pt x="4119" y="8068"/>
                  </a:cubicBezTo>
                  <a:lnTo>
                    <a:pt x="4113" y="8103"/>
                  </a:lnTo>
                  <a:cubicBezTo>
                    <a:pt x="3796" y="8994"/>
                    <a:pt x="3678" y="9976"/>
                    <a:pt x="3774" y="10923"/>
                  </a:cubicBezTo>
                  <a:cubicBezTo>
                    <a:pt x="3774" y="10943"/>
                    <a:pt x="3788" y="10956"/>
                    <a:pt x="3803" y="10971"/>
                  </a:cubicBezTo>
                  <a:cubicBezTo>
                    <a:pt x="3816" y="10984"/>
                    <a:pt x="3829" y="10984"/>
                    <a:pt x="3844" y="10984"/>
                  </a:cubicBezTo>
                  <a:lnTo>
                    <a:pt x="3857" y="10984"/>
                  </a:lnTo>
                  <a:lnTo>
                    <a:pt x="7347" y="10425"/>
                  </a:lnTo>
                  <a:cubicBezTo>
                    <a:pt x="7382" y="10417"/>
                    <a:pt x="7410" y="10384"/>
                    <a:pt x="7410" y="10349"/>
                  </a:cubicBezTo>
                  <a:cubicBezTo>
                    <a:pt x="7389" y="9587"/>
                    <a:pt x="7666" y="8863"/>
                    <a:pt x="8183" y="8310"/>
                  </a:cubicBezTo>
                  <a:cubicBezTo>
                    <a:pt x="8211" y="8282"/>
                    <a:pt x="8211" y="8241"/>
                    <a:pt x="8192" y="8212"/>
                  </a:cubicBezTo>
                  <a:lnTo>
                    <a:pt x="5959" y="5469"/>
                  </a:lnTo>
                  <a:cubicBezTo>
                    <a:pt x="5944" y="5455"/>
                    <a:pt x="5924" y="5449"/>
                    <a:pt x="5902" y="5441"/>
                  </a:cubicBezTo>
                  <a:close/>
                  <a:moveTo>
                    <a:pt x="7414" y="10850"/>
                  </a:moveTo>
                  <a:cubicBezTo>
                    <a:pt x="7408" y="10850"/>
                    <a:pt x="7402" y="10851"/>
                    <a:pt x="7395" y="10853"/>
                  </a:cubicBezTo>
                  <a:cubicBezTo>
                    <a:pt x="7354" y="10860"/>
                    <a:pt x="7327" y="10901"/>
                    <a:pt x="7341" y="10936"/>
                  </a:cubicBezTo>
                  <a:lnTo>
                    <a:pt x="7341" y="10949"/>
                  </a:lnTo>
                  <a:lnTo>
                    <a:pt x="7341" y="10956"/>
                  </a:lnTo>
                  <a:cubicBezTo>
                    <a:pt x="7354" y="10991"/>
                    <a:pt x="7382" y="11019"/>
                    <a:pt x="7417" y="11019"/>
                  </a:cubicBezTo>
                  <a:cubicBezTo>
                    <a:pt x="7417" y="11019"/>
                    <a:pt x="7424" y="11012"/>
                    <a:pt x="7430" y="11012"/>
                  </a:cubicBezTo>
                  <a:cubicBezTo>
                    <a:pt x="7472" y="11006"/>
                    <a:pt x="7493" y="10964"/>
                    <a:pt x="7487" y="10929"/>
                  </a:cubicBezTo>
                  <a:lnTo>
                    <a:pt x="7478" y="10908"/>
                  </a:lnTo>
                  <a:cubicBezTo>
                    <a:pt x="7473" y="10874"/>
                    <a:pt x="7444" y="10850"/>
                    <a:pt x="7414" y="10850"/>
                  </a:cubicBezTo>
                  <a:close/>
                  <a:moveTo>
                    <a:pt x="10273" y="8221"/>
                  </a:moveTo>
                  <a:cubicBezTo>
                    <a:pt x="11258" y="8221"/>
                    <a:pt x="12127" y="8937"/>
                    <a:pt x="12289" y="9941"/>
                  </a:cubicBezTo>
                  <a:cubicBezTo>
                    <a:pt x="12470" y="11054"/>
                    <a:pt x="11708" y="12110"/>
                    <a:pt x="10597" y="12291"/>
                  </a:cubicBezTo>
                  <a:cubicBezTo>
                    <a:pt x="10489" y="12308"/>
                    <a:pt x="10380" y="12316"/>
                    <a:pt x="10273" y="12316"/>
                  </a:cubicBezTo>
                  <a:cubicBezTo>
                    <a:pt x="9845" y="12316"/>
                    <a:pt x="9430" y="12185"/>
                    <a:pt x="9076" y="11925"/>
                  </a:cubicBezTo>
                  <a:cubicBezTo>
                    <a:pt x="8633" y="11606"/>
                    <a:pt x="8343" y="11137"/>
                    <a:pt x="8253" y="10598"/>
                  </a:cubicBezTo>
                  <a:cubicBezTo>
                    <a:pt x="8163" y="10059"/>
                    <a:pt x="8294" y="9519"/>
                    <a:pt x="8613" y="9070"/>
                  </a:cubicBezTo>
                  <a:cubicBezTo>
                    <a:pt x="8938" y="8627"/>
                    <a:pt x="9407" y="8337"/>
                    <a:pt x="9947" y="8247"/>
                  </a:cubicBezTo>
                  <a:cubicBezTo>
                    <a:pt x="10056" y="8230"/>
                    <a:pt x="10165" y="8221"/>
                    <a:pt x="10273" y="8221"/>
                  </a:cubicBezTo>
                  <a:close/>
                  <a:moveTo>
                    <a:pt x="10278" y="8081"/>
                  </a:moveTo>
                  <a:cubicBezTo>
                    <a:pt x="10162" y="8081"/>
                    <a:pt x="10044" y="8090"/>
                    <a:pt x="9925" y="8109"/>
                  </a:cubicBezTo>
                  <a:cubicBezTo>
                    <a:pt x="9344" y="8199"/>
                    <a:pt x="8840" y="8509"/>
                    <a:pt x="8495" y="8987"/>
                  </a:cubicBezTo>
                  <a:cubicBezTo>
                    <a:pt x="8157" y="9463"/>
                    <a:pt x="8017" y="10044"/>
                    <a:pt x="8109" y="10618"/>
                  </a:cubicBezTo>
                  <a:cubicBezTo>
                    <a:pt x="8205" y="11191"/>
                    <a:pt x="8515" y="11702"/>
                    <a:pt x="8993" y="12042"/>
                  </a:cubicBezTo>
                  <a:cubicBezTo>
                    <a:pt x="9366" y="12318"/>
                    <a:pt x="9816" y="12464"/>
                    <a:pt x="10272" y="12464"/>
                  </a:cubicBezTo>
                  <a:cubicBezTo>
                    <a:pt x="10389" y="12464"/>
                    <a:pt x="10506" y="12449"/>
                    <a:pt x="10623" y="12429"/>
                  </a:cubicBezTo>
                  <a:cubicBezTo>
                    <a:pt x="11813" y="12241"/>
                    <a:pt x="12629" y="11115"/>
                    <a:pt x="12435" y="9919"/>
                  </a:cubicBezTo>
                  <a:cubicBezTo>
                    <a:pt x="12260" y="8844"/>
                    <a:pt x="11330" y="8081"/>
                    <a:pt x="10278" y="8081"/>
                  </a:cubicBezTo>
                  <a:close/>
                  <a:moveTo>
                    <a:pt x="12131" y="12467"/>
                  </a:moveTo>
                  <a:cubicBezTo>
                    <a:pt x="12115" y="12467"/>
                    <a:pt x="12101" y="12473"/>
                    <a:pt x="12090" y="12484"/>
                  </a:cubicBezTo>
                  <a:lnTo>
                    <a:pt x="12075" y="12490"/>
                  </a:lnTo>
                  <a:cubicBezTo>
                    <a:pt x="12061" y="12505"/>
                    <a:pt x="12048" y="12525"/>
                    <a:pt x="12048" y="12553"/>
                  </a:cubicBezTo>
                  <a:cubicBezTo>
                    <a:pt x="12048" y="12567"/>
                    <a:pt x="12055" y="12582"/>
                    <a:pt x="12068" y="12595"/>
                  </a:cubicBezTo>
                  <a:cubicBezTo>
                    <a:pt x="12081" y="12615"/>
                    <a:pt x="12103" y="12623"/>
                    <a:pt x="12123" y="12623"/>
                  </a:cubicBezTo>
                  <a:cubicBezTo>
                    <a:pt x="12138" y="12623"/>
                    <a:pt x="12151" y="12615"/>
                    <a:pt x="12164" y="12608"/>
                  </a:cubicBezTo>
                  <a:lnTo>
                    <a:pt x="12179" y="12595"/>
                  </a:lnTo>
                  <a:cubicBezTo>
                    <a:pt x="12214" y="12573"/>
                    <a:pt x="12214" y="12525"/>
                    <a:pt x="12193" y="12499"/>
                  </a:cubicBezTo>
                  <a:cubicBezTo>
                    <a:pt x="12176" y="12478"/>
                    <a:pt x="12153" y="12467"/>
                    <a:pt x="12131" y="12467"/>
                  </a:cubicBezTo>
                  <a:close/>
                  <a:moveTo>
                    <a:pt x="11969" y="12590"/>
                  </a:moveTo>
                  <a:cubicBezTo>
                    <a:pt x="11955" y="12590"/>
                    <a:pt x="11941" y="12594"/>
                    <a:pt x="11930" y="12601"/>
                  </a:cubicBezTo>
                  <a:cubicBezTo>
                    <a:pt x="11909" y="12615"/>
                    <a:pt x="11902" y="12643"/>
                    <a:pt x="11902" y="12664"/>
                  </a:cubicBezTo>
                  <a:cubicBezTo>
                    <a:pt x="11902" y="12678"/>
                    <a:pt x="11902" y="12691"/>
                    <a:pt x="11909" y="12706"/>
                  </a:cubicBezTo>
                  <a:cubicBezTo>
                    <a:pt x="11924" y="12726"/>
                    <a:pt x="11950" y="12732"/>
                    <a:pt x="11972" y="12732"/>
                  </a:cubicBezTo>
                  <a:cubicBezTo>
                    <a:pt x="11985" y="12732"/>
                    <a:pt x="11998" y="12732"/>
                    <a:pt x="12013" y="12726"/>
                  </a:cubicBezTo>
                  <a:cubicBezTo>
                    <a:pt x="12013" y="12719"/>
                    <a:pt x="12020" y="12719"/>
                    <a:pt x="12020" y="12719"/>
                  </a:cubicBezTo>
                  <a:cubicBezTo>
                    <a:pt x="12040" y="12706"/>
                    <a:pt x="12048" y="12684"/>
                    <a:pt x="12048" y="12664"/>
                  </a:cubicBezTo>
                  <a:cubicBezTo>
                    <a:pt x="12048" y="12643"/>
                    <a:pt x="12040" y="12630"/>
                    <a:pt x="12027" y="12615"/>
                  </a:cubicBezTo>
                  <a:cubicBezTo>
                    <a:pt x="12015" y="12599"/>
                    <a:pt x="11992" y="12590"/>
                    <a:pt x="11969" y="12590"/>
                  </a:cubicBezTo>
                  <a:close/>
                  <a:moveTo>
                    <a:pt x="9222" y="12936"/>
                  </a:moveTo>
                  <a:cubicBezTo>
                    <a:pt x="9190" y="12936"/>
                    <a:pt x="9162" y="12954"/>
                    <a:pt x="9152" y="12981"/>
                  </a:cubicBezTo>
                  <a:cubicBezTo>
                    <a:pt x="9152" y="12996"/>
                    <a:pt x="9145" y="13003"/>
                    <a:pt x="9145" y="13009"/>
                  </a:cubicBezTo>
                  <a:cubicBezTo>
                    <a:pt x="9145" y="13038"/>
                    <a:pt x="9165" y="13064"/>
                    <a:pt x="9193" y="13079"/>
                  </a:cubicBezTo>
                  <a:lnTo>
                    <a:pt x="9207" y="13086"/>
                  </a:lnTo>
                  <a:cubicBezTo>
                    <a:pt x="9213" y="13086"/>
                    <a:pt x="9228" y="13092"/>
                    <a:pt x="9235" y="13092"/>
                  </a:cubicBezTo>
                  <a:cubicBezTo>
                    <a:pt x="9261" y="13092"/>
                    <a:pt x="9290" y="13071"/>
                    <a:pt x="9303" y="13044"/>
                  </a:cubicBezTo>
                  <a:lnTo>
                    <a:pt x="9303" y="13016"/>
                  </a:lnTo>
                  <a:cubicBezTo>
                    <a:pt x="9311" y="12988"/>
                    <a:pt x="9290" y="12961"/>
                    <a:pt x="9261" y="12946"/>
                  </a:cubicBezTo>
                  <a:lnTo>
                    <a:pt x="9248" y="12940"/>
                  </a:lnTo>
                  <a:cubicBezTo>
                    <a:pt x="9239" y="12937"/>
                    <a:pt x="9231" y="12936"/>
                    <a:pt x="9222" y="12936"/>
                  </a:cubicBezTo>
                  <a:close/>
                  <a:moveTo>
                    <a:pt x="9415" y="13002"/>
                  </a:moveTo>
                  <a:cubicBezTo>
                    <a:pt x="9378" y="13002"/>
                    <a:pt x="9344" y="13027"/>
                    <a:pt x="9338" y="13064"/>
                  </a:cubicBezTo>
                  <a:lnTo>
                    <a:pt x="9338" y="13079"/>
                  </a:lnTo>
                  <a:cubicBezTo>
                    <a:pt x="9338" y="13106"/>
                    <a:pt x="9359" y="13134"/>
                    <a:pt x="9386" y="13147"/>
                  </a:cubicBezTo>
                  <a:lnTo>
                    <a:pt x="9407" y="13147"/>
                  </a:lnTo>
                  <a:cubicBezTo>
                    <a:pt x="9442" y="13147"/>
                    <a:pt x="9469" y="13134"/>
                    <a:pt x="9477" y="13099"/>
                  </a:cubicBezTo>
                  <a:cubicBezTo>
                    <a:pt x="9484" y="13092"/>
                    <a:pt x="9484" y="13086"/>
                    <a:pt x="9484" y="13079"/>
                  </a:cubicBezTo>
                  <a:cubicBezTo>
                    <a:pt x="9484" y="13051"/>
                    <a:pt x="9469" y="13023"/>
                    <a:pt x="9436" y="13009"/>
                  </a:cubicBezTo>
                  <a:cubicBezTo>
                    <a:pt x="9436" y="13009"/>
                    <a:pt x="9427" y="13009"/>
                    <a:pt x="9427" y="13003"/>
                  </a:cubicBezTo>
                  <a:cubicBezTo>
                    <a:pt x="9423" y="13002"/>
                    <a:pt x="9419" y="13002"/>
                    <a:pt x="9415" y="13002"/>
                  </a:cubicBezTo>
                  <a:close/>
                  <a:moveTo>
                    <a:pt x="16630" y="9705"/>
                  </a:moveTo>
                  <a:cubicBezTo>
                    <a:pt x="16713" y="10611"/>
                    <a:pt x="16595" y="11536"/>
                    <a:pt x="16298" y="12387"/>
                  </a:cubicBezTo>
                  <a:lnTo>
                    <a:pt x="16285" y="12422"/>
                  </a:lnTo>
                  <a:cubicBezTo>
                    <a:pt x="16278" y="12449"/>
                    <a:pt x="16263" y="12484"/>
                    <a:pt x="16250" y="12512"/>
                  </a:cubicBezTo>
                  <a:lnTo>
                    <a:pt x="16222" y="12582"/>
                  </a:lnTo>
                  <a:cubicBezTo>
                    <a:pt x="16215" y="12608"/>
                    <a:pt x="16208" y="12636"/>
                    <a:pt x="16195" y="12656"/>
                  </a:cubicBezTo>
                  <a:lnTo>
                    <a:pt x="16180" y="12684"/>
                  </a:lnTo>
                  <a:cubicBezTo>
                    <a:pt x="15842" y="13520"/>
                    <a:pt x="15309" y="14295"/>
                    <a:pt x="14652" y="14917"/>
                  </a:cubicBezTo>
                  <a:lnTo>
                    <a:pt x="12511" y="12283"/>
                  </a:lnTo>
                  <a:cubicBezTo>
                    <a:pt x="13015" y="11724"/>
                    <a:pt x="13284" y="11006"/>
                    <a:pt x="13277" y="10251"/>
                  </a:cubicBezTo>
                  <a:lnTo>
                    <a:pt x="16630" y="9705"/>
                  </a:lnTo>
                  <a:close/>
                  <a:moveTo>
                    <a:pt x="16702" y="9551"/>
                  </a:moveTo>
                  <a:cubicBezTo>
                    <a:pt x="16696" y="9551"/>
                    <a:pt x="16690" y="9552"/>
                    <a:pt x="16684" y="9554"/>
                  </a:cubicBezTo>
                  <a:lnTo>
                    <a:pt x="13194" y="10113"/>
                  </a:lnTo>
                  <a:cubicBezTo>
                    <a:pt x="13160" y="10120"/>
                    <a:pt x="13133" y="10155"/>
                    <a:pt x="13133" y="10190"/>
                  </a:cubicBezTo>
                  <a:cubicBezTo>
                    <a:pt x="13153" y="10949"/>
                    <a:pt x="12884" y="11676"/>
                    <a:pt x="12358" y="12228"/>
                  </a:cubicBezTo>
                  <a:cubicBezTo>
                    <a:pt x="12330" y="12256"/>
                    <a:pt x="12330" y="12298"/>
                    <a:pt x="12352" y="12324"/>
                  </a:cubicBezTo>
                  <a:lnTo>
                    <a:pt x="14591" y="15070"/>
                  </a:lnTo>
                  <a:cubicBezTo>
                    <a:pt x="14598" y="15083"/>
                    <a:pt x="14619" y="15096"/>
                    <a:pt x="14639" y="15096"/>
                  </a:cubicBezTo>
                  <a:lnTo>
                    <a:pt x="14646" y="15096"/>
                  </a:lnTo>
                  <a:cubicBezTo>
                    <a:pt x="14661" y="15096"/>
                    <a:pt x="14681" y="15090"/>
                    <a:pt x="14694" y="15076"/>
                  </a:cubicBezTo>
                  <a:cubicBezTo>
                    <a:pt x="15392" y="14426"/>
                    <a:pt x="15960" y="13625"/>
                    <a:pt x="16320" y="12739"/>
                  </a:cubicBezTo>
                  <a:lnTo>
                    <a:pt x="16333" y="12713"/>
                  </a:lnTo>
                  <a:cubicBezTo>
                    <a:pt x="16339" y="12684"/>
                    <a:pt x="16353" y="12656"/>
                    <a:pt x="16361" y="12630"/>
                  </a:cubicBezTo>
                  <a:lnTo>
                    <a:pt x="16388" y="12567"/>
                  </a:lnTo>
                  <a:cubicBezTo>
                    <a:pt x="16402" y="12532"/>
                    <a:pt x="16409" y="12505"/>
                    <a:pt x="16422" y="12470"/>
                  </a:cubicBezTo>
                  <a:lnTo>
                    <a:pt x="16436" y="12436"/>
                  </a:lnTo>
                  <a:cubicBezTo>
                    <a:pt x="16747" y="11536"/>
                    <a:pt x="16865" y="10563"/>
                    <a:pt x="16767" y="9616"/>
                  </a:cubicBezTo>
                  <a:cubicBezTo>
                    <a:pt x="16767" y="9596"/>
                    <a:pt x="16761" y="9581"/>
                    <a:pt x="16741" y="9568"/>
                  </a:cubicBezTo>
                  <a:cubicBezTo>
                    <a:pt x="16730" y="9558"/>
                    <a:pt x="16717" y="9551"/>
                    <a:pt x="16702" y="9551"/>
                  </a:cubicBezTo>
                  <a:close/>
                  <a:moveTo>
                    <a:pt x="7410" y="11198"/>
                  </a:moveTo>
                  <a:cubicBezTo>
                    <a:pt x="7638" y="11918"/>
                    <a:pt x="8129" y="12512"/>
                    <a:pt x="8785" y="12885"/>
                  </a:cubicBezTo>
                  <a:lnTo>
                    <a:pt x="7576" y="16057"/>
                  </a:lnTo>
                  <a:cubicBezTo>
                    <a:pt x="6753" y="15677"/>
                    <a:pt x="6014" y="15111"/>
                    <a:pt x="5426" y="14426"/>
                  </a:cubicBezTo>
                  <a:lnTo>
                    <a:pt x="5405" y="14406"/>
                  </a:lnTo>
                  <a:cubicBezTo>
                    <a:pt x="5378" y="14378"/>
                    <a:pt x="5357" y="14350"/>
                    <a:pt x="5337" y="14323"/>
                  </a:cubicBezTo>
                  <a:lnTo>
                    <a:pt x="5295" y="14267"/>
                  </a:lnTo>
                  <a:cubicBezTo>
                    <a:pt x="5274" y="14247"/>
                    <a:pt x="5261" y="14225"/>
                    <a:pt x="5239" y="14205"/>
                  </a:cubicBezTo>
                  <a:lnTo>
                    <a:pt x="5219" y="14177"/>
                  </a:lnTo>
                  <a:cubicBezTo>
                    <a:pt x="4673" y="13466"/>
                    <a:pt x="4265" y="12623"/>
                    <a:pt x="4058" y="11737"/>
                  </a:cubicBezTo>
                  <a:lnTo>
                    <a:pt x="7410" y="11198"/>
                  </a:lnTo>
                  <a:close/>
                  <a:moveTo>
                    <a:pt x="7467" y="11045"/>
                  </a:moveTo>
                  <a:cubicBezTo>
                    <a:pt x="7462" y="11045"/>
                    <a:pt x="7457" y="11046"/>
                    <a:pt x="7452" y="11047"/>
                  </a:cubicBezTo>
                  <a:lnTo>
                    <a:pt x="3962" y="11606"/>
                  </a:lnTo>
                  <a:cubicBezTo>
                    <a:pt x="3940" y="11613"/>
                    <a:pt x="3920" y="11619"/>
                    <a:pt x="3905" y="11641"/>
                  </a:cubicBezTo>
                  <a:cubicBezTo>
                    <a:pt x="3899" y="11654"/>
                    <a:pt x="3892" y="11676"/>
                    <a:pt x="3899" y="11696"/>
                  </a:cubicBezTo>
                  <a:cubicBezTo>
                    <a:pt x="4106" y="12623"/>
                    <a:pt x="4527" y="13514"/>
                    <a:pt x="5108" y="14267"/>
                  </a:cubicBezTo>
                  <a:lnTo>
                    <a:pt x="5130" y="14295"/>
                  </a:lnTo>
                  <a:cubicBezTo>
                    <a:pt x="5143" y="14315"/>
                    <a:pt x="5164" y="14343"/>
                    <a:pt x="5184" y="14365"/>
                  </a:cubicBezTo>
                  <a:lnTo>
                    <a:pt x="5226" y="14419"/>
                  </a:lnTo>
                  <a:cubicBezTo>
                    <a:pt x="5247" y="14439"/>
                    <a:pt x="5267" y="14468"/>
                    <a:pt x="5295" y="14496"/>
                  </a:cubicBezTo>
                  <a:lnTo>
                    <a:pt x="5315" y="14522"/>
                  </a:lnTo>
                  <a:cubicBezTo>
                    <a:pt x="5931" y="15242"/>
                    <a:pt x="6719" y="15829"/>
                    <a:pt x="7589" y="16223"/>
                  </a:cubicBezTo>
                  <a:cubicBezTo>
                    <a:pt x="7596" y="16231"/>
                    <a:pt x="7611" y="16231"/>
                    <a:pt x="7618" y="16231"/>
                  </a:cubicBezTo>
                  <a:cubicBezTo>
                    <a:pt x="7624" y="16231"/>
                    <a:pt x="7638" y="16231"/>
                    <a:pt x="7644" y="16223"/>
                  </a:cubicBezTo>
                  <a:cubicBezTo>
                    <a:pt x="7666" y="16216"/>
                    <a:pt x="7679" y="16203"/>
                    <a:pt x="7686" y="16181"/>
                  </a:cubicBezTo>
                  <a:lnTo>
                    <a:pt x="8945" y="12878"/>
                  </a:lnTo>
                  <a:cubicBezTo>
                    <a:pt x="8951" y="12850"/>
                    <a:pt x="8951" y="12822"/>
                    <a:pt x="8923" y="12802"/>
                  </a:cubicBezTo>
                  <a:cubicBezTo>
                    <a:pt x="8923" y="12795"/>
                    <a:pt x="8916" y="12789"/>
                    <a:pt x="8910" y="12789"/>
                  </a:cubicBezTo>
                  <a:cubicBezTo>
                    <a:pt x="8240" y="12422"/>
                    <a:pt x="7749" y="11820"/>
                    <a:pt x="7528" y="11095"/>
                  </a:cubicBezTo>
                  <a:cubicBezTo>
                    <a:pt x="7521" y="11065"/>
                    <a:pt x="7496" y="11045"/>
                    <a:pt x="7467" y="11045"/>
                  </a:cubicBezTo>
                  <a:close/>
                  <a:moveTo>
                    <a:pt x="11791" y="12864"/>
                  </a:moveTo>
                  <a:lnTo>
                    <a:pt x="13941" y="15498"/>
                  </a:lnTo>
                  <a:cubicBezTo>
                    <a:pt x="13194" y="16015"/>
                    <a:pt x="12338" y="16382"/>
                    <a:pt x="11446" y="16548"/>
                  </a:cubicBezTo>
                  <a:lnTo>
                    <a:pt x="11418" y="16554"/>
                  </a:lnTo>
                  <a:cubicBezTo>
                    <a:pt x="11385" y="16563"/>
                    <a:pt x="11350" y="16563"/>
                    <a:pt x="11315" y="16569"/>
                  </a:cubicBezTo>
                  <a:lnTo>
                    <a:pt x="11245" y="16582"/>
                  </a:lnTo>
                  <a:cubicBezTo>
                    <a:pt x="11219" y="16582"/>
                    <a:pt x="11191" y="16589"/>
                    <a:pt x="11162" y="16596"/>
                  </a:cubicBezTo>
                  <a:lnTo>
                    <a:pt x="11136" y="16596"/>
                  </a:lnTo>
                  <a:cubicBezTo>
                    <a:pt x="10851" y="16635"/>
                    <a:pt x="10563" y="16655"/>
                    <a:pt x="10275" y="16655"/>
                  </a:cubicBezTo>
                  <a:cubicBezTo>
                    <a:pt x="9653" y="16655"/>
                    <a:pt x="9030" y="16564"/>
                    <a:pt x="8440" y="16388"/>
                  </a:cubicBezTo>
                  <a:lnTo>
                    <a:pt x="9643" y="13210"/>
                  </a:lnTo>
                  <a:cubicBezTo>
                    <a:pt x="9846" y="13256"/>
                    <a:pt x="10052" y="13279"/>
                    <a:pt x="10259" y="13279"/>
                  </a:cubicBezTo>
                  <a:cubicBezTo>
                    <a:pt x="10424" y="13279"/>
                    <a:pt x="10589" y="13265"/>
                    <a:pt x="10754" y="13237"/>
                  </a:cubicBezTo>
                  <a:cubicBezTo>
                    <a:pt x="11121" y="13182"/>
                    <a:pt x="11474" y="13058"/>
                    <a:pt x="11791" y="12864"/>
                  </a:cubicBezTo>
                  <a:close/>
                  <a:moveTo>
                    <a:pt x="11815" y="12700"/>
                  </a:moveTo>
                  <a:cubicBezTo>
                    <a:pt x="11800" y="12700"/>
                    <a:pt x="11785" y="12704"/>
                    <a:pt x="11771" y="12713"/>
                  </a:cubicBezTo>
                  <a:cubicBezTo>
                    <a:pt x="11453" y="12905"/>
                    <a:pt x="11101" y="13038"/>
                    <a:pt x="10728" y="13099"/>
                  </a:cubicBezTo>
                  <a:cubicBezTo>
                    <a:pt x="10578" y="13121"/>
                    <a:pt x="10429" y="13132"/>
                    <a:pt x="10280" y="13132"/>
                  </a:cubicBezTo>
                  <a:cubicBezTo>
                    <a:pt x="10057" y="13132"/>
                    <a:pt x="9835" y="13107"/>
                    <a:pt x="9615" y="13058"/>
                  </a:cubicBezTo>
                  <a:cubicBezTo>
                    <a:pt x="9610" y="13057"/>
                    <a:pt x="9606" y="13056"/>
                    <a:pt x="9601" y="13056"/>
                  </a:cubicBezTo>
                  <a:cubicBezTo>
                    <a:pt x="9570" y="13056"/>
                    <a:pt x="9538" y="13075"/>
                    <a:pt x="9532" y="13106"/>
                  </a:cubicBezTo>
                  <a:lnTo>
                    <a:pt x="8275" y="16410"/>
                  </a:lnTo>
                  <a:cubicBezTo>
                    <a:pt x="8266" y="16423"/>
                    <a:pt x="8266" y="16445"/>
                    <a:pt x="8275" y="16465"/>
                  </a:cubicBezTo>
                  <a:cubicBezTo>
                    <a:pt x="8288" y="16486"/>
                    <a:pt x="8301" y="16500"/>
                    <a:pt x="8323" y="16500"/>
                  </a:cubicBezTo>
                  <a:cubicBezTo>
                    <a:pt x="8951" y="16700"/>
                    <a:pt x="9621" y="16796"/>
                    <a:pt x="10285" y="16796"/>
                  </a:cubicBezTo>
                  <a:cubicBezTo>
                    <a:pt x="10575" y="16796"/>
                    <a:pt x="10866" y="16783"/>
                    <a:pt x="11149" y="16742"/>
                  </a:cubicBezTo>
                  <a:lnTo>
                    <a:pt x="11184" y="16735"/>
                  </a:lnTo>
                  <a:cubicBezTo>
                    <a:pt x="11211" y="16735"/>
                    <a:pt x="11245" y="16728"/>
                    <a:pt x="11274" y="16720"/>
                  </a:cubicBezTo>
                  <a:lnTo>
                    <a:pt x="11335" y="16713"/>
                  </a:lnTo>
                  <a:cubicBezTo>
                    <a:pt x="11370" y="16707"/>
                    <a:pt x="11411" y="16700"/>
                    <a:pt x="11446" y="16694"/>
                  </a:cubicBezTo>
                  <a:lnTo>
                    <a:pt x="11474" y="16694"/>
                  </a:lnTo>
                  <a:cubicBezTo>
                    <a:pt x="12406" y="16513"/>
                    <a:pt x="13312" y="16126"/>
                    <a:pt x="14087" y="15574"/>
                  </a:cubicBezTo>
                  <a:cubicBezTo>
                    <a:pt x="14100" y="15559"/>
                    <a:pt x="14113" y="15539"/>
                    <a:pt x="14113" y="15518"/>
                  </a:cubicBezTo>
                  <a:cubicBezTo>
                    <a:pt x="14122" y="15504"/>
                    <a:pt x="14113" y="15484"/>
                    <a:pt x="14100" y="15463"/>
                  </a:cubicBezTo>
                  <a:lnTo>
                    <a:pt x="11867" y="12726"/>
                  </a:lnTo>
                  <a:cubicBezTo>
                    <a:pt x="11855" y="12709"/>
                    <a:pt x="11836" y="12700"/>
                    <a:pt x="11815" y="12700"/>
                  </a:cubicBezTo>
                  <a:close/>
                  <a:moveTo>
                    <a:pt x="9401" y="154"/>
                  </a:moveTo>
                  <a:lnTo>
                    <a:pt x="10161" y="2380"/>
                  </a:lnTo>
                  <a:cubicBezTo>
                    <a:pt x="10167" y="2407"/>
                    <a:pt x="10195" y="2428"/>
                    <a:pt x="10230" y="2428"/>
                  </a:cubicBezTo>
                  <a:cubicBezTo>
                    <a:pt x="10416" y="2428"/>
                    <a:pt x="10610" y="2435"/>
                    <a:pt x="10796" y="2448"/>
                  </a:cubicBezTo>
                  <a:lnTo>
                    <a:pt x="10824" y="2448"/>
                  </a:lnTo>
                  <a:cubicBezTo>
                    <a:pt x="10872" y="2455"/>
                    <a:pt x="10929" y="2455"/>
                    <a:pt x="10977" y="2463"/>
                  </a:cubicBezTo>
                  <a:cubicBezTo>
                    <a:pt x="10997" y="2463"/>
                    <a:pt x="11018" y="2470"/>
                    <a:pt x="11045" y="2470"/>
                  </a:cubicBezTo>
                  <a:lnTo>
                    <a:pt x="11094" y="2476"/>
                  </a:lnTo>
                  <a:cubicBezTo>
                    <a:pt x="11114" y="2476"/>
                    <a:pt x="11136" y="2476"/>
                    <a:pt x="11156" y="2483"/>
                  </a:cubicBezTo>
                  <a:cubicBezTo>
                    <a:pt x="11211" y="2483"/>
                    <a:pt x="11260" y="2490"/>
                    <a:pt x="11308" y="2496"/>
                  </a:cubicBezTo>
                  <a:lnTo>
                    <a:pt x="11335" y="2505"/>
                  </a:lnTo>
                  <a:cubicBezTo>
                    <a:pt x="11426" y="2518"/>
                    <a:pt x="11501" y="2524"/>
                    <a:pt x="11570" y="2538"/>
                  </a:cubicBezTo>
                  <a:cubicBezTo>
                    <a:pt x="11675" y="2553"/>
                    <a:pt x="11778" y="2573"/>
                    <a:pt x="11896" y="2601"/>
                  </a:cubicBezTo>
                  <a:cubicBezTo>
                    <a:pt x="11902" y="2602"/>
                    <a:pt x="11907" y="2602"/>
                    <a:pt x="11913" y="2602"/>
                  </a:cubicBezTo>
                  <a:cubicBezTo>
                    <a:pt x="11939" y="2602"/>
                    <a:pt x="11960" y="2589"/>
                    <a:pt x="11972" y="2566"/>
                  </a:cubicBezTo>
                  <a:lnTo>
                    <a:pt x="13168" y="541"/>
                  </a:lnTo>
                  <a:lnTo>
                    <a:pt x="14578" y="1080"/>
                  </a:lnTo>
                  <a:lnTo>
                    <a:pt x="14122" y="3382"/>
                  </a:lnTo>
                  <a:cubicBezTo>
                    <a:pt x="14113" y="3417"/>
                    <a:pt x="14128" y="3443"/>
                    <a:pt x="14155" y="3458"/>
                  </a:cubicBezTo>
                  <a:cubicBezTo>
                    <a:pt x="14321" y="3555"/>
                    <a:pt x="14480" y="3651"/>
                    <a:pt x="14639" y="3755"/>
                  </a:cubicBezTo>
                  <a:lnTo>
                    <a:pt x="14661" y="3775"/>
                  </a:lnTo>
                  <a:cubicBezTo>
                    <a:pt x="14702" y="3803"/>
                    <a:pt x="14744" y="3832"/>
                    <a:pt x="14785" y="3858"/>
                  </a:cubicBezTo>
                  <a:cubicBezTo>
                    <a:pt x="14805" y="3873"/>
                    <a:pt x="14827" y="3886"/>
                    <a:pt x="14840" y="3900"/>
                  </a:cubicBezTo>
                  <a:lnTo>
                    <a:pt x="14881" y="3928"/>
                  </a:lnTo>
                  <a:cubicBezTo>
                    <a:pt x="14895" y="3941"/>
                    <a:pt x="14916" y="3956"/>
                    <a:pt x="14936" y="3969"/>
                  </a:cubicBezTo>
                  <a:cubicBezTo>
                    <a:pt x="14978" y="3997"/>
                    <a:pt x="15012" y="4031"/>
                    <a:pt x="15054" y="4059"/>
                  </a:cubicBezTo>
                  <a:lnTo>
                    <a:pt x="15082" y="4080"/>
                  </a:lnTo>
                  <a:cubicBezTo>
                    <a:pt x="15226" y="4190"/>
                    <a:pt x="15372" y="4314"/>
                    <a:pt x="15510" y="4439"/>
                  </a:cubicBezTo>
                  <a:cubicBezTo>
                    <a:pt x="15526" y="4451"/>
                    <a:pt x="15545" y="4459"/>
                    <a:pt x="15562" y="4459"/>
                  </a:cubicBezTo>
                  <a:cubicBezTo>
                    <a:pt x="15576" y="4459"/>
                    <a:pt x="15588" y="4454"/>
                    <a:pt x="15600" y="4445"/>
                  </a:cubicBezTo>
                  <a:lnTo>
                    <a:pt x="17647" y="3292"/>
                  </a:lnTo>
                  <a:lnTo>
                    <a:pt x="18592" y="4460"/>
                  </a:lnTo>
                  <a:lnTo>
                    <a:pt x="17044" y="6228"/>
                  </a:lnTo>
                  <a:cubicBezTo>
                    <a:pt x="17024" y="6250"/>
                    <a:pt x="17024" y="6285"/>
                    <a:pt x="17038" y="6311"/>
                  </a:cubicBezTo>
                  <a:cubicBezTo>
                    <a:pt x="17127" y="6471"/>
                    <a:pt x="17217" y="6623"/>
                    <a:pt x="17287" y="6776"/>
                  </a:cubicBezTo>
                  <a:cubicBezTo>
                    <a:pt x="17293" y="6782"/>
                    <a:pt x="17293" y="6789"/>
                    <a:pt x="17300" y="6796"/>
                  </a:cubicBezTo>
                  <a:lnTo>
                    <a:pt x="17321" y="6837"/>
                  </a:lnTo>
                  <a:cubicBezTo>
                    <a:pt x="17341" y="6885"/>
                    <a:pt x="17363" y="6927"/>
                    <a:pt x="17383" y="6975"/>
                  </a:cubicBezTo>
                  <a:cubicBezTo>
                    <a:pt x="17398" y="6996"/>
                    <a:pt x="17404" y="7016"/>
                    <a:pt x="17418" y="7038"/>
                  </a:cubicBezTo>
                  <a:lnTo>
                    <a:pt x="17431" y="7079"/>
                  </a:lnTo>
                  <a:cubicBezTo>
                    <a:pt x="17439" y="7099"/>
                    <a:pt x="17452" y="7121"/>
                    <a:pt x="17459" y="7141"/>
                  </a:cubicBezTo>
                  <a:cubicBezTo>
                    <a:pt x="17481" y="7191"/>
                    <a:pt x="17501" y="7239"/>
                    <a:pt x="17522" y="7287"/>
                  </a:cubicBezTo>
                  <a:lnTo>
                    <a:pt x="17529" y="7307"/>
                  </a:lnTo>
                  <a:cubicBezTo>
                    <a:pt x="17605" y="7481"/>
                    <a:pt x="17666" y="7660"/>
                    <a:pt x="17729" y="7839"/>
                  </a:cubicBezTo>
                  <a:cubicBezTo>
                    <a:pt x="17736" y="7874"/>
                    <a:pt x="17763" y="7887"/>
                    <a:pt x="17791" y="7896"/>
                  </a:cubicBezTo>
                  <a:lnTo>
                    <a:pt x="20141" y="7915"/>
                  </a:lnTo>
                  <a:lnTo>
                    <a:pt x="20383" y="9402"/>
                  </a:lnTo>
                  <a:lnTo>
                    <a:pt x="18157" y="10155"/>
                  </a:lnTo>
                  <a:cubicBezTo>
                    <a:pt x="18129" y="10168"/>
                    <a:pt x="18109" y="10196"/>
                    <a:pt x="18109" y="10224"/>
                  </a:cubicBezTo>
                  <a:cubicBezTo>
                    <a:pt x="18109" y="10404"/>
                    <a:pt x="18109" y="10583"/>
                    <a:pt x="18094" y="10749"/>
                  </a:cubicBezTo>
                  <a:lnTo>
                    <a:pt x="18094" y="10777"/>
                  </a:lnTo>
                  <a:lnTo>
                    <a:pt x="18088" y="10818"/>
                  </a:lnTo>
                  <a:cubicBezTo>
                    <a:pt x="18088" y="10873"/>
                    <a:pt x="18081" y="10923"/>
                    <a:pt x="18081" y="10977"/>
                  </a:cubicBezTo>
                  <a:cubicBezTo>
                    <a:pt x="18074" y="10997"/>
                    <a:pt x="18074" y="11019"/>
                    <a:pt x="18074" y="11047"/>
                  </a:cubicBezTo>
                  <a:lnTo>
                    <a:pt x="18068" y="11089"/>
                  </a:lnTo>
                  <a:cubicBezTo>
                    <a:pt x="18068" y="11109"/>
                    <a:pt x="18061" y="11130"/>
                    <a:pt x="18061" y="11157"/>
                  </a:cubicBezTo>
                  <a:cubicBezTo>
                    <a:pt x="18053" y="11205"/>
                    <a:pt x="18046" y="11261"/>
                    <a:pt x="18040" y="11309"/>
                  </a:cubicBezTo>
                  <a:lnTo>
                    <a:pt x="18040" y="11337"/>
                  </a:lnTo>
                  <a:cubicBezTo>
                    <a:pt x="18011" y="11523"/>
                    <a:pt x="17978" y="11711"/>
                    <a:pt x="17943" y="11896"/>
                  </a:cubicBezTo>
                  <a:cubicBezTo>
                    <a:pt x="17937" y="11925"/>
                    <a:pt x="17950" y="11951"/>
                    <a:pt x="17978" y="11973"/>
                  </a:cubicBezTo>
                  <a:lnTo>
                    <a:pt x="20002" y="13162"/>
                  </a:lnTo>
                  <a:lnTo>
                    <a:pt x="19463" y="14572"/>
                  </a:lnTo>
                  <a:lnTo>
                    <a:pt x="17162" y="14116"/>
                  </a:lnTo>
                  <a:cubicBezTo>
                    <a:pt x="17156" y="14114"/>
                    <a:pt x="17149" y="14114"/>
                    <a:pt x="17143" y="14114"/>
                  </a:cubicBezTo>
                  <a:cubicBezTo>
                    <a:pt x="17117" y="14114"/>
                    <a:pt x="17095" y="14127"/>
                    <a:pt x="17079" y="14149"/>
                  </a:cubicBezTo>
                  <a:cubicBezTo>
                    <a:pt x="16990" y="14315"/>
                    <a:pt x="16885" y="14481"/>
                    <a:pt x="16782" y="14633"/>
                  </a:cubicBezTo>
                  <a:lnTo>
                    <a:pt x="16754" y="14675"/>
                  </a:lnTo>
                  <a:cubicBezTo>
                    <a:pt x="16734" y="14703"/>
                    <a:pt x="16719" y="14730"/>
                    <a:pt x="16699" y="14758"/>
                  </a:cubicBezTo>
                  <a:lnTo>
                    <a:pt x="16678" y="14786"/>
                  </a:lnTo>
                  <a:cubicBezTo>
                    <a:pt x="16665" y="14799"/>
                    <a:pt x="16651" y="14821"/>
                    <a:pt x="16636" y="14841"/>
                  </a:cubicBezTo>
                  <a:lnTo>
                    <a:pt x="16610" y="14876"/>
                  </a:lnTo>
                  <a:cubicBezTo>
                    <a:pt x="16601" y="14895"/>
                    <a:pt x="16588" y="14910"/>
                    <a:pt x="16575" y="14930"/>
                  </a:cubicBezTo>
                  <a:cubicBezTo>
                    <a:pt x="16547" y="14972"/>
                    <a:pt x="16512" y="15013"/>
                    <a:pt x="16477" y="15055"/>
                  </a:cubicBezTo>
                  <a:lnTo>
                    <a:pt x="16464" y="15070"/>
                  </a:lnTo>
                  <a:lnTo>
                    <a:pt x="16464" y="15076"/>
                  </a:lnTo>
                  <a:cubicBezTo>
                    <a:pt x="16346" y="15221"/>
                    <a:pt x="16228" y="15373"/>
                    <a:pt x="16104" y="15511"/>
                  </a:cubicBezTo>
                  <a:cubicBezTo>
                    <a:pt x="16084" y="15532"/>
                    <a:pt x="16077" y="15567"/>
                    <a:pt x="16091" y="15594"/>
                  </a:cubicBezTo>
                  <a:lnTo>
                    <a:pt x="17252" y="17641"/>
                  </a:lnTo>
                  <a:lnTo>
                    <a:pt x="16084" y="18595"/>
                  </a:lnTo>
                  <a:lnTo>
                    <a:pt x="14314" y="17045"/>
                  </a:lnTo>
                  <a:cubicBezTo>
                    <a:pt x="14299" y="17034"/>
                    <a:pt x="14280" y="17027"/>
                    <a:pt x="14262" y="17027"/>
                  </a:cubicBezTo>
                  <a:cubicBezTo>
                    <a:pt x="14249" y="17027"/>
                    <a:pt x="14236" y="17030"/>
                    <a:pt x="14224" y="17039"/>
                  </a:cubicBezTo>
                  <a:cubicBezTo>
                    <a:pt x="14065" y="17128"/>
                    <a:pt x="13899" y="17226"/>
                    <a:pt x="13727" y="17309"/>
                  </a:cubicBezTo>
                  <a:lnTo>
                    <a:pt x="13707" y="17316"/>
                  </a:lnTo>
                  <a:cubicBezTo>
                    <a:pt x="13657" y="17336"/>
                    <a:pt x="13609" y="17364"/>
                    <a:pt x="13561" y="17384"/>
                  </a:cubicBezTo>
                  <a:cubicBezTo>
                    <a:pt x="13548" y="17392"/>
                    <a:pt x="13526" y="17399"/>
                    <a:pt x="13506" y="17412"/>
                  </a:cubicBezTo>
                  <a:lnTo>
                    <a:pt x="13465" y="17433"/>
                  </a:lnTo>
                  <a:cubicBezTo>
                    <a:pt x="13443" y="17440"/>
                    <a:pt x="13423" y="17447"/>
                    <a:pt x="13402" y="17460"/>
                  </a:cubicBezTo>
                  <a:lnTo>
                    <a:pt x="13388" y="17460"/>
                  </a:lnTo>
                  <a:cubicBezTo>
                    <a:pt x="13382" y="17467"/>
                    <a:pt x="13375" y="17467"/>
                    <a:pt x="13375" y="17467"/>
                  </a:cubicBezTo>
                  <a:cubicBezTo>
                    <a:pt x="13340" y="17482"/>
                    <a:pt x="13312" y="17495"/>
                    <a:pt x="13277" y="17508"/>
                  </a:cubicBezTo>
                  <a:lnTo>
                    <a:pt x="13229" y="17530"/>
                  </a:lnTo>
                  <a:cubicBezTo>
                    <a:pt x="13057" y="17599"/>
                    <a:pt x="12878" y="17661"/>
                    <a:pt x="12697" y="17724"/>
                  </a:cubicBezTo>
                  <a:cubicBezTo>
                    <a:pt x="12670" y="17730"/>
                    <a:pt x="12649" y="17757"/>
                    <a:pt x="12649" y="17792"/>
                  </a:cubicBezTo>
                  <a:lnTo>
                    <a:pt x="12629" y="20142"/>
                  </a:lnTo>
                  <a:lnTo>
                    <a:pt x="11143" y="20384"/>
                  </a:lnTo>
                  <a:lnTo>
                    <a:pt x="10381" y="18158"/>
                  </a:lnTo>
                  <a:cubicBezTo>
                    <a:pt x="10375" y="18130"/>
                    <a:pt x="10348" y="18110"/>
                    <a:pt x="10313" y="18110"/>
                  </a:cubicBezTo>
                  <a:cubicBezTo>
                    <a:pt x="10126" y="18110"/>
                    <a:pt x="9933" y="18104"/>
                    <a:pt x="9746" y="18089"/>
                  </a:cubicBezTo>
                  <a:lnTo>
                    <a:pt x="9718" y="18089"/>
                  </a:lnTo>
                  <a:cubicBezTo>
                    <a:pt x="9670" y="18082"/>
                    <a:pt x="9615" y="18082"/>
                    <a:pt x="9567" y="18075"/>
                  </a:cubicBezTo>
                  <a:cubicBezTo>
                    <a:pt x="9545" y="18075"/>
                    <a:pt x="9519" y="18069"/>
                    <a:pt x="9497" y="18069"/>
                  </a:cubicBezTo>
                  <a:lnTo>
                    <a:pt x="9456" y="18062"/>
                  </a:lnTo>
                  <a:cubicBezTo>
                    <a:pt x="9427" y="18062"/>
                    <a:pt x="9407" y="18062"/>
                    <a:pt x="9386" y="18055"/>
                  </a:cubicBezTo>
                  <a:cubicBezTo>
                    <a:pt x="9331" y="18055"/>
                    <a:pt x="9283" y="18047"/>
                    <a:pt x="9235" y="18041"/>
                  </a:cubicBezTo>
                  <a:lnTo>
                    <a:pt x="9207" y="18034"/>
                  </a:lnTo>
                  <a:cubicBezTo>
                    <a:pt x="9021" y="18014"/>
                    <a:pt x="8834" y="17979"/>
                    <a:pt x="8648" y="17938"/>
                  </a:cubicBezTo>
                  <a:cubicBezTo>
                    <a:pt x="8643" y="17937"/>
                    <a:pt x="8638" y="17936"/>
                    <a:pt x="8633" y="17936"/>
                  </a:cubicBezTo>
                  <a:cubicBezTo>
                    <a:pt x="8608" y="17936"/>
                    <a:pt x="8582" y="17949"/>
                    <a:pt x="8571" y="17972"/>
                  </a:cubicBezTo>
                  <a:lnTo>
                    <a:pt x="7375" y="19996"/>
                  </a:lnTo>
                  <a:lnTo>
                    <a:pt x="5972" y="19465"/>
                  </a:lnTo>
                  <a:lnTo>
                    <a:pt x="6422" y="17156"/>
                  </a:lnTo>
                  <a:cubicBezTo>
                    <a:pt x="6428" y="17128"/>
                    <a:pt x="6415" y="17093"/>
                    <a:pt x="6387" y="17080"/>
                  </a:cubicBezTo>
                  <a:cubicBezTo>
                    <a:pt x="6228" y="16984"/>
                    <a:pt x="6062" y="16886"/>
                    <a:pt x="5911" y="16783"/>
                  </a:cubicBezTo>
                  <a:lnTo>
                    <a:pt x="5883" y="16762"/>
                  </a:lnTo>
                  <a:cubicBezTo>
                    <a:pt x="5841" y="16735"/>
                    <a:pt x="5800" y="16707"/>
                    <a:pt x="5758" y="16679"/>
                  </a:cubicBezTo>
                  <a:cubicBezTo>
                    <a:pt x="5737" y="16665"/>
                    <a:pt x="5723" y="16652"/>
                    <a:pt x="5703" y="16637"/>
                  </a:cubicBezTo>
                  <a:lnTo>
                    <a:pt x="5662" y="16611"/>
                  </a:lnTo>
                  <a:cubicBezTo>
                    <a:pt x="5647" y="16596"/>
                    <a:pt x="5627" y="16582"/>
                    <a:pt x="5612" y="16569"/>
                  </a:cubicBezTo>
                  <a:cubicBezTo>
                    <a:pt x="5571" y="16541"/>
                    <a:pt x="5529" y="16506"/>
                    <a:pt x="5488" y="16480"/>
                  </a:cubicBezTo>
                  <a:lnTo>
                    <a:pt x="5468" y="16465"/>
                  </a:lnTo>
                  <a:cubicBezTo>
                    <a:pt x="5315" y="16347"/>
                    <a:pt x="5171" y="16223"/>
                    <a:pt x="5032" y="16098"/>
                  </a:cubicBezTo>
                  <a:cubicBezTo>
                    <a:pt x="5016" y="16087"/>
                    <a:pt x="5000" y="16079"/>
                    <a:pt x="4984" y="16079"/>
                  </a:cubicBezTo>
                  <a:cubicBezTo>
                    <a:pt x="4972" y="16079"/>
                    <a:pt x="4961" y="16083"/>
                    <a:pt x="4949" y="16091"/>
                  </a:cubicBezTo>
                  <a:lnTo>
                    <a:pt x="2903" y="17246"/>
                  </a:lnTo>
                  <a:lnTo>
                    <a:pt x="1950" y="16078"/>
                  </a:lnTo>
                  <a:lnTo>
                    <a:pt x="3497" y="14308"/>
                  </a:lnTo>
                  <a:cubicBezTo>
                    <a:pt x="3519" y="14288"/>
                    <a:pt x="3519" y="14254"/>
                    <a:pt x="3506" y="14225"/>
                  </a:cubicBezTo>
                  <a:cubicBezTo>
                    <a:pt x="3408" y="14059"/>
                    <a:pt x="3318" y="13894"/>
                    <a:pt x="3235" y="13728"/>
                  </a:cubicBezTo>
                  <a:lnTo>
                    <a:pt x="3222" y="13701"/>
                  </a:lnTo>
                  <a:cubicBezTo>
                    <a:pt x="3200" y="13651"/>
                    <a:pt x="3180" y="13610"/>
                    <a:pt x="3159" y="13562"/>
                  </a:cubicBezTo>
                  <a:cubicBezTo>
                    <a:pt x="3146" y="13542"/>
                    <a:pt x="3139" y="13520"/>
                    <a:pt x="3132" y="13500"/>
                  </a:cubicBezTo>
                  <a:lnTo>
                    <a:pt x="3111" y="13459"/>
                  </a:lnTo>
                  <a:cubicBezTo>
                    <a:pt x="3104" y="13437"/>
                    <a:pt x="3091" y="13418"/>
                    <a:pt x="3083" y="13396"/>
                  </a:cubicBezTo>
                  <a:cubicBezTo>
                    <a:pt x="3063" y="13348"/>
                    <a:pt x="3041" y="13300"/>
                    <a:pt x="3021" y="13252"/>
                  </a:cubicBezTo>
                  <a:lnTo>
                    <a:pt x="3015" y="13230"/>
                  </a:lnTo>
                  <a:cubicBezTo>
                    <a:pt x="2945" y="13058"/>
                    <a:pt x="2875" y="12878"/>
                    <a:pt x="2821" y="12698"/>
                  </a:cubicBezTo>
                  <a:cubicBezTo>
                    <a:pt x="2807" y="12671"/>
                    <a:pt x="2779" y="12650"/>
                    <a:pt x="2751" y="12650"/>
                  </a:cubicBezTo>
                  <a:lnTo>
                    <a:pt x="402" y="12630"/>
                  </a:lnTo>
                  <a:lnTo>
                    <a:pt x="160" y="11137"/>
                  </a:lnTo>
                  <a:lnTo>
                    <a:pt x="2386" y="10384"/>
                  </a:lnTo>
                  <a:cubicBezTo>
                    <a:pt x="2412" y="10369"/>
                    <a:pt x="2434" y="10342"/>
                    <a:pt x="2434" y="10314"/>
                  </a:cubicBezTo>
                  <a:cubicBezTo>
                    <a:pt x="2434" y="10120"/>
                    <a:pt x="2441" y="9934"/>
                    <a:pt x="2447" y="9747"/>
                  </a:cubicBezTo>
                  <a:lnTo>
                    <a:pt x="2454" y="9720"/>
                  </a:lnTo>
                  <a:cubicBezTo>
                    <a:pt x="2454" y="9664"/>
                    <a:pt x="2461" y="9616"/>
                    <a:pt x="2469" y="9561"/>
                  </a:cubicBezTo>
                  <a:lnTo>
                    <a:pt x="2469" y="9546"/>
                  </a:lnTo>
                  <a:lnTo>
                    <a:pt x="2469" y="9505"/>
                  </a:lnTo>
                  <a:lnTo>
                    <a:pt x="2475" y="9450"/>
                  </a:lnTo>
                  <a:cubicBezTo>
                    <a:pt x="2482" y="9430"/>
                    <a:pt x="2482" y="9402"/>
                    <a:pt x="2482" y="9380"/>
                  </a:cubicBezTo>
                  <a:cubicBezTo>
                    <a:pt x="2489" y="9332"/>
                    <a:pt x="2495" y="9284"/>
                    <a:pt x="2502" y="9229"/>
                  </a:cubicBezTo>
                  <a:lnTo>
                    <a:pt x="2502" y="9201"/>
                  </a:lnTo>
                  <a:cubicBezTo>
                    <a:pt x="2530" y="9015"/>
                    <a:pt x="2565" y="8828"/>
                    <a:pt x="2607" y="8649"/>
                  </a:cubicBezTo>
                  <a:cubicBezTo>
                    <a:pt x="2607" y="8614"/>
                    <a:pt x="2593" y="8586"/>
                    <a:pt x="2572" y="8566"/>
                  </a:cubicBezTo>
                  <a:lnTo>
                    <a:pt x="546" y="7376"/>
                  </a:lnTo>
                  <a:lnTo>
                    <a:pt x="1079" y="5966"/>
                  </a:lnTo>
                  <a:lnTo>
                    <a:pt x="3388" y="6423"/>
                  </a:lnTo>
                  <a:cubicBezTo>
                    <a:pt x="3392" y="6424"/>
                    <a:pt x="3397" y="6424"/>
                    <a:pt x="3402" y="6424"/>
                  </a:cubicBezTo>
                  <a:cubicBezTo>
                    <a:pt x="3426" y="6424"/>
                    <a:pt x="3452" y="6411"/>
                    <a:pt x="3464" y="6388"/>
                  </a:cubicBezTo>
                  <a:cubicBezTo>
                    <a:pt x="3554" y="6222"/>
                    <a:pt x="3657" y="6063"/>
                    <a:pt x="3761" y="5905"/>
                  </a:cubicBezTo>
                  <a:lnTo>
                    <a:pt x="3788" y="5864"/>
                  </a:lnTo>
                  <a:cubicBezTo>
                    <a:pt x="3809" y="5835"/>
                    <a:pt x="3822" y="5807"/>
                    <a:pt x="3844" y="5781"/>
                  </a:cubicBezTo>
                  <a:cubicBezTo>
                    <a:pt x="3851" y="5772"/>
                    <a:pt x="3851" y="5772"/>
                    <a:pt x="3857" y="5766"/>
                  </a:cubicBezTo>
                  <a:lnTo>
                    <a:pt x="3864" y="5752"/>
                  </a:lnTo>
                  <a:cubicBezTo>
                    <a:pt x="3879" y="5739"/>
                    <a:pt x="3892" y="5718"/>
                    <a:pt x="3905" y="5698"/>
                  </a:cubicBezTo>
                  <a:lnTo>
                    <a:pt x="3934" y="5663"/>
                  </a:lnTo>
                  <a:cubicBezTo>
                    <a:pt x="3940" y="5641"/>
                    <a:pt x="3953" y="5628"/>
                    <a:pt x="3968" y="5606"/>
                  </a:cubicBezTo>
                  <a:cubicBezTo>
                    <a:pt x="4003" y="5565"/>
                    <a:pt x="4030" y="5523"/>
                    <a:pt x="4065" y="5482"/>
                  </a:cubicBezTo>
                  <a:lnTo>
                    <a:pt x="4078" y="5469"/>
                  </a:lnTo>
                  <a:lnTo>
                    <a:pt x="4078" y="5462"/>
                  </a:lnTo>
                  <a:cubicBezTo>
                    <a:pt x="4196" y="5316"/>
                    <a:pt x="4313" y="5165"/>
                    <a:pt x="4444" y="5026"/>
                  </a:cubicBezTo>
                  <a:cubicBezTo>
                    <a:pt x="4466" y="5006"/>
                    <a:pt x="4466" y="4971"/>
                    <a:pt x="4451" y="4943"/>
                  </a:cubicBezTo>
                  <a:lnTo>
                    <a:pt x="3298" y="2898"/>
                  </a:lnTo>
                  <a:lnTo>
                    <a:pt x="4459" y="1944"/>
                  </a:lnTo>
                  <a:lnTo>
                    <a:pt x="6234" y="3491"/>
                  </a:lnTo>
                  <a:cubicBezTo>
                    <a:pt x="6247" y="3504"/>
                    <a:pt x="6264" y="3512"/>
                    <a:pt x="6282" y="3512"/>
                  </a:cubicBezTo>
                  <a:cubicBezTo>
                    <a:pt x="6294" y="3512"/>
                    <a:pt x="6306" y="3508"/>
                    <a:pt x="6317" y="3500"/>
                  </a:cubicBezTo>
                  <a:cubicBezTo>
                    <a:pt x="6476" y="3409"/>
                    <a:pt x="6649" y="3319"/>
                    <a:pt x="6815" y="3236"/>
                  </a:cubicBezTo>
                  <a:lnTo>
                    <a:pt x="6823" y="3229"/>
                  </a:lnTo>
                  <a:lnTo>
                    <a:pt x="6843" y="3223"/>
                  </a:lnTo>
                  <a:cubicBezTo>
                    <a:pt x="6884" y="3201"/>
                    <a:pt x="6933" y="3175"/>
                    <a:pt x="6981" y="3153"/>
                  </a:cubicBezTo>
                  <a:cubicBezTo>
                    <a:pt x="7002" y="3146"/>
                    <a:pt x="7022" y="3140"/>
                    <a:pt x="7044" y="3127"/>
                  </a:cubicBezTo>
                  <a:lnTo>
                    <a:pt x="7079" y="3112"/>
                  </a:lnTo>
                  <a:cubicBezTo>
                    <a:pt x="7098" y="3098"/>
                    <a:pt x="7127" y="3092"/>
                    <a:pt x="7147" y="3077"/>
                  </a:cubicBezTo>
                  <a:lnTo>
                    <a:pt x="7175" y="3070"/>
                  </a:lnTo>
                  <a:cubicBezTo>
                    <a:pt x="7203" y="3057"/>
                    <a:pt x="7230" y="3044"/>
                    <a:pt x="7264" y="3029"/>
                  </a:cubicBezTo>
                  <a:lnTo>
                    <a:pt x="7312" y="3009"/>
                  </a:lnTo>
                  <a:cubicBezTo>
                    <a:pt x="7487" y="2939"/>
                    <a:pt x="7666" y="2878"/>
                    <a:pt x="7845" y="2815"/>
                  </a:cubicBezTo>
                  <a:cubicBezTo>
                    <a:pt x="7873" y="2808"/>
                    <a:pt x="7893" y="2780"/>
                    <a:pt x="7893" y="2745"/>
                  </a:cubicBezTo>
                  <a:lnTo>
                    <a:pt x="7915" y="396"/>
                  </a:lnTo>
                  <a:lnTo>
                    <a:pt x="9401" y="154"/>
                  </a:lnTo>
                  <a:close/>
                  <a:moveTo>
                    <a:pt x="9455" y="0"/>
                  </a:moveTo>
                  <a:cubicBezTo>
                    <a:pt x="9451" y="0"/>
                    <a:pt x="9447" y="1"/>
                    <a:pt x="9442" y="1"/>
                  </a:cubicBezTo>
                  <a:lnTo>
                    <a:pt x="7832" y="265"/>
                  </a:lnTo>
                  <a:cubicBezTo>
                    <a:pt x="7797" y="272"/>
                    <a:pt x="7769" y="298"/>
                    <a:pt x="7769" y="333"/>
                  </a:cubicBezTo>
                  <a:lnTo>
                    <a:pt x="7749" y="2690"/>
                  </a:lnTo>
                  <a:cubicBezTo>
                    <a:pt x="7583" y="2745"/>
                    <a:pt x="7417" y="2808"/>
                    <a:pt x="7258" y="2878"/>
                  </a:cubicBezTo>
                  <a:lnTo>
                    <a:pt x="7210" y="2898"/>
                  </a:lnTo>
                  <a:cubicBezTo>
                    <a:pt x="7175" y="2911"/>
                    <a:pt x="7147" y="2919"/>
                    <a:pt x="7113" y="2932"/>
                  </a:cubicBezTo>
                  <a:cubicBezTo>
                    <a:pt x="7113" y="2939"/>
                    <a:pt x="7105" y="2939"/>
                    <a:pt x="7098" y="2939"/>
                  </a:cubicBezTo>
                  <a:lnTo>
                    <a:pt x="7085" y="2946"/>
                  </a:lnTo>
                  <a:cubicBezTo>
                    <a:pt x="7064" y="2961"/>
                    <a:pt x="7044" y="2967"/>
                    <a:pt x="7022" y="2974"/>
                  </a:cubicBezTo>
                  <a:lnTo>
                    <a:pt x="6981" y="2994"/>
                  </a:lnTo>
                  <a:cubicBezTo>
                    <a:pt x="6961" y="3002"/>
                    <a:pt x="6939" y="3015"/>
                    <a:pt x="6919" y="3022"/>
                  </a:cubicBezTo>
                  <a:cubicBezTo>
                    <a:pt x="6871" y="3044"/>
                    <a:pt x="6823" y="3070"/>
                    <a:pt x="6773" y="3092"/>
                  </a:cubicBezTo>
                  <a:lnTo>
                    <a:pt x="6753" y="3105"/>
                  </a:lnTo>
                  <a:cubicBezTo>
                    <a:pt x="6594" y="3181"/>
                    <a:pt x="6442" y="3264"/>
                    <a:pt x="6291" y="3347"/>
                  </a:cubicBezTo>
                  <a:lnTo>
                    <a:pt x="4514" y="1800"/>
                  </a:lnTo>
                  <a:cubicBezTo>
                    <a:pt x="4500" y="1785"/>
                    <a:pt x="4483" y="1778"/>
                    <a:pt x="4465" y="1778"/>
                  </a:cubicBezTo>
                  <a:cubicBezTo>
                    <a:pt x="4448" y="1778"/>
                    <a:pt x="4431" y="1785"/>
                    <a:pt x="4418" y="1800"/>
                  </a:cubicBezTo>
                  <a:lnTo>
                    <a:pt x="3152" y="2821"/>
                  </a:lnTo>
                  <a:cubicBezTo>
                    <a:pt x="3124" y="2850"/>
                    <a:pt x="3117" y="2884"/>
                    <a:pt x="3139" y="2919"/>
                  </a:cubicBezTo>
                  <a:lnTo>
                    <a:pt x="4300" y="4971"/>
                  </a:lnTo>
                  <a:cubicBezTo>
                    <a:pt x="4182" y="5102"/>
                    <a:pt x="4071" y="5233"/>
                    <a:pt x="3962" y="5373"/>
                  </a:cubicBezTo>
                  <a:lnTo>
                    <a:pt x="3947" y="5392"/>
                  </a:lnTo>
                  <a:cubicBezTo>
                    <a:pt x="3912" y="5434"/>
                    <a:pt x="3885" y="5475"/>
                    <a:pt x="3851" y="5523"/>
                  </a:cubicBezTo>
                  <a:cubicBezTo>
                    <a:pt x="3837" y="5538"/>
                    <a:pt x="3822" y="5558"/>
                    <a:pt x="3816" y="5573"/>
                  </a:cubicBezTo>
                  <a:lnTo>
                    <a:pt x="3781" y="5615"/>
                  </a:lnTo>
                  <a:cubicBezTo>
                    <a:pt x="3768" y="5635"/>
                    <a:pt x="3761" y="5656"/>
                    <a:pt x="3746" y="5669"/>
                  </a:cubicBezTo>
                  <a:lnTo>
                    <a:pt x="3733" y="5683"/>
                  </a:lnTo>
                  <a:cubicBezTo>
                    <a:pt x="3733" y="5683"/>
                    <a:pt x="3733" y="5689"/>
                    <a:pt x="3726" y="5698"/>
                  </a:cubicBezTo>
                  <a:cubicBezTo>
                    <a:pt x="3705" y="5724"/>
                    <a:pt x="3685" y="5752"/>
                    <a:pt x="3663" y="5781"/>
                  </a:cubicBezTo>
                  <a:lnTo>
                    <a:pt x="3643" y="5822"/>
                  </a:lnTo>
                  <a:cubicBezTo>
                    <a:pt x="3539" y="5966"/>
                    <a:pt x="3449" y="6119"/>
                    <a:pt x="3360" y="6270"/>
                  </a:cubicBezTo>
                  <a:lnTo>
                    <a:pt x="1044" y="5814"/>
                  </a:lnTo>
                  <a:cubicBezTo>
                    <a:pt x="1039" y="5813"/>
                    <a:pt x="1033" y="5812"/>
                    <a:pt x="1028" y="5812"/>
                  </a:cubicBezTo>
                  <a:cubicBezTo>
                    <a:pt x="999" y="5812"/>
                    <a:pt x="975" y="5827"/>
                    <a:pt x="968" y="5855"/>
                  </a:cubicBezTo>
                  <a:lnTo>
                    <a:pt x="387" y="7383"/>
                  </a:lnTo>
                  <a:cubicBezTo>
                    <a:pt x="374" y="7411"/>
                    <a:pt x="387" y="7453"/>
                    <a:pt x="415" y="7466"/>
                  </a:cubicBezTo>
                  <a:lnTo>
                    <a:pt x="2447" y="8668"/>
                  </a:lnTo>
                  <a:cubicBezTo>
                    <a:pt x="2412" y="8834"/>
                    <a:pt x="2386" y="9015"/>
                    <a:pt x="2364" y="9181"/>
                  </a:cubicBezTo>
                  <a:lnTo>
                    <a:pt x="2358" y="9208"/>
                  </a:lnTo>
                  <a:cubicBezTo>
                    <a:pt x="2351" y="9264"/>
                    <a:pt x="2344" y="9312"/>
                    <a:pt x="2336" y="9367"/>
                  </a:cubicBezTo>
                  <a:cubicBezTo>
                    <a:pt x="2336" y="9388"/>
                    <a:pt x="2336" y="9408"/>
                    <a:pt x="2330" y="9436"/>
                  </a:cubicBezTo>
                  <a:lnTo>
                    <a:pt x="2323" y="9491"/>
                  </a:lnTo>
                  <a:lnTo>
                    <a:pt x="2323" y="9533"/>
                  </a:lnTo>
                  <a:lnTo>
                    <a:pt x="2323" y="9554"/>
                  </a:lnTo>
                  <a:cubicBezTo>
                    <a:pt x="2316" y="9602"/>
                    <a:pt x="2310" y="9657"/>
                    <a:pt x="2310" y="9705"/>
                  </a:cubicBezTo>
                  <a:lnTo>
                    <a:pt x="2310" y="9720"/>
                  </a:lnTo>
                  <a:cubicBezTo>
                    <a:pt x="2310" y="9727"/>
                    <a:pt x="2303" y="9727"/>
                    <a:pt x="2303" y="9733"/>
                  </a:cubicBezTo>
                  <a:cubicBezTo>
                    <a:pt x="2295" y="9906"/>
                    <a:pt x="2288" y="10085"/>
                    <a:pt x="2288" y="10259"/>
                  </a:cubicBezTo>
                  <a:lnTo>
                    <a:pt x="55" y="11019"/>
                  </a:lnTo>
                  <a:cubicBezTo>
                    <a:pt x="22" y="11032"/>
                    <a:pt x="1" y="11067"/>
                    <a:pt x="7" y="11102"/>
                  </a:cubicBezTo>
                  <a:lnTo>
                    <a:pt x="263" y="12713"/>
                  </a:lnTo>
                  <a:cubicBezTo>
                    <a:pt x="271" y="12747"/>
                    <a:pt x="304" y="12767"/>
                    <a:pt x="339" y="12774"/>
                  </a:cubicBezTo>
                  <a:lnTo>
                    <a:pt x="2696" y="12795"/>
                  </a:lnTo>
                  <a:cubicBezTo>
                    <a:pt x="2751" y="12961"/>
                    <a:pt x="2814" y="13121"/>
                    <a:pt x="2875" y="13286"/>
                  </a:cubicBezTo>
                  <a:lnTo>
                    <a:pt x="2890" y="13313"/>
                  </a:lnTo>
                  <a:cubicBezTo>
                    <a:pt x="2910" y="13354"/>
                    <a:pt x="2932" y="13403"/>
                    <a:pt x="2952" y="13452"/>
                  </a:cubicBezTo>
                  <a:cubicBezTo>
                    <a:pt x="2958" y="13472"/>
                    <a:pt x="2966" y="13500"/>
                    <a:pt x="2980" y="13520"/>
                  </a:cubicBezTo>
                  <a:lnTo>
                    <a:pt x="3000" y="13562"/>
                  </a:lnTo>
                  <a:cubicBezTo>
                    <a:pt x="3008" y="13583"/>
                    <a:pt x="3015" y="13603"/>
                    <a:pt x="3028" y="13625"/>
                  </a:cubicBezTo>
                  <a:cubicBezTo>
                    <a:pt x="3049" y="13673"/>
                    <a:pt x="3069" y="13721"/>
                    <a:pt x="3098" y="13763"/>
                  </a:cubicBezTo>
                  <a:lnTo>
                    <a:pt x="3104" y="13791"/>
                  </a:lnTo>
                  <a:cubicBezTo>
                    <a:pt x="3180" y="13942"/>
                    <a:pt x="3263" y="14101"/>
                    <a:pt x="3353" y="14254"/>
                  </a:cubicBezTo>
                  <a:lnTo>
                    <a:pt x="1797" y="16030"/>
                  </a:lnTo>
                  <a:cubicBezTo>
                    <a:pt x="1777" y="16057"/>
                    <a:pt x="1777" y="16098"/>
                    <a:pt x="1797" y="16126"/>
                  </a:cubicBezTo>
                  <a:lnTo>
                    <a:pt x="2827" y="17384"/>
                  </a:lnTo>
                  <a:cubicBezTo>
                    <a:pt x="2842" y="17403"/>
                    <a:pt x="2865" y="17412"/>
                    <a:pt x="2887" y="17412"/>
                  </a:cubicBezTo>
                  <a:cubicBezTo>
                    <a:pt x="2898" y="17412"/>
                    <a:pt x="2908" y="17410"/>
                    <a:pt x="2917" y="17405"/>
                  </a:cubicBezTo>
                  <a:lnTo>
                    <a:pt x="4970" y="16244"/>
                  </a:lnTo>
                  <a:cubicBezTo>
                    <a:pt x="5101" y="16355"/>
                    <a:pt x="5239" y="16471"/>
                    <a:pt x="5378" y="16576"/>
                  </a:cubicBezTo>
                  <a:lnTo>
                    <a:pt x="5398" y="16596"/>
                  </a:lnTo>
                  <a:cubicBezTo>
                    <a:pt x="5440" y="16624"/>
                    <a:pt x="5481" y="16659"/>
                    <a:pt x="5523" y="16687"/>
                  </a:cubicBezTo>
                  <a:cubicBezTo>
                    <a:pt x="5544" y="16700"/>
                    <a:pt x="5557" y="16713"/>
                    <a:pt x="5579" y="16728"/>
                  </a:cubicBezTo>
                  <a:lnTo>
                    <a:pt x="5621" y="16755"/>
                  </a:lnTo>
                  <a:cubicBezTo>
                    <a:pt x="5634" y="16770"/>
                    <a:pt x="5654" y="16783"/>
                    <a:pt x="5675" y="16796"/>
                  </a:cubicBezTo>
                  <a:cubicBezTo>
                    <a:pt x="5717" y="16825"/>
                    <a:pt x="5758" y="16859"/>
                    <a:pt x="5800" y="16886"/>
                  </a:cubicBezTo>
                  <a:lnTo>
                    <a:pt x="5828" y="16901"/>
                  </a:lnTo>
                  <a:cubicBezTo>
                    <a:pt x="5972" y="16997"/>
                    <a:pt x="6118" y="17093"/>
                    <a:pt x="6269" y="17176"/>
                  </a:cubicBezTo>
                  <a:lnTo>
                    <a:pt x="5813" y="19492"/>
                  </a:lnTo>
                  <a:cubicBezTo>
                    <a:pt x="5806" y="19527"/>
                    <a:pt x="5828" y="19562"/>
                    <a:pt x="5861" y="19575"/>
                  </a:cubicBezTo>
                  <a:lnTo>
                    <a:pt x="7382" y="20155"/>
                  </a:lnTo>
                  <a:cubicBezTo>
                    <a:pt x="7391" y="20159"/>
                    <a:pt x="7400" y="20161"/>
                    <a:pt x="7409" y="20161"/>
                  </a:cubicBezTo>
                  <a:cubicBezTo>
                    <a:pt x="7434" y="20161"/>
                    <a:pt x="7457" y="20146"/>
                    <a:pt x="7472" y="20121"/>
                  </a:cubicBezTo>
                  <a:lnTo>
                    <a:pt x="8668" y="18089"/>
                  </a:lnTo>
                  <a:cubicBezTo>
                    <a:pt x="8840" y="18123"/>
                    <a:pt x="9013" y="18158"/>
                    <a:pt x="9187" y="18180"/>
                  </a:cubicBezTo>
                  <a:lnTo>
                    <a:pt x="9213" y="18186"/>
                  </a:lnTo>
                  <a:cubicBezTo>
                    <a:pt x="9261" y="18193"/>
                    <a:pt x="9318" y="18200"/>
                    <a:pt x="9373" y="18200"/>
                  </a:cubicBezTo>
                  <a:cubicBezTo>
                    <a:pt x="9394" y="18206"/>
                    <a:pt x="9414" y="18206"/>
                    <a:pt x="9442" y="18206"/>
                  </a:cubicBezTo>
                  <a:lnTo>
                    <a:pt x="9484" y="18213"/>
                  </a:lnTo>
                  <a:cubicBezTo>
                    <a:pt x="9504" y="18213"/>
                    <a:pt x="9532" y="18221"/>
                    <a:pt x="9552" y="18221"/>
                  </a:cubicBezTo>
                  <a:cubicBezTo>
                    <a:pt x="9608" y="18228"/>
                    <a:pt x="9656" y="18228"/>
                    <a:pt x="9711" y="18235"/>
                  </a:cubicBezTo>
                  <a:lnTo>
                    <a:pt x="9739" y="18235"/>
                  </a:lnTo>
                  <a:cubicBezTo>
                    <a:pt x="9912" y="18248"/>
                    <a:pt x="10084" y="18254"/>
                    <a:pt x="10265" y="18254"/>
                  </a:cubicBezTo>
                  <a:lnTo>
                    <a:pt x="11025" y="20487"/>
                  </a:lnTo>
                  <a:cubicBezTo>
                    <a:pt x="11031" y="20515"/>
                    <a:pt x="11066" y="20535"/>
                    <a:pt x="11094" y="20535"/>
                  </a:cubicBezTo>
                  <a:lnTo>
                    <a:pt x="11108" y="20535"/>
                  </a:lnTo>
                  <a:lnTo>
                    <a:pt x="12712" y="20273"/>
                  </a:lnTo>
                  <a:cubicBezTo>
                    <a:pt x="12745" y="20267"/>
                    <a:pt x="12773" y="20238"/>
                    <a:pt x="12773" y="20204"/>
                  </a:cubicBezTo>
                  <a:lnTo>
                    <a:pt x="12795" y="17848"/>
                  </a:lnTo>
                  <a:cubicBezTo>
                    <a:pt x="12961" y="17792"/>
                    <a:pt x="13126" y="17730"/>
                    <a:pt x="13284" y="17661"/>
                  </a:cubicBezTo>
                  <a:lnTo>
                    <a:pt x="13334" y="17647"/>
                  </a:lnTo>
                  <a:cubicBezTo>
                    <a:pt x="13367" y="17632"/>
                    <a:pt x="13395" y="17619"/>
                    <a:pt x="13430" y="17606"/>
                  </a:cubicBezTo>
                  <a:cubicBezTo>
                    <a:pt x="13437" y="17599"/>
                    <a:pt x="13437" y="17599"/>
                    <a:pt x="13443" y="17599"/>
                  </a:cubicBezTo>
                  <a:lnTo>
                    <a:pt x="13458" y="17591"/>
                  </a:lnTo>
                  <a:cubicBezTo>
                    <a:pt x="13478" y="17584"/>
                    <a:pt x="13500" y="17571"/>
                    <a:pt x="13520" y="17564"/>
                  </a:cubicBezTo>
                  <a:lnTo>
                    <a:pt x="13561" y="17543"/>
                  </a:lnTo>
                  <a:cubicBezTo>
                    <a:pt x="13583" y="17536"/>
                    <a:pt x="13602" y="17523"/>
                    <a:pt x="13624" y="17516"/>
                  </a:cubicBezTo>
                  <a:cubicBezTo>
                    <a:pt x="13672" y="17495"/>
                    <a:pt x="13720" y="17467"/>
                    <a:pt x="13768" y="17447"/>
                  </a:cubicBezTo>
                  <a:lnTo>
                    <a:pt x="13790" y="17440"/>
                  </a:lnTo>
                  <a:cubicBezTo>
                    <a:pt x="13790" y="17440"/>
                    <a:pt x="13790" y="17433"/>
                    <a:pt x="13797" y="17433"/>
                  </a:cubicBezTo>
                  <a:cubicBezTo>
                    <a:pt x="13947" y="17357"/>
                    <a:pt x="14107" y="17274"/>
                    <a:pt x="14259" y="17191"/>
                  </a:cubicBezTo>
                  <a:lnTo>
                    <a:pt x="16036" y="18739"/>
                  </a:lnTo>
                  <a:cubicBezTo>
                    <a:pt x="16046" y="18754"/>
                    <a:pt x="16063" y="18761"/>
                    <a:pt x="16081" y="18761"/>
                  </a:cubicBezTo>
                  <a:cubicBezTo>
                    <a:pt x="16096" y="18761"/>
                    <a:pt x="16112" y="18756"/>
                    <a:pt x="16125" y="18745"/>
                  </a:cubicBezTo>
                  <a:lnTo>
                    <a:pt x="17389" y="17715"/>
                  </a:lnTo>
                  <a:cubicBezTo>
                    <a:pt x="17418" y="17689"/>
                    <a:pt x="17424" y="17654"/>
                    <a:pt x="17404" y="17619"/>
                  </a:cubicBezTo>
                  <a:lnTo>
                    <a:pt x="16243" y="15567"/>
                  </a:lnTo>
                  <a:cubicBezTo>
                    <a:pt x="16361" y="15435"/>
                    <a:pt x="16470" y="15304"/>
                    <a:pt x="16582" y="15166"/>
                  </a:cubicBezTo>
                  <a:lnTo>
                    <a:pt x="16582" y="15159"/>
                  </a:lnTo>
                  <a:lnTo>
                    <a:pt x="16595" y="15144"/>
                  </a:lnTo>
                  <a:cubicBezTo>
                    <a:pt x="16630" y="15103"/>
                    <a:pt x="16658" y="15061"/>
                    <a:pt x="16693" y="15020"/>
                  </a:cubicBezTo>
                  <a:cubicBezTo>
                    <a:pt x="16706" y="15000"/>
                    <a:pt x="16719" y="14978"/>
                    <a:pt x="16734" y="14965"/>
                  </a:cubicBezTo>
                  <a:lnTo>
                    <a:pt x="16754" y="14924"/>
                  </a:lnTo>
                  <a:cubicBezTo>
                    <a:pt x="16776" y="14910"/>
                    <a:pt x="16789" y="14889"/>
                    <a:pt x="16802" y="14869"/>
                  </a:cubicBezTo>
                  <a:lnTo>
                    <a:pt x="16809" y="14854"/>
                  </a:lnTo>
                  <a:cubicBezTo>
                    <a:pt x="16809" y="14854"/>
                    <a:pt x="16817" y="14847"/>
                    <a:pt x="16817" y="14841"/>
                  </a:cubicBezTo>
                  <a:cubicBezTo>
                    <a:pt x="16837" y="14813"/>
                    <a:pt x="16859" y="14786"/>
                    <a:pt x="16879" y="14758"/>
                  </a:cubicBezTo>
                  <a:lnTo>
                    <a:pt x="16907" y="14716"/>
                  </a:lnTo>
                  <a:cubicBezTo>
                    <a:pt x="17003" y="14572"/>
                    <a:pt x="17092" y="14419"/>
                    <a:pt x="17182" y="14267"/>
                  </a:cubicBezTo>
                  <a:lnTo>
                    <a:pt x="19498" y="14723"/>
                  </a:lnTo>
                  <a:cubicBezTo>
                    <a:pt x="19503" y="14724"/>
                    <a:pt x="19509" y="14725"/>
                    <a:pt x="19515" y="14725"/>
                  </a:cubicBezTo>
                  <a:cubicBezTo>
                    <a:pt x="19543" y="14725"/>
                    <a:pt x="19570" y="14711"/>
                    <a:pt x="19581" y="14682"/>
                  </a:cubicBezTo>
                  <a:lnTo>
                    <a:pt x="20155" y="13162"/>
                  </a:lnTo>
                  <a:cubicBezTo>
                    <a:pt x="20168" y="13127"/>
                    <a:pt x="20155" y="13086"/>
                    <a:pt x="20126" y="13071"/>
                  </a:cubicBezTo>
                  <a:lnTo>
                    <a:pt x="18094" y="11868"/>
                  </a:lnTo>
                  <a:cubicBezTo>
                    <a:pt x="18129" y="11702"/>
                    <a:pt x="18157" y="11530"/>
                    <a:pt x="18186" y="11357"/>
                  </a:cubicBezTo>
                  <a:lnTo>
                    <a:pt x="18186" y="11329"/>
                  </a:lnTo>
                  <a:cubicBezTo>
                    <a:pt x="18192" y="11274"/>
                    <a:pt x="18199" y="11226"/>
                    <a:pt x="18206" y="11172"/>
                  </a:cubicBezTo>
                  <a:cubicBezTo>
                    <a:pt x="18206" y="11150"/>
                    <a:pt x="18212" y="11130"/>
                    <a:pt x="18212" y="11102"/>
                  </a:cubicBezTo>
                  <a:lnTo>
                    <a:pt x="18219" y="11060"/>
                  </a:lnTo>
                  <a:cubicBezTo>
                    <a:pt x="18219" y="11032"/>
                    <a:pt x="18219" y="11012"/>
                    <a:pt x="18227" y="10984"/>
                  </a:cubicBezTo>
                  <a:cubicBezTo>
                    <a:pt x="18227" y="10936"/>
                    <a:pt x="18234" y="10881"/>
                    <a:pt x="18234" y="10832"/>
                  </a:cubicBezTo>
                  <a:lnTo>
                    <a:pt x="18240" y="10783"/>
                  </a:lnTo>
                  <a:lnTo>
                    <a:pt x="18240" y="10764"/>
                  </a:lnTo>
                  <a:cubicBezTo>
                    <a:pt x="18254" y="10604"/>
                    <a:pt x="18254" y="10445"/>
                    <a:pt x="18254" y="10279"/>
                  </a:cubicBezTo>
                  <a:lnTo>
                    <a:pt x="20486" y="9519"/>
                  </a:lnTo>
                  <a:cubicBezTo>
                    <a:pt x="20521" y="9505"/>
                    <a:pt x="20541" y="9471"/>
                    <a:pt x="20534" y="9436"/>
                  </a:cubicBezTo>
                  <a:lnTo>
                    <a:pt x="20279" y="7826"/>
                  </a:lnTo>
                  <a:cubicBezTo>
                    <a:pt x="20272" y="7791"/>
                    <a:pt x="20244" y="7771"/>
                    <a:pt x="20209" y="7771"/>
                  </a:cubicBezTo>
                  <a:lnTo>
                    <a:pt x="17846" y="7750"/>
                  </a:lnTo>
                  <a:cubicBezTo>
                    <a:pt x="17791" y="7577"/>
                    <a:pt x="17729" y="7418"/>
                    <a:pt x="17666" y="7252"/>
                  </a:cubicBezTo>
                  <a:cubicBezTo>
                    <a:pt x="17666" y="7252"/>
                    <a:pt x="17660" y="7245"/>
                    <a:pt x="17660" y="7239"/>
                  </a:cubicBezTo>
                  <a:lnTo>
                    <a:pt x="17653" y="7232"/>
                  </a:lnTo>
                  <a:cubicBezTo>
                    <a:pt x="17632" y="7182"/>
                    <a:pt x="17618" y="7134"/>
                    <a:pt x="17590" y="7086"/>
                  </a:cubicBezTo>
                  <a:cubicBezTo>
                    <a:pt x="17583" y="7066"/>
                    <a:pt x="17577" y="7038"/>
                    <a:pt x="17564" y="7016"/>
                  </a:cubicBezTo>
                  <a:lnTo>
                    <a:pt x="17549" y="6983"/>
                  </a:lnTo>
                  <a:cubicBezTo>
                    <a:pt x="17535" y="6962"/>
                    <a:pt x="17529" y="6933"/>
                    <a:pt x="17522" y="6914"/>
                  </a:cubicBezTo>
                  <a:cubicBezTo>
                    <a:pt x="17494" y="6865"/>
                    <a:pt x="17472" y="6824"/>
                    <a:pt x="17452" y="6776"/>
                  </a:cubicBezTo>
                  <a:lnTo>
                    <a:pt x="17431" y="6734"/>
                  </a:lnTo>
                  <a:cubicBezTo>
                    <a:pt x="17424" y="6726"/>
                    <a:pt x="17424" y="6719"/>
                    <a:pt x="17418" y="6713"/>
                  </a:cubicBezTo>
                  <a:cubicBezTo>
                    <a:pt x="17348" y="6568"/>
                    <a:pt x="17273" y="6429"/>
                    <a:pt x="17190" y="6285"/>
                  </a:cubicBezTo>
                  <a:lnTo>
                    <a:pt x="18745" y="4508"/>
                  </a:lnTo>
                  <a:cubicBezTo>
                    <a:pt x="18766" y="4480"/>
                    <a:pt x="18766" y="4439"/>
                    <a:pt x="18745" y="4419"/>
                  </a:cubicBezTo>
                  <a:lnTo>
                    <a:pt x="17715" y="3153"/>
                  </a:lnTo>
                  <a:cubicBezTo>
                    <a:pt x="17701" y="3135"/>
                    <a:pt x="17678" y="3126"/>
                    <a:pt x="17656" y="3126"/>
                  </a:cubicBezTo>
                  <a:cubicBezTo>
                    <a:pt x="17645" y="3126"/>
                    <a:pt x="17634" y="3128"/>
                    <a:pt x="17625" y="3133"/>
                  </a:cubicBezTo>
                  <a:lnTo>
                    <a:pt x="15573" y="4294"/>
                  </a:lnTo>
                  <a:cubicBezTo>
                    <a:pt x="15440" y="4183"/>
                    <a:pt x="15303" y="4065"/>
                    <a:pt x="15165" y="3963"/>
                  </a:cubicBezTo>
                  <a:lnTo>
                    <a:pt x="15143" y="3941"/>
                  </a:lnTo>
                  <a:cubicBezTo>
                    <a:pt x="15102" y="3914"/>
                    <a:pt x="15061" y="3880"/>
                    <a:pt x="15019" y="3851"/>
                  </a:cubicBezTo>
                  <a:cubicBezTo>
                    <a:pt x="14999" y="3838"/>
                    <a:pt x="14984" y="3823"/>
                    <a:pt x="14964" y="3810"/>
                  </a:cubicBezTo>
                  <a:lnTo>
                    <a:pt x="14929" y="3782"/>
                  </a:lnTo>
                  <a:cubicBezTo>
                    <a:pt x="14910" y="3769"/>
                    <a:pt x="14888" y="3755"/>
                    <a:pt x="14868" y="3740"/>
                  </a:cubicBezTo>
                  <a:cubicBezTo>
                    <a:pt x="14827" y="3714"/>
                    <a:pt x="14785" y="3679"/>
                    <a:pt x="14744" y="3651"/>
                  </a:cubicBezTo>
                  <a:lnTo>
                    <a:pt x="14715" y="3637"/>
                  </a:lnTo>
                  <a:cubicBezTo>
                    <a:pt x="14570" y="3541"/>
                    <a:pt x="14425" y="3443"/>
                    <a:pt x="14273" y="3360"/>
                  </a:cubicBezTo>
                  <a:lnTo>
                    <a:pt x="14729" y="1045"/>
                  </a:lnTo>
                  <a:cubicBezTo>
                    <a:pt x="14735" y="1012"/>
                    <a:pt x="14715" y="977"/>
                    <a:pt x="14681" y="962"/>
                  </a:cubicBezTo>
                  <a:lnTo>
                    <a:pt x="13160" y="381"/>
                  </a:lnTo>
                  <a:cubicBezTo>
                    <a:pt x="13151" y="378"/>
                    <a:pt x="13142" y="376"/>
                    <a:pt x="13134" y="376"/>
                  </a:cubicBezTo>
                  <a:cubicBezTo>
                    <a:pt x="13109" y="376"/>
                    <a:pt x="13086" y="390"/>
                    <a:pt x="13070" y="416"/>
                  </a:cubicBezTo>
                  <a:lnTo>
                    <a:pt x="11874" y="2448"/>
                  </a:lnTo>
                  <a:cubicBezTo>
                    <a:pt x="11778" y="2428"/>
                    <a:pt x="11682" y="2407"/>
                    <a:pt x="11592" y="2393"/>
                  </a:cubicBezTo>
                  <a:cubicBezTo>
                    <a:pt x="11522" y="2380"/>
                    <a:pt x="11446" y="2372"/>
                    <a:pt x="11356" y="2359"/>
                  </a:cubicBezTo>
                  <a:lnTo>
                    <a:pt x="11328" y="2352"/>
                  </a:lnTo>
                  <a:cubicBezTo>
                    <a:pt x="11280" y="2345"/>
                    <a:pt x="11225" y="2345"/>
                    <a:pt x="11177" y="2339"/>
                  </a:cubicBezTo>
                  <a:cubicBezTo>
                    <a:pt x="11149" y="2330"/>
                    <a:pt x="11128" y="2330"/>
                    <a:pt x="11108" y="2330"/>
                  </a:cubicBezTo>
                  <a:lnTo>
                    <a:pt x="11060" y="2324"/>
                  </a:lnTo>
                  <a:cubicBezTo>
                    <a:pt x="11038" y="2324"/>
                    <a:pt x="11011" y="2317"/>
                    <a:pt x="10990" y="2317"/>
                  </a:cubicBezTo>
                  <a:cubicBezTo>
                    <a:pt x="10935" y="2310"/>
                    <a:pt x="10887" y="2310"/>
                    <a:pt x="10831" y="2304"/>
                  </a:cubicBezTo>
                  <a:lnTo>
                    <a:pt x="10804" y="2304"/>
                  </a:lnTo>
                  <a:cubicBezTo>
                    <a:pt x="10630" y="2289"/>
                    <a:pt x="10457" y="2282"/>
                    <a:pt x="10285" y="2282"/>
                  </a:cubicBezTo>
                  <a:lnTo>
                    <a:pt x="9519" y="50"/>
                  </a:lnTo>
                  <a:cubicBezTo>
                    <a:pt x="9511" y="20"/>
                    <a:pt x="9485" y="0"/>
                    <a:pt x="94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3" name="Google Shape;16133;p34"/>
            <p:cNvSpPr/>
            <p:nvPr/>
          </p:nvSpPr>
          <p:spPr>
            <a:xfrm>
              <a:off x="7033950" y="-293650"/>
              <a:ext cx="2687391" cy="2688118"/>
            </a:xfrm>
            <a:custGeom>
              <a:rect b="b" l="l" r="r" t="t"/>
              <a:pathLst>
                <a:path extrusionOk="0" h="25884" w="25877">
                  <a:moveTo>
                    <a:pt x="12939" y="77"/>
                  </a:moveTo>
                  <a:cubicBezTo>
                    <a:pt x="20037" y="77"/>
                    <a:pt x="25807" y="5848"/>
                    <a:pt x="25807" y="12946"/>
                  </a:cubicBezTo>
                  <a:cubicBezTo>
                    <a:pt x="25807" y="20037"/>
                    <a:pt x="20037" y="25808"/>
                    <a:pt x="12939" y="25808"/>
                  </a:cubicBezTo>
                  <a:cubicBezTo>
                    <a:pt x="5847" y="25808"/>
                    <a:pt x="77" y="20037"/>
                    <a:pt x="77" y="12946"/>
                  </a:cubicBezTo>
                  <a:cubicBezTo>
                    <a:pt x="77" y="5848"/>
                    <a:pt x="5847" y="77"/>
                    <a:pt x="12939" y="77"/>
                  </a:cubicBezTo>
                  <a:close/>
                  <a:moveTo>
                    <a:pt x="12939" y="1"/>
                  </a:moveTo>
                  <a:cubicBezTo>
                    <a:pt x="11190" y="1"/>
                    <a:pt x="9497" y="346"/>
                    <a:pt x="7899" y="1022"/>
                  </a:cubicBezTo>
                  <a:cubicBezTo>
                    <a:pt x="6358" y="1673"/>
                    <a:pt x="4977" y="2606"/>
                    <a:pt x="3787" y="3794"/>
                  </a:cubicBezTo>
                  <a:cubicBezTo>
                    <a:pt x="2598" y="4983"/>
                    <a:pt x="1666" y="6365"/>
                    <a:pt x="1015" y="7906"/>
                  </a:cubicBezTo>
                  <a:cubicBezTo>
                    <a:pt x="339" y="9504"/>
                    <a:pt x="0" y="11197"/>
                    <a:pt x="0" y="12946"/>
                  </a:cubicBezTo>
                  <a:cubicBezTo>
                    <a:pt x="0" y="14687"/>
                    <a:pt x="339" y="16381"/>
                    <a:pt x="1015" y="17977"/>
                  </a:cubicBezTo>
                  <a:cubicBezTo>
                    <a:pt x="1666" y="19518"/>
                    <a:pt x="2598" y="20901"/>
                    <a:pt x="3787" y="22089"/>
                  </a:cubicBezTo>
                  <a:cubicBezTo>
                    <a:pt x="4977" y="23278"/>
                    <a:pt x="6358" y="24212"/>
                    <a:pt x="7899" y="24867"/>
                  </a:cubicBezTo>
                  <a:cubicBezTo>
                    <a:pt x="9497" y="25539"/>
                    <a:pt x="11190" y="25884"/>
                    <a:pt x="12939" y="25884"/>
                  </a:cubicBezTo>
                  <a:cubicBezTo>
                    <a:pt x="14687" y="25884"/>
                    <a:pt x="16381" y="25539"/>
                    <a:pt x="17976" y="24867"/>
                  </a:cubicBezTo>
                  <a:cubicBezTo>
                    <a:pt x="19517" y="24212"/>
                    <a:pt x="20901" y="23278"/>
                    <a:pt x="22088" y="22089"/>
                  </a:cubicBezTo>
                  <a:cubicBezTo>
                    <a:pt x="23278" y="20901"/>
                    <a:pt x="24212" y="19518"/>
                    <a:pt x="24860" y="17977"/>
                  </a:cubicBezTo>
                  <a:cubicBezTo>
                    <a:pt x="25539" y="16381"/>
                    <a:pt x="25877" y="14687"/>
                    <a:pt x="25877" y="12946"/>
                  </a:cubicBezTo>
                  <a:cubicBezTo>
                    <a:pt x="25877" y="11197"/>
                    <a:pt x="25539" y="9504"/>
                    <a:pt x="24860" y="7906"/>
                  </a:cubicBezTo>
                  <a:cubicBezTo>
                    <a:pt x="24212" y="6365"/>
                    <a:pt x="23278" y="4983"/>
                    <a:pt x="22088" y="3794"/>
                  </a:cubicBezTo>
                  <a:cubicBezTo>
                    <a:pt x="20901" y="2606"/>
                    <a:pt x="19517" y="1673"/>
                    <a:pt x="17976" y="1022"/>
                  </a:cubicBezTo>
                  <a:cubicBezTo>
                    <a:pt x="16381" y="346"/>
                    <a:pt x="14687" y="1"/>
                    <a:pt x="129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134" name="Google Shape;16134;p34"/>
          <p:cNvSpPr/>
          <p:nvPr/>
        </p:nvSpPr>
        <p:spPr>
          <a:xfrm>
            <a:off x="6336271" y="4322628"/>
            <a:ext cx="1179895" cy="1180184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35" name="Google Shape;16135;p34"/>
          <p:cNvSpPr/>
          <p:nvPr/>
        </p:nvSpPr>
        <p:spPr>
          <a:xfrm>
            <a:off x="6976650" y="3552363"/>
            <a:ext cx="2720700" cy="27207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36" name="Google Shape;16136;p34"/>
          <p:cNvSpPr/>
          <p:nvPr/>
        </p:nvSpPr>
        <p:spPr>
          <a:xfrm>
            <a:off x="7118900" y="136525"/>
            <a:ext cx="583610" cy="613563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140" name="Shape 16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41" name="Google Shape;16141;p3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Table of contents</a:t>
            </a:r>
            <a:endParaRPr/>
          </a:p>
        </p:txBody>
      </p:sp>
      <p:sp>
        <p:nvSpPr>
          <p:cNvPr id="16142" name="Google Shape;16142;p35"/>
          <p:cNvSpPr txBox="1"/>
          <p:nvPr>
            <p:ph idx="4" type="title"/>
          </p:nvPr>
        </p:nvSpPr>
        <p:spPr>
          <a:xfrm>
            <a:off x="6468275" y="2056410"/>
            <a:ext cx="668700" cy="45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16143" name="Google Shape;16143;p35"/>
          <p:cNvSpPr txBox="1"/>
          <p:nvPr>
            <p:ph idx="7" type="subTitle"/>
          </p:nvPr>
        </p:nvSpPr>
        <p:spPr>
          <a:xfrm>
            <a:off x="5416000" y="2656175"/>
            <a:ext cx="2860200" cy="867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Future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Considerations</a:t>
            </a:r>
            <a:endParaRPr/>
          </a:p>
        </p:txBody>
      </p:sp>
      <p:sp>
        <p:nvSpPr>
          <p:cNvPr id="16144" name="Google Shape;16144;p35"/>
          <p:cNvSpPr txBox="1"/>
          <p:nvPr>
            <p:ph idx="16" type="title"/>
          </p:nvPr>
        </p:nvSpPr>
        <p:spPr>
          <a:xfrm>
            <a:off x="2165700" y="2056403"/>
            <a:ext cx="668700" cy="45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16145" name="Google Shape;16145;p35"/>
          <p:cNvSpPr txBox="1"/>
          <p:nvPr>
            <p:ph idx="18" type="title"/>
          </p:nvPr>
        </p:nvSpPr>
        <p:spPr>
          <a:xfrm>
            <a:off x="4219950" y="2056401"/>
            <a:ext cx="704100" cy="45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16146" name="Google Shape;16146;p35"/>
          <p:cNvSpPr txBox="1"/>
          <p:nvPr>
            <p:ph idx="19" type="subTitle"/>
          </p:nvPr>
        </p:nvSpPr>
        <p:spPr>
          <a:xfrm>
            <a:off x="1299600" y="2682140"/>
            <a:ext cx="2400900" cy="45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Introduction</a:t>
            </a:r>
            <a:endParaRPr/>
          </a:p>
        </p:txBody>
      </p:sp>
      <p:sp>
        <p:nvSpPr>
          <p:cNvPr id="16147" name="Google Shape;16147;p35"/>
          <p:cNvSpPr txBox="1"/>
          <p:nvPr>
            <p:ph idx="21" type="subTitle"/>
          </p:nvPr>
        </p:nvSpPr>
        <p:spPr>
          <a:xfrm>
            <a:off x="3063600" y="2656187"/>
            <a:ext cx="3016800" cy="867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Current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Project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151" name="Shape 16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52" name="Google Shape;16152;p36"/>
          <p:cNvSpPr txBox="1"/>
          <p:nvPr>
            <p:ph type="title"/>
          </p:nvPr>
        </p:nvSpPr>
        <p:spPr>
          <a:xfrm>
            <a:off x="720000" y="2427410"/>
            <a:ext cx="5067600" cy="95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Introduction</a:t>
            </a:r>
            <a:endParaRPr/>
          </a:p>
        </p:txBody>
      </p:sp>
      <p:sp>
        <p:nvSpPr>
          <p:cNvPr id="16153" name="Google Shape;16153;p36"/>
          <p:cNvSpPr txBox="1"/>
          <p:nvPr>
            <p:ph idx="2" type="title"/>
          </p:nvPr>
        </p:nvSpPr>
        <p:spPr>
          <a:xfrm>
            <a:off x="720000" y="1296588"/>
            <a:ext cx="1256700" cy="95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16154" name="Google Shape;16154;p36"/>
          <p:cNvSpPr txBox="1"/>
          <p:nvPr>
            <p:ph idx="1" type="subTitle"/>
          </p:nvPr>
        </p:nvSpPr>
        <p:spPr>
          <a:xfrm>
            <a:off x="720000" y="3471925"/>
            <a:ext cx="6561900" cy="37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is a HFCV? And why is there one sitting in the High Bay? </a:t>
            </a:r>
            <a:endParaRPr/>
          </a:p>
        </p:txBody>
      </p:sp>
      <p:sp>
        <p:nvSpPr>
          <p:cNvPr id="16155" name="Google Shape;16155;p36"/>
          <p:cNvSpPr/>
          <p:nvPr/>
        </p:nvSpPr>
        <p:spPr>
          <a:xfrm>
            <a:off x="6728164" y="637337"/>
            <a:ext cx="1734758" cy="1733797"/>
          </a:xfrm>
          <a:custGeom>
            <a:rect b="b" l="l" r="r" t="t"/>
            <a:pathLst>
              <a:path extrusionOk="0" h="11150" w="11156">
                <a:moveTo>
                  <a:pt x="5560" y="2050"/>
                </a:moveTo>
                <a:cubicBezTo>
                  <a:pt x="5675" y="2050"/>
                  <a:pt x="5789" y="2056"/>
                  <a:pt x="5904" y="2068"/>
                </a:cubicBezTo>
                <a:lnTo>
                  <a:pt x="5917" y="2068"/>
                </a:lnTo>
                <a:cubicBezTo>
                  <a:pt x="5946" y="2068"/>
                  <a:pt x="5972" y="2074"/>
                  <a:pt x="5994" y="2074"/>
                </a:cubicBezTo>
                <a:cubicBezTo>
                  <a:pt x="6014" y="2074"/>
                  <a:pt x="6042" y="2081"/>
                  <a:pt x="6062" y="2081"/>
                </a:cubicBezTo>
                <a:lnTo>
                  <a:pt x="6077" y="2081"/>
                </a:lnTo>
                <a:cubicBezTo>
                  <a:pt x="6629" y="2164"/>
                  <a:pt x="7155" y="2371"/>
                  <a:pt x="7611" y="2696"/>
                </a:cubicBezTo>
                <a:cubicBezTo>
                  <a:pt x="7618" y="2696"/>
                  <a:pt x="7624" y="2703"/>
                  <a:pt x="7631" y="2703"/>
                </a:cubicBezTo>
                <a:cubicBezTo>
                  <a:pt x="7646" y="2723"/>
                  <a:pt x="7666" y="2738"/>
                  <a:pt x="7687" y="2751"/>
                </a:cubicBezTo>
                <a:cubicBezTo>
                  <a:pt x="7707" y="2764"/>
                  <a:pt x="7720" y="2779"/>
                  <a:pt x="7742" y="2793"/>
                </a:cubicBezTo>
                <a:cubicBezTo>
                  <a:pt x="7749" y="2793"/>
                  <a:pt x="7749" y="2799"/>
                  <a:pt x="7755" y="2799"/>
                </a:cubicBezTo>
                <a:cubicBezTo>
                  <a:pt x="8192" y="3146"/>
                  <a:pt x="8543" y="3594"/>
                  <a:pt x="8779" y="4100"/>
                </a:cubicBezTo>
                <a:cubicBezTo>
                  <a:pt x="8779" y="4106"/>
                  <a:pt x="8785" y="4106"/>
                  <a:pt x="8785" y="4113"/>
                </a:cubicBezTo>
                <a:cubicBezTo>
                  <a:pt x="8799" y="4141"/>
                  <a:pt x="8807" y="4161"/>
                  <a:pt x="8814" y="4183"/>
                </a:cubicBezTo>
                <a:cubicBezTo>
                  <a:pt x="8827" y="4202"/>
                  <a:pt x="8833" y="4224"/>
                  <a:pt x="8840" y="4244"/>
                </a:cubicBezTo>
                <a:cubicBezTo>
                  <a:pt x="8848" y="4251"/>
                  <a:pt x="8848" y="4257"/>
                  <a:pt x="8848" y="4257"/>
                </a:cubicBezTo>
                <a:cubicBezTo>
                  <a:pt x="9056" y="4776"/>
                  <a:pt x="9139" y="5344"/>
                  <a:pt x="9089" y="5896"/>
                </a:cubicBezTo>
                <a:cubicBezTo>
                  <a:pt x="9089" y="5903"/>
                  <a:pt x="9089" y="5909"/>
                  <a:pt x="9082" y="5916"/>
                </a:cubicBezTo>
                <a:cubicBezTo>
                  <a:pt x="9082" y="5938"/>
                  <a:pt x="9082" y="5966"/>
                  <a:pt x="9076" y="5986"/>
                </a:cubicBezTo>
                <a:cubicBezTo>
                  <a:pt x="9076" y="6014"/>
                  <a:pt x="9076" y="6034"/>
                  <a:pt x="9069" y="6055"/>
                </a:cubicBezTo>
                <a:lnTo>
                  <a:pt x="9069" y="6069"/>
                </a:lnTo>
                <a:cubicBezTo>
                  <a:pt x="8986" y="6621"/>
                  <a:pt x="8779" y="7153"/>
                  <a:pt x="8454" y="7610"/>
                </a:cubicBezTo>
                <a:cubicBezTo>
                  <a:pt x="8454" y="7610"/>
                  <a:pt x="8447" y="7616"/>
                  <a:pt x="8447" y="7625"/>
                </a:cubicBezTo>
                <a:cubicBezTo>
                  <a:pt x="8434" y="7638"/>
                  <a:pt x="8419" y="7658"/>
                  <a:pt x="8405" y="7679"/>
                </a:cubicBezTo>
                <a:cubicBezTo>
                  <a:pt x="8392" y="7693"/>
                  <a:pt x="8377" y="7714"/>
                  <a:pt x="8357" y="7734"/>
                </a:cubicBezTo>
                <a:cubicBezTo>
                  <a:pt x="8357" y="7741"/>
                  <a:pt x="8351" y="7741"/>
                  <a:pt x="8351" y="7749"/>
                </a:cubicBezTo>
                <a:cubicBezTo>
                  <a:pt x="8004" y="8190"/>
                  <a:pt x="7555" y="8537"/>
                  <a:pt x="7050" y="8771"/>
                </a:cubicBezTo>
                <a:cubicBezTo>
                  <a:pt x="7044" y="8777"/>
                  <a:pt x="7044" y="8777"/>
                  <a:pt x="7037" y="8777"/>
                </a:cubicBezTo>
                <a:cubicBezTo>
                  <a:pt x="7015" y="8792"/>
                  <a:pt x="6996" y="8799"/>
                  <a:pt x="6974" y="8806"/>
                </a:cubicBezTo>
                <a:cubicBezTo>
                  <a:pt x="6954" y="8819"/>
                  <a:pt x="6926" y="8827"/>
                  <a:pt x="6906" y="8834"/>
                </a:cubicBezTo>
                <a:cubicBezTo>
                  <a:pt x="6899" y="8840"/>
                  <a:pt x="6899" y="8840"/>
                  <a:pt x="6891" y="8840"/>
                </a:cubicBezTo>
                <a:cubicBezTo>
                  <a:pt x="6469" y="9010"/>
                  <a:pt x="6018" y="9096"/>
                  <a:pt x="5563" y="9096"/>
                </a:cubicBezTo>
                <a:cubicBezTo>
                  <a:pt x="5460" y="9096"/>
                  <a:pt x="5357" y="9091"/>
                  <a:pt x="5254" y="9083"/>
                </a:cubicBezTo>
                <a:lnTo>
                  <a:pt x="5241" y="9083"/>
                </a:lnTo>
                <a:cubicBezTo>
                  <a:pt x="5212" y="9076"/>
                  <a:pt x="5191" y="9076"/>
                  <a:pt x="5171" y="9068"/>
                </a:cubicBezTo>
                <a:cubicBezTo>
                  <a:pt x="5143" y="9068"/>
                  <a:pt x="5123" y="9068"/>
                  <a:pt x="5095" y="9061"/>
                </a:cubicBezTo>
                <a:lnTo>
                  <a:pt x="5081" y="9061"/>
                </a:lnTo>
                <a:cubicBezTo>
                  <a:pt x="4527" y="8978"/>
                  <a:pt x="4003" y="8771"/>
                  <a:pt x="3540" y="8446"/>
                </a:cubicBezTo>
                <a:lnTo>
                  <a:pt x="3532" y="8439"/>
                </a:lnTo>
                <a:cubicBezTo>
                  <a:pt x="3512" y="8426"/>
                  <a:pt x="3491" y="8412"/>
                  <a:pt x="3471" y="8398"/>
                </a:cubicBezTo>
                <a:cubicBezTo>
                  <a:pt x="3457" y="8384"/>
                  <a:pt x="3436" y="8371"/>
                  <a:pt x="3416" y="8356"/>
                </a:cubicBezTo>
                <a:cubicBezTo>
                  <a:pt x="3408" y="8349"/>
                  <a:pt x="3408" y="8349"/>
                  <a:pt x="3401" y="8343"/>
                </a:cubicBezTo>
                <a:cubicBezTo>
                  <a:pt x="2966" y="7998"/>
                  <a:pt x="2613" y="7555"/>
                  <a:pt x="2379" y="7044"/>
                </a:cubicBezTo>
                <a:cubicBezTo>
                  <a:pt x="2379" y="7044"/>
                  <a:pt x="2371" y="7036"/>
                  <a:pt x="2371" y="7029"/>
                </a:cubicBezTo>
                <a:cubicBezTo>
                  <a:pt x="2358" y="7009"/>
                  <a:pt x="2351" y="6988"/>
                  <a:pt x="2344" y="6968"/>
                </a:cubicBezTo>
                <a:cubicBezTo>
                  <a:pt x="2338" y="6946"/>
                  <a:pt x="2323" y="6926"/>
                  <a:pt x="2316" y="6898"/>
                </a:cubicBezTo>
                <a:cubicBezTo>
                  <a:pt x="2310" y="6898"/>
                  <a:pt x="2310" y="6891"/>
                  <a:pt x="2310" y="6885"/>
                </a:cubicBezTo>
                <a:cubicBezTo>
                  <a:pt x="2102" y="6366"/>
                  <a:pt x="2019" y="5807"/>
                  <a:pt x="2067" y="5246"/>
                </a:cubicBezTo>
                <a:cubicBezTo>
                  <a:pt x="2067" y="5239"/>
                  <a:pt x="2067" y="5239"/>
                  <a:pt x="2074" y="5233"/>
                </a:cubicBezTo>
                <a:cubicBezTo>
                  <a:pt x="2074" y="5204"/>
                  <a:pt x="2074" y="5184"/>
                  <a:pt x="2081" y="5163"/>
                </a:cubicBezTo>
                <a:cubicBezTo>
                  <a:pt x="2081" y="5136"/>
                  <a:pt x="2081" y="5115"/>
                  <a:pt x="2089" y="5087"/>
                </a:cubicBezTo>
                <a:lnTo>
                  <a:pt x="2089" y="5073"/>
                </a:lnTo>
                <a:cubicBezTo>
                  <a:pt x="2172" y="4521"/>
                  <a:pt x="2379" y="3995"/>
                  <a:pt x="2703" y="3539"/>
                </a:cubicBezTo>
                <a:cubicBezTo>
                  <a:pt x="2703" y="3532"/>
                  <a:pt x="2711" y="3526"/>
                  <a:pt x="2711" y="3526"/>
                </a:cubicBezTo>
                <a:cubicBezTo>
                  <a:pt x="2724" y="3504"/>
                  <a:pt x="2744" y="3484"/>
                  <a:pt x="2759" y="3463"/>
                </a:cubicBezTo>
                <a:cubicBezTo>
                  <a:pt x="2772" y="3443"/>
                  <a:pt x="2786" y="3428"/>
                  <a:pt x="2794" y="3408"/>
                </a:cubicBezTo>
                <a:cubicBezTo>
                  <a:pt x="2801" y="3408"/>
                  <a:pt x="2807" y="3401"/>
                  <a:pt x="2807" y="3395"/>
                </a:cubicBezTo>
                <a:cubicBezTo>
                  <a:pt x="3152" y="2958"/>
                  <a:pt x="3595" y="2607"/>
                  <a:pt x="4106" y="2371"/>
                </a:cubicBezTo>
                <a:cubicBezTo>
                  <a:pt x="4113" y="2371"/>
                  <a:pt x="4113" y="2365"/>
                  <a:pt x="4121" y="2365"/>
                </a:cubicBezTo>
                <a:cubicBezTo>
                  <a:pt x="4141" y="2358"/>
                  <a:pt x="4169" y="2343"/>
                  <a:pt x="4189" y="2336"/>
                </a:cubicBezTo>
                <a:cubicBezTo>
                  <a:pt x="4210" y="2330"/>
                  <a:pt x="4230" y="2316"/>
                  <a:pt x="4252" y="2308"/>
                </a:cubicBezTo>
                <a:cubicBezTo>
                  <a:pt x="4259" y="2308"/>
                  <a:pt x="4259" y="2302"/>
                  <a:pt x="4265" y="2302"/>
                </a:cubicBezTo>
                <a:cubicBezTo>
                  <a:pt x="4678" y="2137"/>
                  <a:pt x="5116" y="2050"/>
                  <a:pt x="5560" y="2050"/>
                </a:cubicBezTo>
                <a:close/>
                <a:moveTo>
                  <a:pt x="5786" y="1"/>
                </a:moveTo>
                <a:lnTo>
                  <a:pt x="5420" y="1258"/>
                </a:lnTo>
                <a:cubicBezTo>
                  <a:pt x="5315" y="1265"/>
                  <a:pt x="5212" y="1271"/>
                  <a:pt x="5108" y="1286"/>
                </a:cubicBezTo>
                <a:lnTo>
                  <a:pt x="5088" y="1286"/>
                </a:lnTo>
                <a:cubicBezTo>
                  <a:pt x="5066" y="1286"/>
                  <a:pt x="5046" y="1286"/>
                  <a:pt x="5025" y="1293"/>
                </a:cubicBezTo>
                <a:lnTo>
                  <a:pt x="5005" y="1293"/>
                </a:lnTo>
                <a:cubicBezTo>
                  <a:pt x="4992" y="1300"/>
                  <a:pt x="4970" y="1300"/>
                  <a:pt x="4957" y="1300"/>
                </a:cubicBezTo>
                <a:cubicBezTo>
                  <a:pt x="4942" y="1306"/>
                  <a:pt x="4922" y="1306"/>
                  <a:pt x="4909" y="1306"/>
                </a:cubicBezTo>
                <a:cubicBezTo>
                  <a:pt x="4881" y="1313"/>
                  <a:pt x="4852" y="1321"/>
                  <a:pt x="4826" y="1321"/>
                </a:cubicBezTo>
                <a:cubicBezTo>
                  <a:pt x="4818" y="1321"/>
                  <a:pt x="4818" y="1328"/>
                  <a:pt x="4811" y="1328"/>
                </a:cubicBezTo>
                <a:cubicBezTo>
                  <a:pt x="4708" y="1341"/>
                  <a:pt x="4604" y="1369"/>
                  <a:pt x="4507" y="1389"/>
                </a:cubicBezTo>
                <a:lnTo>
                  <a:pt x="3789" y="291"/>
                </a:lnTo>
                <a:lnTo>
                  <a:pt x="2973" y="643"/>
                </a:lnTo>
                <a:lnTo>
                  <a:pt x="3283" y="1922"/>
                </a:lnTo>
                <a:cubicBezTo>
                  <a:pt x="3194" y="1970"/>
                  <a:pt x="3111" y="2033"/>
                  <a:pt x="3021" y="2094"/>
                </a:cubicBezTo>
                <a:lnTo>
                  <a:pt x="3015" y="2101"/>
                </a:lnTo>
                <a:cubicBezTo>
                  <a:pt x="2986" y="2122"/>
                  <a:pt x="2966" y="2136"/>
                  <a:pt x="2945" y="2157"/>
                </a:cubicBezTo>
                <a:cubicBezTo>
                  <a:pt x="2932" y="2164"/>
                  <a:pt x="2918" y="2177"/>
                  <a:pt x="2903" y="2184"/>
                </a:cubicBezTo>
                <a:cubicBezTo>
                  <a:pt x="2890" y="2199"/>
                  <a:pt x="2877" y="2205"/>
                  <a:pt x="2862" y="2219"/>
                </a:cubicBezTo>
                <a:lnTo>
                  <a:pt x="2855" y="2225"/>
                </a:lnTo>
                <a:cubicBezTo>
                  <a:pt x="2835" y="2240"/>
                  <a:pt x="2820" y="2253"/>
                  <a:pt x="2801" y="2267"/>
                </a:cubicBezTo>
                <a:lnTo>
                  <a:pt x="2786" y="2282"/>
                </a:lnTo>
                <a:cubicBezTo>
                  <a:pt x="2711" y="2350"/>
                  <a:pt x="2635" y="2419"/>
                  <a:pt x="2558" y="2489"/>
                </a:cubicBezTo>
                <a:lnTo>
                  <a:pt x="1384" y="1893"/>
                </a:lnTo>
                <a:lnTo>
                  <a:pt x="858" y="2607"/>
                </a:lnTo>
                <a:lnTo>
                  <a:pt x="1764" y="3561"/>
                </a:lnTo>
                <a:cubicBezTo>
                  <a:pt x="1716" y="3650"/>
                  <a:pt x="1666" y="3740"/>
                  <a:pt x="1624" y="3836"/>
                </a:cubicBezTo>
                <a:cubicBezTo>
                  <a:pt x="1624" y="3843"/>
                  <a:pt x="1624" y="3843"/>
                  <a:pt x="1618" y="3851"/>
                </a:cubicBezTo>
                <a:cubicBezTo>
                  <a:pt x="1611" y="3877"/>
                  <a:pt x="1598" y="3906"/>
                  <a:pt x="1591" y="3925"/>
                </a:cubicBezTo>
                <a:lnTo>
                  <a:pt x="1583" y="3934"/>
                </a:lnTo>
                <a:lnTo>
                  <a:pt x="1583" y="3940"/>
                </a:lnTo>
                <a:cubicBezTo>
                  <a:pt x="1576" y="3954"/>
                  <a:pt x="1576" y="3960"/>
                  <a:pt x="1570" y="3975"/>
                </a:cubicBezTo>
                <a:cubicBezTo>
                  <a:pt x="1563" y="3989"/>
                  <a:pt x="1556" y="4008"/>
                  <a:pt x="1550" y="4023"/>
                </a:cubicBezTo>
                <a:cubicBezTo>
                  <a:pt x="1542" y="4050"/>
                  <a:pt x="1528" y="4078"/>
                  <a:pt x="1522" y="4100"/>
                </a:cubicBezTo>
                <a:cubicBezTo>
                  <a:pt x="1522" y="4106"/>
                  <a:pt x="1515" y="4113"/>
                  <a:pt x="1515" y="4113"/>
                </a:cubicBezTo>
                <a:cubicBezTo>
                  <a:pt x="1480" y="4216"/>
                  <a:pt x="1452" y="4314"/>
                  <a:pt x="1417" y="4410"/>
                </a:cubicBezTo>
                <a:lnTo>
                  <a:pt x="105" y="4480"/>
                </a:lnTo>
                <a:lnTo>
                  <a:pt x="1" y="5364"/>
                </a:lnTo>
                <a:lnTo>
                  <a:pt x="1266" y="5737"/>
                </a:lnTo>
                <a:cubicBezTo>
                  <a:pt x="1273" y="5841"/>
                  <a:pt x="1279" y="5944"/>
                  <a:pt x="1286" y="6049"/>
                </a:cubicBezTo>
                <a:cubicBezTo>
                  <a:pt x="1286" y="6049"/>
                  <a:pt x="1286" y="6055"/>
                  <a:pt x="1293" y="6062"/>
                </a:cubicBezTo>
                <a:cubicBezTo>
                  <a:pt x="1293" y="6090"/>
                  <a:pt x="1301" y="6117"/>
                  <a:pt x="1301" y="6145"/>
                </a:cubicBezTo>
                <a:cubicBezTo>
                  <a:pt x="1301" y="6158"/>
                  <a:pt x="1308" y="6180"/>
                  <a:pt x="1308" y="6193"/>
                </a:cubicBezTo>
                <a:cubicBezTo>
                  <a:pt x="1308" y="6215"/>
                  <a:pt x="1314" y="6228"/>
                  <a:pt x="1314" y="6241"/>
                </a:cubicBezTo>
                <a:cubicBezTo>
                  <a:pt x="1321" y="6269"/>
                  <a:pt x="1321" y="6298"/>
                  <a:pt x="1328" y="6324"/>
                </a:cubicBezTo>
                <a:cubicBezTo>
                  <a:pt x="1328" y="6331"/>
                  <a:pt x="1328" y="6339"/>
                  <a:pt x="1334" y="6346"/>
                </a:cubicBezTo>
                <a:lnTo>
                  <a:pt x="1334" y="6366"/>
                </a:lnTo>
                <a:cubicBezTo>
                  <a:pt x="1349" y="6435"/>
                  <a:pt x="1362" y="6505"/>
                  <a:pt x="1376" y="6573"/>
                </a:cubicBezTo>
                <a:cubicBezTo>
                  <a:pt x="1384" y="6594"/>
                  <a:pt x="1391" y="6621"/>
                  <a:pt x="1397" y="6649"/>
                </a:cubicBezTo>
                <a:lnTo>
                  <a:pt x="297" y="7361"/>
                </a:lnTo>
                <a:lnTo>
                  <a:pt x="644" y="8177"/>
                </a:lnTo>
                <a:lnTo>
                  <a:pt x="1923" y="7873"/>
                </a:lnTo>
                <a:cubicBezTo>
                  <a:pt x="1978" y="7956"/>
                  <a:pt x="2039" y="8046"/>
                  <a:pt x="2102" y="8129"/>
                </a:cubicBezTo>
                <a:cubicBezTo>
                  <a:pt x="2102" y="8129"/>
                  <a:pt x="2109" y="8135"/>
                  <a:pt x="2109" y="8142"/>
                </a:cubicBezTo>
                <a:cubicBezTo>
                  <a:pt x="2122" y="8164"/>
                  <a:pt x="2144" y="8184"/>
                  <a:pt x="2157" y="8205"/>
                </a:cubicBezTo>
                <a:cubicBezTo>
                  <a:pt x="2172" y="8218"/>
                  <a:pt x="2179" y="8232"/>
                  <a:pt x="2192" y="8247"/>
                </a:cubicBezTo>
                <a:cubicBezTo>
                  <a:pt x="2198" y="8260"/>
                  <a:pt x="2213" y="8273"/>
                  <a:pt x="2220" y="8288"/>
                </a:cubicBezTo>
                <a:cubicBezTo>
                  <a:pt x="2240" y="8308"/>
                  <a:pt x="2261" y="8329"/>
                  <a:pt x="2275" y="8349"/>
                </a:cubicBezTo>
                <a:cubicBezTo>
                  <a:pt x="2281" y="8356"/>
                  <a:pt x="2281" y="8356"/>
                  <a:pt x="2288" y="8363"/>
                </a:cubicBezTo>
                <a:cubicBezTo>
                  <a:pt x="2351" y="8439"/>
                  <a:pt x="2421" y="8522"/>
                  <a:pt x="2495" y="8592"/>
                </a:cubicBezTo>
                <a:lnTo>
                  <a:pt x="1895" y="9766"/>
                </a:lnTo>
                <a:lnTo>
                  <a:pt x="2613" y="10298"/>
                </a:lnTo>
                <a:lnTo>
                  <a:pt x="3560" y="9386"/>
                </a:lnTo>
                <a:cubicBezTo>
                  <a:pt x="3656" y="9434"/>
                  <a:pt x="3748" y="9482"/>
                  <a:pt x="3844" y="9524"/>
                </a:cubicBezTo>
                <a:cubicBezTo>
                  <a:pt x="3851" y="9524"/>
                  <a:pt x="3851" y="9532"/>
                  <a:pt x="3857" y="9532"/>
                </a:cubicBezTo>
                <a:cubicBezTo>
                  <a:pt x="3885" y="9539"/>
                  <a:pt x="3905" y="9552"/>
                  <a:pt x="3933" y="9565"/>
                </a:cubicBezTo>
                <a:cubicBezTo>
                  <a:pt x="3955" y="9574"/>
                  <a:pt x="3968" y="9574"/>
                  <a:pt x="3982" y="9580"/>
                </a:cubicBezTo>
                <a:cubicBezTo>
                  <a:pt x="3997" y="9587"/>
                  <a:pt x="4010" y="9593"/>
                  <a:pt x="4030" y="9600"/>
                </a:cubicBezTo>
                <a:cubicBezTo>
                  <a:pt x="4058" y="9607"/>
                  <a:pt x="4079" y="9622"/>
                  <a:pt x="4106" y="9628"/>
                </a:cubicBezTo>
                <a:cubicBezTo>
                  <a:pt x="4113" y="9635"/>
                  <a:pt x="4121" y="9635"/>
                  <a:pt x="4121" y="9635"/>
                </a:cubicBezTo>
                <a:cubicBezTo>
                  <a:pt x="4217" y="9670"/>
                  <a:pt x="4320" y="9705"/>
                  <a:pt x="4418" y="9731"/>
                </a:cubicBezTo>
                <a:lnTo>
                  <a:pt x="4486" y="11045"/>
                </a:lnTo>
                <a:lnTo>
                  <a:pt x="5372" y="11149"/>
                </a:lnTo>
                <a:lnTo>
                  <a:pt x="5738" y="9884"/>
                </a:lnTo>
                <a:cubicBezTo>
                  <a:pt x="5841" y="9884"/>
                  <a:pt x="5946" y="9877"/>
                  <a:pt x="6055" y="9864"/>
                </a:cubicBezTo>
                <a:lnTo>
                  <a:pt x="6070" y="9864"/>
                </a:lnTo>
                <a:cubicBezTo>
                  <a:pt x="6090" y="9856"/>
                  <a:pt x="6111" y="9856"/>
                  <a:pt x="6131" y="9849"/>
                </a:cubicBezTo>
                <a:lnTo>
                  <a:pt x="6153" y="9849"/>
                </a:lnTo>
                <a:cubicBezTo>
                  <a:pt x="6166" y="9849"/>
                  <a:pt x="6186" y="9842"/>
                  <a:pt x="6201" y="9842"/>
                </a:cubicBezTo>
                <a:cubicBezTo>
                  <a:pt x="6214" y="9842"/>
                  <a:pt x="6236" y="9836"/>
                  <a:pt x="6249" y="9836"/>
                </a:cubicBezTo>
                <a:cubicBezTo>
                  <a:pt x="6277" y="9829"/>
                  <a:pt x="6304" y="9829"/>
                  <a:pt x="6332" y="9822"/>
                </a:cubicBezTo>
                <a:lnTo>
                  <a:pt x="6345" y="9822"/>
                </a:lnTo>
                <a:cubicBezTo>
                  <a:pt x="6450" y="9801"/>
                  <a:pt x="6553" y="9781"/>
                  <a:pt x="6657" y="9753"/>
                </a:cubicBezTo>
                <a:lnTo>
                  <a:pt x="7369" y="10859"/>
                </a:lnTo>
                <a:lnTo>
                  <a:pt x="8185" y="10506"/>
                </a:lnTo>
                <a:lnTo>
                  <a:pt x="7873" y="9227"/>
                </a:lnTo>
                <a:cubicBezTo>
                  <a:pt x="7901" y="9214"/>
                  <a:pt x="7921" y="9200"/>
                  <a:pt x="7943" y="9185"/>
                </a:cubicBezTo>
                <a:cubicBezTo>
                  <a:pt x="7997" y="9144"/>
                  <a:pt x="8060" y="9109"/>
                  <a:pt x="8115" y="9061"/>
                </a:cubicBezTo>
                <a:cubicBezTo>
                  <a:pt x="8122" y="9061"/>
                  <a:pt x="8128" y="9054"/>
                  <a:pt x="8135" y="9048"/>
                </a:cubicBezTo>
                <a:cubicBezTo>
                  <a:pt x="8135" y="9048"/>
                  <a:pt x="8143" y="9048"/>
                  <a:pt x="8143" y="9041"/>
                </a:cubicBezTo>
                <a:cubicBezTo>
                  <a:pt x="8170" y="9026"/>
                  <a:pt x="8192" y="9006"/>
                  <a:pt x="8211" y="8993"/>
                </a:cubicBezTo>
                <a:cubicBezTo>
                  <a:pt x="8226" y="8978"/>
                  <a:pt x="8240" y="8971"/>
                  <a:pt x="8253" y="8958"/>
                </a:cubicBezTo>
                <a:cubicBezTo>
                  <a:pt x="8268" y="8952"/>
                  <a:pt x="8281" y="8937"/>
                  <a:pt x="8294" y="8930"/>
                </a:cubicBezTo>
                <a:cubicBezTo>
                  <a:pt x="8294" y="8923"/>
                  <a:pt x="8301" y="8923"/>
                  <a:pt x="8301" y="8917"/>
                </a:cubicBezTo>
                <a:cubicBezTo>
                  <a:pt x="8323" y="8902"/>
                  <a:pt x="8342" y="8888"/>
                  <a:pt x="8357" y="8875"/>
                </a:cubicBezTo>
                <a:cubicBezTo>
                  <a:pt x="8364" y="8875"/>
                  <a:pt x="8364" y="8869"/>
                  <a:pt x="8371" y="8869"/>
                </a:cubicBezTo>
                <a:cubicBezTo>
                  <a:pt x="8447" y="8799"/>
                  <a:pt x="8523" y="8729"/>
                  <a:pt x="8600" y="8653"/>
                </a:cubicBezTo>
                <a:lnTo>
                  <a:pt x="9774" y="9255"/>
                </a:lnTo>
                <a:lnTo>
                  <a:pt x="10300" y="8543"/>
                </a:lnTo>
                <a:lnTo>
                  <a:pt x="9394" y="7590"/>
                </a:lnTo>
                <a:cubicBezTo>
                  <a:pt x="9442" y="7500"/>
                  <a:pt x="9490" y="7402"/>
                  <a:pt x="9532" y="7306"/>
                </a:cubicBezTo>
                <a:cubicBezTo>
                  <a:pt x="9532" y="7306"/>
                  <a:pt x="9532" y="7299"/>
                  <a:pt x="9538" y="7293"/>
                </a:cubicBezTo>
                <a:cubicBezTo>
                  <a:pt x="9545" y="7265"/>
                  <a:pt x="9560" y="7243"/>
                  <a:pt x="9567" y="7216"/>
                </a:cubicBezTo>
                <a:cubicBezTo>
                  <a:pt x="9573" y="7202"/>
                  <a:pt x="9580" y="7182"/>
                  <a:pt x="9587" y="7168"/>
                </a:cubicBezTo>
                <a:cubicBezTo>
                  <a:pt x="9595" y="7153"/>
                  <a:pt x="9601" y="7140"/>
                  <a:pt x="9608" y="7127"/>
                </a:cubicBezTo>
                <a:cubicBezTo>
                  <a:pt x="9615" y="7099"/>
                  <a:pt x="9628" y="7070"/>
                  <a:pt x="9636" y="7044"/>
                </a:cubicBezTo>
                <a:cubicBezTo>
                  <a:pt x="9636" y="7036"/>
                  <a:pt x="9643" y="7036"/>
                  <a:pt x="9643" y="7029"/>
                </a:cubicBezTo>
                <a:cubicBezTo>
                  <a:pt x="9678" y="6933"/>
                  <a:pt x="9711" y="6828"/>
                  <a:pt x="9739" y="6732"/>
                </a:cubicBezTo>
                <a:lnTo>
                  <a:pt x="11053" y="6662"/>
                </a:lnTo>
                <a:lnTo>
                  <a:pt x="11156" y="5778"/>
                </a:lnTo>
                <a:lnTo>
                  <a:pt x="9892" y="5412"/>
                </a:lnTo>
                <a:cubicBezTo>
                  <a:pt x="9885" y="5309"/>
                  <a:pt x="9877" y="5204"/>
                  <a:pt x="9870" y="5102"/>
                </a:cubicBezTo>
                <a:cubicBezTo>
                  <a:pt x="9870" y="5095"/>
                  <a:pt x="9870" y="5087"/>
                  <a:pt x="9864" y="5087"/>
                </a:cubicBezTo>
                <a:cubicBezTo>
                  <a:pt x="9864" y="5060"/>
                  <a:pt x="9864" y="5025"/>
                  <a:pt x="9857" y="4997"/>
                </a:cubicBezTo>
                <a:cubicBezTo>
                  <a:pt x="9857" y="4984"/>
                  <a:pt x="9850" y="4970"/>
                  <a:pt x="9850" y="4949"/>
                </a:cubicBezTo>
                <a:cubicBezTo>
                  <a:pt x="9850" y="4936"/>
                  <a:pt x="9844" y="4914"/>
                  <a:pt x="9844" y="4901"/>
                </a:cubicBezTo>
                <a:cubicBezTo>
                  <a:pt x="9835" y="4873"/>
                  <a:pt x="9835" y="4846"/>
                  <a:pt x="9829" y="4818"/>
                </a:cubicBezTo>
                <a:cubicBezTo>
                  <a:pt x="9829" y="4811"/>
                  <a:pt x="9829" y="4811"/>
                  <a:pt x="9822" y="4805"/>
                </a:cubicBezTo>
                <a:cubicBezTo>
                  <a:pt x="9809" y="4700"/>
                  <a:pt x="9787" y="4597"/>
                  <a:pt x="9761" y="4499"/>
                </a:cubicBezTo>
                <a:lnTo>
                  <a:pt x="10859" y="3781"/>
                </a:lnTo>
                <a:lnTo>
                  <a:pt x="10514" y="2965"/>
                </a:lnTo>
                <a:lnTo>
                  <a:pt x="9235" y="3277"/>
                </a:lnTo>
                <a:cubicBezTo>
                  <a:pt x="9180" y="3187"/>
                  <a:pt x="9117" y="3104"/>
                  <a:pt x="9056" y="3021"/>
                </a:cubicBezTo>
                <a:cubicBezTo>
                  <a:pt x="9056" y="3013"/>
                  <a:pt x="9047" y="3007"/>
                  <a:pt x="9047" y="3007"/>
                </a:cubicBezTo>
                <a:cubicBezTo>
                  <a:pt x="9034" y="2987"/>
                  <a:pt x="9014" y="2958"/>
                  <a:pt x="8999" y="2939"/>
                </a:cubicBezTo>
                <a:cubicBezTo>
                  <a:pt x="8986" y="2924"/>
                  <a:pt x="8979" y="2910"/>
                  <a:pt x="8964" y="2897"/>
                </a:cubicBezTo>
                <a:cubicBezTo>
                  <a:pt x="8958" y="2882"/>
                  <a:pt x="8945" y="2875"/>
                  <a:pt x="8938" y="2862"/>
                </a:cubicBezTo>
                <a:cubicBezTo>
                  <a:pt x="8916" y="2834"/>
                  <a:pt x="8896" y="2814"/>
                  <a:pt x="8882" y="2793"/>
                </a:cubicBezTo>
                <a:cubicBezTo>
                  <a:pt x="8875" y="2793"/>
                  <a:pt x="8875" y="2786"/>
                  <a:pt x="8868" y="2786"/>
                </a:cubicBezTo>
                <a:cubicBezTo>
                  <a:pt x="8807" y="2703"/>
                  <a:pt x="8737" y="2627"/>
                  <a:pt x="8661" y="2550"/>
                </a:cubicBezTo>
                <a:lnTo>
                  <a:pt x="9263" y="1383"/>
                </a:lnTo>
                <a:lnTo>
                  <a:pt x="8543" y="850"/>
                </a:lnTo>
                <a:lnTo>
                  <a:pt x="7596" y="1756"/>
                </a:lnTo>
                <a:cubicBezTo>
                  <a:pt x="7500" y="1708"/>
                  <a:pt x="7410" y="1660"/>
                  <a:pt x="7314" y="1618"/>
                </a:cubicBezTo>
                <a:lnTo>
                  <a:pt x="7299" y="1618"/>
                </a:lnTo>
                <a:cubicBezTo>
                  <a:pt x="7273" y="1603"/>
                  <a:pt x="7251" y="1590"/>
                  <a:pt x="7223" y="1583"/>
                </a:cubicBezTo>
                <a:cubicBezTo>
                  <a:pt x="7210" y="1577"/>
                  <a:pt x="7190" y="1570"/>
                  <a:pt x="7175" y="1562"/>
                </a:cubicBezTo>
                <a:cubicBezTo>
                  <a:pt x="7161" y="1555"/>
                  <a:pt x="7148" y="1548"/>
                  <a:pt x="7127" y="1542"/>
                </a:cubicBezTo>
                <a:cubicBezTo>
                  <a:pt x="7107" y="1535"/>
                  <a:pt x="7078" y="1529"/>
                  <a:pt x="7050" y="1514"/>
                </a:cubicBezTo>
                <a:cubicBezTo>
                  <a:pt x="7044" y="1514"/>
                  <a:pt x="7037" y="1514"/>
                  <a:pt x="7037" y="1507"/>
                </a:cubicBezTo>
                <a:cubicBezTo>
                  <a:pt x="6941" y="1472"/>
                  <a:pt x="6836" y="1446"/>
                  <a:pt x="6740" y="1417"/>
                </a:cubicBezTo>
                <a:lnTo>
                  <a:pt x="6670" y="104"/>
                </a:lnTo>
                <a:lnTo>
                  <a:pt x="578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56" name="Google Shape;16156;p36"/>
          <p:cNvSpPr/>
          <p:nvPr/>
        </p:nvSpPr>
        <p:spPr>
          <a:xfrm>
            <a:off x="5900750" y="-228952"/>
            <a:ext cx="3389900" cy="3390934"/>
          </a:xfrm>
          <a:custGeom>
            <a:rect b="b" l="l" r="r" t="t"/>
            <a:pathLst>
              <a:path extrusionOk="0" h="21807" w="21800">
                <a:moveTo>
                  <a:pt x="10900" y="35"/>
                </a:moveTo>
                <a:cubicBezTo>
                  <a:pt x="16891" y="35"/>
                  <a:pt x="21765" y="4915"/>
                  <a:pt x="21765" y="10906"/>
                </a:cubicBezTo>
                <a:cubicBezTo>
                  <a:pt x="21765" y="16893"/>
                  <a:pt x="16891" y="21771"/>
                  <a:pt x="10900" y="21771"/>
                </a:cubicBezTo>
                <a:cubicBezTo>
                  <a:pt x="4907" y="21771"/>
                  <a:pt x="35" y="16893"/>
                  <a:pt x="35" y="10906"/>
                </a:cubicBezTo>
                <a:cubicBezTo>
                  <a:pt x="35" y="4915"/>
                  <a:pt x="4907" y="35"/>
                  <a:pt x="10900" y="35"/>
                </a:cubicBezTo>
                <a:close/>
                <a:moveTo>
                  <a:pt x="10900" y="0"/>
                </a:moveTo>
                <a:cubicBezTo>
                  <a:pt x="9427" y="0"/>
                  <a:pt x="7997" y="290"/>
                  <a:pt x="6655" y="858"/>
                </a:cubicBezTo>
                <a:cubicBezTo>
                  <a:pt x="5356" y="1410"/>
                  <a:pt x="4189" y="2191"/>
                  <a:pt x="3193" y="3193"/>
                </a:cubicBezTo>
                <a:cubicBezTo>
                  <a:pt x="2191" y="4197"/>
                  <a:pt x="1404" y="5364"/>
                  <a:pt x="858" y="6663"/>
                </a:cubicBezTo>
                <a:cubicBezTo>
                  <a:pt x="284" y="8004"/>
                  <a:pt x="0" y="9435"/>
                  <a:pt x="0" y="10906"/>
                </a:cubicBezTo>
                <a:cubicBezTo>
                  <a:pt x="0" y="12379"/>
                  <a:pt x="284" y="13803"/>
                  <a:pt x="858" y="15151"/>
                </a:cubicBezTo>
                <a:cubicBezTo>
                  <a:pt x="1404" y="16443"/>
                  <a:pt x="2191" y="17611"/>
                  <a:pt x="3193" y="18613"/>
                </a:cubicBezTo>
                <a:cubicBezTo>
                  <a:pt x="4189" y="19615"/>
                  <a:pt x="5356" y="20403"/>
                  <a:pt x="6655" y="20950"/>
                </a:cubicBezTo>
                <a:cubicBezTo>
                  <a:pt x="7997" y="21516"/>
                  <a:pt x="9427" y="21806"/>
                  <a:pt x="10900" y="21806"/>
                </a:cubicBezTo>
                <a:cubicBezTo>
                  <a:pt x="12371" y="21806"/>
                  <a:pt x="13803" y="21516"/>
                  <a:pt x="15143" y="20950"/>
                </a:cubicBezTo>
                <a:cubicBezTo>
                  <a:pt x="16442" y="20403"/>
                  <a:pt x="17611" y="19615"/>
                  <a:pt x="18607" y="18613"/>
                </a:cubicBezTo>
                <a:cubicBezTo>
                  <a:pt x="19608" y="17611"/>
                  <a:pt x="20396" y="16443"/>
                  <a:pt x="20949" y="15151"/>
                </a:cubicBezTo>
                <a:cubicBezTo>
                  <a:pt x="21516" y="13803"/>
                  <a:pt x="21800" y="12379"/>
                  <a:pt x="21800" y="10906"/>
                </a:cubicBezTo>
                <a:cubicBezTo>
                  <a:pt x="21800" y="9435"/>
                  <a:pt x="21516" y="8004"/>
                  <a:pt x="20949" y="6663"/>
                </a:cubicBezTo>
                <a:cubicBezTo>
                  <a:pt x="20396" y="5364"/>
                  <a:pt x="19608" y="4197"/>
                  <a:pt x="18607" y="3193"/>
                </a:cubicBezTo>
                <a:cubicBezTo>
                  <a:pt x="17611" y="2191"/>
                  <a:pt x="16442" y="1410"/>
                  <a:pt x="15143" y="858"/>
                </a:cubicBezTo>
                <a:cubicBezTo>
                  <a:pt x="13803" y="290"/>
                  <a:pt x="12371" y="0"/>
                  <a:pt x="1090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57" name="Google Shape;16157;p36"/>
          <p:cNvSpPr/>
          <p:nvPr/>
        </p:nvSpPr>
        <p:spPr>
          <a:xfrm>
            <a:off x="6097302" y="-31157"/>
            <a:ext cx="2996640" cy="2995504"/>
          </a:xfrm>
          <a:custGeom>
            <a:rect b="b" l="l" r="r" t="t"/>
            <a:pathLst>
              <a:path extrusionOk="0" h="19264" w="19271">
                <a:moveTo>
                  <a:pt x="9636" y="291"/>
                </a:moveTo>
                <a:cubicBezTo>
                  <a:pt x="14785" y="291"/>
                  <a:pt x="18980" y="4479"/>
                  <a:pt x="18980" y="9634"/>
                </a:cubicBezTo>
                <a:cubicBezTo>
                  <a:pt x="18980" y="14785"/>
                  <a:pt x="14785" y="18973"/>
                  <a:pt x="9636" y="18973"/>
                </a:cubicBezTo>
                <a:cubicBezTo>
                  <a:pt x="4487" y="18973"/>
                  <a:pt x="291" y="14785"/>
                  <a:pt x="291" y="9634"/>
                </a:cubicBezTo>
                <a:cubicBezTo>
                  <a:pt x="291" y="4479"/>
                  <a:pt x="4487" y="291"/>
                  <a:pt x="9636" y="291"/>
                </a:cubicBezTo>
                <a:close/>
                <a:moveTo>
                  <a:pt x="9636" y="0"/>
                </a:moveTo>
                <a:cubicBezTo>
                  <a:pt x="4321" y="0"/>
                  <a:pt x="0" y="4320"/>
                  <a:pt x="0" y="9634"/>
                </a:cubicBezTo>
                <a:cubicBezTo>
                  <a:pt x="0" y="14942"/>
                  <a:pt x="4321" y="19264"/>
                  <a:pt x="9636" y="19264"/>
                </a:cubicBezTo>
                <a:cubicBezTo>
                  <a:pt x="14951" y="19264"/>
                  <a:pt x="19270" y="14942"/>
                  <a:pt x="19270" y="9634"/>
                </a:cubicBezTo>
                <a:cubicBezTo>
                  <a:pt x="19270" y="4320"/>
                  <a:pt x="14951" y="0"/>
                  <a:pt x="9636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58" name="Google Shape;16158;p36"/>
          <p:cNvSpPr/>
          <p:nvPr/>
        </p:nvSpPr>
        <p:spPr>
          <a:xfrm flipH="1" rot="10800000">
            <a:off x="4383150" y="4373150"/>
            <a:ext cx="5180700" cy="9567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59" name="Google Shape;16159;p36"/>
          <p:cNvSpPr/>
          <p:nvPr/>
        </p:nvSpPr>
        <p:spPr>
          <a:xfrm>
            <a:off x="6665423" y="4086836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163" name="Shape 16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64" name="Google Shape;16164;p37"/>
          <p:cNvSpPr txBox="1"/>
          <p:nvPr>
            <p:ph type="title"/>
          </p:nvPr>
        </p:nvSpPr>
        <p:spPr>
          <a:xfrm>
            <a:off x="720000" y="445025"/>
            <a:ext cx="77040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you need to know </a:t>
            </a:r>
            <a:r>
              <a:rPr lang="en"/>
              <a:t>first</a:t>
            </a:r>
            <a:endParaRPr/>
          </a:p>
        </p:txBody>
      </p:sp>
      <p:sp>
        <p:nvSpPr>
          <p:cNvPr id="16165" name="Google Shape;16165;p37"/>
          <p:cNvSpPr txBox="1"/>
          <p:nvPr>
            <p:ph idx="2" type="subTitle"/>
          </p:nvPr>
        </p:nvSpPr>
        <p:spPr>
          <a:xfrm>
            <a:off x="523325" y="2076850"/>
            <a:ext cx="40947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Hydrogen (H</a:t>
            </a:r>
            <a:r>
              <a:rPr baseline="-25000" lang="en"/>
              <a:t>2</a:t>
            </a:r>
            <a:r>
              <a:rPr lang="en"/>
              <a:t>)</a:t>
            </a:r>
            <a:r>
              <a:rPr lang="en"/>
              <a:t> as a fuel? </a:t>
            </a:r>
            <a:endParaRPr/>
          </a:p>
        </p:txBody>
      </p:sp>
      <p:sp>
        <p:nvSpPr>
          <p:cNvPr id="16166" name="Google Shape;16166;p37"/>
          <p:cNvSpPr txBox="1"/>
          <p:nvPr>
            <p:ph idx="3" type="subTitle"/>
          </p:nvPr>
        </p:nvSpPr>
        <p:spPr>
          <a:xfrm>
            <a:off x="5083355" y="2660275"/>
            <a:ext cx="2979900" cy="129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H</a:t>
            </a:r>
            <a:r>
              <a:rPr baseline="-25000" lang="en"/>
              <a:t>2</a:t>
            </a:r>
            <a:r>
              <a:rPr lang="en"/>
              <a:t> is incredibly energy dense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Clean in comparison to gas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Large range before needing to refuel </a:t>
            </a:r>
            <a:endParaRPr/>
          </a:p>
        </p:txBody>
      </p:sp>
      <p:sp>
        <p:nvSpPr>
          <p:cNvPr id="16167" name="Google Shape;16167;p37"/>
          <p:cNvSpPr txBox="1"/>
          <p:nvPr>
            <p:ph idx="4" type="subTitle"/>
          </p:nvPr>
        </p:nvSpPr>
        <p:spPr>
          <a:xfrm>
            <a:off x="5083355" y="2076850"/>
            <a:ext cx="2979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Why switch to H</a:t>
            </a:r>
            <a:r>
              <a:rPr baseline="-25000" lang="en"/>
              <a:t>2</a:t>
            </a:r>
            <a:endParaRPr/>
          </a:p>
        </p:txBody>
      </p:sp>
      <p:sp>
        <p:nvSpPr>
          <p:cNvPr id="16168" name="Google Shape;16168;p37"/>
          <p:cNvSpPr/>
          <p:nvPr/>
        </p:nvSpPr>
        <p:spPr>
          <a:xfrm>
            <a:off x="7424674" y="4163015"/>
            <a:ext cx="881717" cy="881967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69" name="Google Shape;16169;p37"/>
          <p:cNvSpPr/>
          <p:nvPr/>
        </p:nvSpPr>
        <p:spPr>
          <a:xfrm>
            <a:off x="7951398" y="3767947"/>
            <a:ext cx="2033100" cy="20331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70" name="Google Shape;16170;p37"/>
          <p:cNvSpPr txBox="1"/>
          <p:nvPr>
            <p:ph idx="1" type="subTitle"/>
          </p:nvPr>
        </p:nvSpPr>
        <p:spPr>
          <a:xfrm>
            <a:off x="1080725" y="2660275"/>
            <a:ext cx="2979900" cy="129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302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</a:pPr>
            <a:r>
              <a:rPr lang="en"/>
              <a:t>H</a:t>
            </a:r>
            <a:r>
              <a:rPr baseline="-25000" lang="en"/>
              <a:t>2</a:t>
            </a:r>
            <a:r>
              <a:rPr lang="en"/>
              <a:t> is an energy carrier (like gasoline)</a:t>
            </a:r>
            <a:endParaRPr/>
          </a:p>
          <a:p>
            <a:pPr indent="-3302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</a:pPr>
            <a:r>
              <a:rPr lang="en"/>
              <a:t>Energy is produced through electrolysis</a:t>
            </a:r>
            <a:endParaRPr/>
          </a:p>
          <a:p>
            <a:pPr indent="-3302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</a:pPr>
            <a:r>
              <a:rPr lang="en"/>
              <a:t>Stored as a liquid before entering the fuel cell</a:t>
            </a:r>
            <a:endParaRPr/>
          </a:p>
        </p:txBody>
      </p:sp>
      <p:grpSp>
        <p:nvGrpSpPr>
          <p:cNvPr id="16171" name="Google Shape;16171;p37"/>
          <p:cNvGrpSpPr/>
          <p:nvPr/>
        </p:nvGrpSpPr>
        <p:grpSpPr>
          <a:xfrm>
            <a:off x="2373851" y="1588598"/>
            <a:ext cx="393648" cy="393648"/>
            <a:chOff x="238125" y="1238025"/>
            <a:chExt cx="438850" cy="438850"/>
          </a:xfrm>
        </p:grpSpPr>
        <p:sp>
          <p:nvSpPr>
            <p:cNvPr id="16172" name="Google Shape;16172;p37"/>
            <p:cNvSpPr/>
            <p:nvPr/>
          </p:nvSpPr>
          <p:spPr>
            <a:xfrm>
              <a:off x="238125" y="1238025"/>
              <a:ext cx="438850" cy="438850"/>
            </a:xfrm>
            <a:custGeom>
              <a:rect b="b" l="l" r="r" t="t"/>
              <a:pathLst>
                <a:path extrusionOk="0" h="17554" w="17554">
                  <a:moveTo>
                    <a:pt x="9887" y="517"/>
                  </a:moveTo>
                  <a:lnTo>
                    <a:pt x="10454" y="1933"/>
                  </a:lnTo>
                  <a:cubicBezTo>
                    <a:pt x="10490" y="2002"/>
                    <a:pt x="10550" y="2063"/>
                    <a:pt x="10630" y="2082"/>
                  </a:cubicBezTo>
                  <a:cubicBezTo>
                    <a:pt x="11171" y="2239"/>
                    <a:pt x="11704" y="2457"/>
                    <a:pt x="12204" y="2736"/>
                  </a:cubicBezTo>
                  <a:cubicBezTo>
                    <a:pt x="12242" y="2761"/>
                    <a:pt x="12284" y="2772"/>
                    <a:pt x="12327" y="2772"/>
                  </a:cubicBezTo>
                  <a:cubicBezTo>
                    <a:pt x="12361" y="2772"/>
                    <a:pt x="12396" y="2765"/>
                    <a:pt x="12430" y="2753"/>
                  </a:cubicBezTo>
                  <a:lnTo>
                    <a:pt x="13838" y="2151"/>
                  </a:lnTo>
                  <a:lnTo>
                    <a:pt x="15411" y="3716"/>
                  </a:lnTo>
                  <a:lnTo>
                    <a:pt x="14807" y="5124"/>
                  </a:lnTo>
                  <a:cubicBezTo>
                    <a:pt x="14773" y="5201"/>
                    <a:pt x="14773" y="5281"/>
                    <a:pt x="14818" y="5350"/>
                  </a:cubicBezTo>
                  <a:cubicBezTo>
                    <a:pt x="15097" y="5847"/>
                    <a:pt x="15315" y="6382"/>
                    <a:pt x="15472" y="6924"/>
                  </a:cubicBezTo>
                  <a:cubicBezTo>
                    <a:pt x="15489" y="7001"/>
                    <a:pt x="15552" y="7064"/>
                    <a:pt x="15621" y="7098"/>
                  </a:cubicBezTo>
                  <a:lnTo>
                    <a:pt x="17037" y="7666"/>
                  </a:lnTo>
                  <a:lnTo>
                    <a:pt x="17037" y="9886"/>
                  </a:lnTo>
                  <a:lnTo>
                    <a:pt x="15621" y="10454"/>
                  </a:lnTo>
                  <a:cubicBezTo>
                    <a:pt x="15552" y="10482"/>
                    <a:pt x="15489" y="10551"/>
                    <a:pt x="15472" y="10620"/>
                  </a:cubicBezTo>
                  <a:cubicBezTo>
                    <a:pt x="15315" y="11172"/>
                    <a:pt x="15097" y="11705"/>
                    <a:pt x="14818" y="12194"/>
                  </a:cubicBezTo>
                  <a:cubicBezTo>
                    <a:pt x="14782" y="12265"/>
                    <a:pt x="14773" y="12351"/>
                    <a:pt x="14807" y="12431"/>
                  </a:cubicBezTo>
                  <a:lnTo>
                    <a:pt x="15411" y="13830"/>
                  </a:lnTo>
                  <a:lnTo>
                    <a:pt x="13838" y="15403"/>
                  </a:lnTo>
                  <a:lnTo>
                    <a:pt x="12430" y="14799"/>
                  </a:lnTo>
                  <a:cubicBezTo>
                    <a:pt x="12396" y="14788"/>
                    <a:pt x="12362" y="14782"/>
                    <a:pt x="12328" y="14782"/>
                  </a:cubicBezTo>
                  <a:cubicBezTo>
                    <a:pt x="12285" y="14782"/>
                    <a:pt x="12243" y="14792"/>
                    <a:pt x="12204" y="14816"/>
                  </a:cubicBezTo>
                  <a:cubicBezTo>
                    <a:pt x="11704" y="15097"/>
                    <a:pt x="11171" y="15315"/>
                    <a:pt x="10630" y="15473"/>
                  </a:cubicBezTo>
                  <a:cubicBezTo>
                    <a:pt x="10550" y="15489"/>
                    <a:pt x="10490" y="15542"/>
                    <a:pt x="10454" y="15622"/>
                  </a:cubicBezTo>
                  <a:lnTo>
                    <a:pt x="9887" y="17038"/>
                  </a:lnTo>
                  <a:lnTo>
                    <a:pt x="7666" y="17038"/>
                  </a:lnTo>
                  <a:lnTo>
                    <a:pt x="7097" y="15622"/>
                  </a:lnTo>
                  <a:cubicBezTo>
                    <a:pt x="7072" y="15542"/>
                    <a:pt x="7003" y="15489"/>
                    <a:pt x="6931" y="15473"/>
                  </a:cubicBezTo>
                  <a:cubicBezTo>
                    <a:pt x="6382" y="15315"/>
                    <a:pt x="5849" y="15097"/>
                    <a:pt x="5358" y="14816"/>
                  </a:cubicBezTo>
                  <a:cubicBezTo>
                    <a:pt x="5319" y="14792"/>
                    <a:pt x="5274" y="14782"/>
                    <a:pt x="5228" y="14782"/>
                  </a:cubicBezTo>
                  <a:cubicBezTo>
                    <a:pt x="5193" y="14782"/>
                    <a:pt x="5157" y="14788"/>
                    <a:pt x="5123" y="14799"/>
                  </a:cubicBezTo>
                  <a:lnTo>
                    <a:pt x="3724" y="15403"/>
                  </a:lnTo>
                  <a:lnTo>
                    <a:pt x="2150" y="13830"/>
                  </a:lnTo>
                  <a:lnTo>
                    <a:pt x="2755" y="12431"/>
                  </a:lnTo>
                  <a:cubicBezTo>
                    <a:pt x="2780" y="12351"/>
                    <a:pt x="2780" y="12265"/>
                    <a:pt x="2736" y="12194"/>
                  </a:cubicBezTo>
                  <a:cubicBezTo>
                    <a:pt x="2457" y="11705"/>
                    <a:pt x="2238" y="11172"/>
                    <a:pt x="2081" y="10620"/>
                  </a:cubicBezTo>
                  <a:cubicBezTo>
                    <a:pt x="2062" y="10551"/>
                    <a:pt x="2010" y="10482"/>
                    <a:pt x="1932" y="10454"/>
                  </a:cubicBezTo>
                  <a:lnTo>
                    <a:pt x="516" y="9886"/>
                  </a:lnTo>
                  <a:lnTo>
                    <a:pt x="516" y="7666"/>
                  </a:lnTo>
                  <a:lnTo>
                    <a:pt x="1932" y="7098"/>
                  </a:lnTo>
                  <a:cubicBezTo>
                    <a:pt x="2010" y="7064"/>
                    <a:pt x="2062" y="7001"/>
                    <a:pt x="2090" y="6924"/>
                  </a:cubicBezTo>
                  <a:cubicBezTo>
                    <a:pt x="2238" y="6382"/>
                    <a:pt x="2457" y="5847"/>
                    <a:pt x="2736" y="5350"/>
                  </a:cubicBezTo>
                  <a:cubicBezTo>
                    <a:pt x="2780" y="5281"/>
                    <a:pt x="2780" y="5201"/>
                    <a:pt x="2755" y="5124"/>
                  </a:cubicBezTo>
                  <a:lnTo>
                    <a:pt x="2150" y="3716"/>
                  </a:lnTo>
                  <a:lnTo>
                    <a:pt x="3724" y="2151"/>
                  </a:lnTo>
                  <a:lnTo>
                    <a:pt x="5131" y="2753"/>
                  </a:lnTo>
                  <a:cubicBezTo>
                    <a:pt x="5162" y="2765"/>
                    <a:pt x="5196" y="2772"/>
                    <a:pt x="5231" y="2772"/>
                  </a:cubicBezTo>
                  <a:cubicBezTo>
                    <a:pt x="5275" y="2772"/>
                    <a:pt x="5319" y="2761"/>
                    <a:pt x="5358" y="2736"/>
                  </a:cubicBezTo>
                  <a:cubicBezTo>
                    <a:pt x="5849" y="2457"/>
                    <a:pt x="6382" y="2239"/>
                    <a:pt x="6931" y="2082"/>
                  </a:cubicBezTo>
                  <a:cubicBezTo>
                    <a:pt x="7003" y="2063"/>
                    <a:pt x="7072" y="2002"/>
                    <a:pt x="7097" y="1933"/>
                  </a:cubicBezTo>
                  <a:lnTo>
                    <a:pt x="7666" y="517"/>
                  </a:lnTo>
                  <a:close/>
                  <a:moveTo>
                    <a:pt x="7492" y="1"/>
                  </a:moveTo>
                  <a:cubicBezTo>
                    <a:pt x="7387" y="1"/>
                    <a:pt x="7290" y="61"/>
                    <a:pt x="7255" y="158"/>
                  </a:cubicBezTo>
                  <a:lnTo>
                    <a:pt x="6669" y="1626"/>
                  </a:lnTo>
                  <a:cubicBezTo>
                    <a:pt x="6164" y="1775"/>
                    <a:pt x="5673" y="1977"/>
                    <a:pt x="5209" y="2229"/>
                  </a:cubicBezTo>
                  <a:lnTo>
                    <a:pt x="3768" y="1610"/>
                  </a:lnTo>
                  <a:cubicBezTo>
                    <a:pt x="3730" y="1594"/>
                    <a:pt x="3692" y="1586"/>
                    <a:pt x="3656" y="1586"/>
                  </a:cubicBezTo>
                  <a:cubicBezTo>
                    <a:pt x="3591" y="1586"/>
                    <a:pt x="3529" y="1611"/>
                    <a:pt x="3478" y="1662"/>
                  </a:cubicBezTo>
                  <a:lnTo>
                    <a:pt x="1662" y="3479"/>
                  </a:lnTo>
                  <a:cubicBezTo>
                    <a:pt x="1590" y="3550"/>
                    <a:pt x="1565" y="3664"/>
                    <a:pt x="1609" y="3760"/>
                  </a:cubicBezTo>
                  <a:lnTo>
                    <a:pt x="2230" y="5210"/>
                  </a:lnTo>
                  <a:cubicBezTo>
                    <a:pt x="1976" y="5673"/>
                    <a:pt x="1775" y="6162"/>
                    <a:pt x="1626" y="6670"/>
                  </a:cubicBezTo>
                  <a:lnTo>
                    <a:pt x="157" y="7255"/>
                  </a:lnTo>
                  <a:cubicBezTo>
                    <a:pt x="61" y="7291"/>
                    <a:pt x="0" y="7387"/>
                    <a:pt x="0" y="7492"/>
                  </a:cubicBezTo>
                  <a:lnTo>
                    <a:pt x="0" y="10062"/>
                  </a:lnTo>
                  <a:cubicBezTo>
                    <a:pt x="0" y="10167"/>
                    <a:pt x="61" y="10264"/>
                    <a:pt x="157" y="10297"/>
                  </a:cubicBezTo>
                  <a:lnTo>
                    <a:pt x="1626" y="10882"/>
                  </a:lnTo>
                  <a:cubicBezTo>
                    <a:pt x="1775" y="11390"/>
                    <a:pt x="1976" y="11879"/>
                    <a:pt x="2230" y="12343"/>
                  </a:cubicBezTo>
                  <a:lnTo>
                    <a:pt x="1609" y="13794"/>
                  </a:lnTo>
                  <a:cubicBezTo>
                    <a:pt x="1565" y="13891"/>
                    <a:pt x="1590" y="13996"/>
                    <a:pt x="1662" y="14073"/>
                  </a:cubicBezTo>
                  <a:lnTo>
                    <a:pt x="3478" y="15892"/>
                  </a:lnTo>
                  <a:cubicBezTo>
                    <a:pt x="3532" y="15938"/>
                    <a:pt x="3596" y="15966"/>
                    <a:pt x="3664" y="15966"/>
                  </a:cubicBezTo>
                  <a:cubicBezTo>
                    <a:pt x="3698" y="15966"/>
                    <a:pt x="3733" y="15959"/>
                    <a:pt x="3768" y="15945"/>
                  </a:cubicBezTo>
                  <a:lnTo>
                    <a:pt x="5209" y="15324"/>
                  </a:lnTo>
                  <a:cubicBezTo>
                    <a:pt x="5673" y="15578"/>
                    <a:pt x="6164" y="15779"/>
                    <a:pt x="6669" y="15928"/>
                  </a:cubicBezTo>
                  <a:lnTo>
                    <a:pt x="7255" y="17396"/>
                  </a:lnTo>
                  <a:cubicBezTo>
                    <a:pt x="7290" y="17491"/>
                    <a:pt x="7387" y="17554"/>
                    <a:pt x="7492" y="17554"/>
                  </a:cubicBezTo>
                  <a:lnTo>
                    <a:pt x="10062" y="17554"/>
                  </a:lnTo>
                  <a:cubicBezTo>
                    <a:pt x="10166" y="17554"/>
                    <a:pt x="10263" y="17491"/>
                    <a:pt x="10307" y="17396"/>
                  </a:cubicBezTo>
                  <a:lnTo>
                    <a:pt x="10884" y="15928"/>
                  </a:lnTo>
                  <a:cubicBezTo>
                    <a:pt x="11390" y="15779"/>
                    <a:pt x="11880" y="15578"/>
                    <a:pt x="12342" y="15324"/>
                  </a:cubicBezTo>
                  <a:lnTo>
                    <a:pt x="13794" y="15945"/>
                  </a:lnTo>
                  <a:cubicBezTo>
                    <a:pt x="13826" y="15959"/>
                    <a:pt x="13860" y="15966"/>
                    <a:pt x="13893" y="15966"/>
                  </a:cubicBezTo>
                  <a:cubicBezTo>
                    <a:pt x="13961" y="15966"/>
                    <a:pt x="14026" y="15938"/>
                    <a:pt x="14073" y="15892"/>
                  </a:cubicBezTo>
                  <a:lnTo>
                    <a:pt x="15892" y="14073"/>
                  </a:lnTo>
                  <a:cubicBezTo>
                    <a:pt x="15971" y="13996"/>
                    <a:pt x="15988" y="13891"/>
                    <a:pt x="15944" y="13794"/>
                  </a:cubicBezTo>
                  <a:lnTo>
                    <a:pt x="15323" y="12343"/>
                  </a:lnTo>
                  <a:cubicBezTo>
                    <a:pt x="15577" y="11879"/>
                    <a:pt x="15778" y="11390"/>
                    <a:pt x="15927" y="10882"/>
                  </a:cubicBezTo>
                  <a:lnTo>
                    <a:pt x="17396" y="10297"/>
                  </a:lnTo>
                  <a:cubicBezTo>
                    <a:pt x="17492" y="10264"/>
                    <a:pt x="17553" y="10167"/>
                    <a:pt x="17553" y="10062"/>
                  </a:cubicBezTo>
                  <a:lnTo>
                    <a:pt x="17553" y="7492"/>
                  </a:lnTo>
                  <a:cubicBezTo>
                    <a:pt x="17553" y="7387"/>
                    <a:pt x="17492" y="7291"/>
                    <a:pt x="17396" y="7255"/>
                  </a:cubicBezTo>
                  <a:lnTo>
                    <a:pt x="15927" y="6670"/>
                  </a:lnTo>
                  <a:cubicBezTo>
                    <a:pt x="15778" y="6162"/>
                    <a:pt x="15577" y="5673"/>
                    <a:pt x="15323" y="5210"/>
                  </a:cubicBezTo>
                  <a:lnTo>
                    <a:pt x="15944" y="3760"/>
                  </a:lnTo>
                  <a:cubicBezTo>
                    <a:pt x="15988" y="3664"/>
                    <a:pt x="15971" y="3550"/>
                    <a:pt x="15892" y="3479"/>
                  </a:cubicBezTo>
                  <a:lnTo>
                    <a:pt x="14073" y="1662"/>
                  </a:lnTo>
                  <a:cubicBezTo>
                    <a:pt x="14028" y="1611"/>
                    <a:pt x="13966" y="1586"/>
                    <a:pt x="13902" y="1586"/>
                  </a:cubicBezTo>
                  <a:cubicBezTo>
                    <a:pt x="13865" y="1586"/>
                    <a:pt x="13828" y="1594"/>
                    <a:pt x="13794" y="1610"/>
                  </a:cubicBezTo>
                  <a:lnTo>
                    <a:pt x="12342" y="2229"/>
                  </a:lnTo>
                  <a:cubicBezTo>
                    <a:pt x="11880" y="1977"/>
                    <a:pt x="11390" y="1775"/>
                    <a:pt x="10884" y="1626"/>
                  </a:cubicBezTo>
                  <a:lnTo>
                    <a:pt x="10307" y="158"/>
                  </a:lnTo>
                  <a:cubicBezTo>
                    <a:pt x="10263" y="61"/>
                    <a:pt x="10166" y="1"/>
                    <a:pt x="100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3" name="Google Shape;16173;p37"/>
            <p:cNvSpPr/>
            <p:nvPr/>
          </p:nvSpPr>
          <p:spPr>
            <a:xfrm>
              <a:off x="316375" y="1316275"/>
              <a:ext cx="283025" cy="282775"/>
            </a:xfrm>
            <a:custGeom>
              <a:rect b="b" l="l" r="r" t="t"/>
              <a:pathLst>
                <a:path extrusionOk="0" h="11311" w="11321">
                  <a:moveTo>
                    <a:pt x="5656" y="515"/>
                  </a:moveTo>
                  <a:cubicBezTo>
                    <a:pt x="8497" y="515"/>
                    <a:pt x="10804" y="2822"/>
                    <a:pt x="10804" y="5655"/>
                  </a:cubicBezTo>
                  <a:cubicBezTo>
                    <a:pt x="10804" y="8487"/>
                    <a:pt x="8497" y="10794"/>
                    <a:pt x="5656" y="10794"/>
                  </a:cubicBezTo>
                  <a:cubicBezTo>
                    <a:pt x="2824" y="10794"/>
                    <a:pt x="516" y="8487"/>
                    <a:pt x="516" y="5655"/>
                  </a:cubicBezTo>
                  <a:cubicBezTo>
                    <a:pt x="516" y="2822"/>
                    <a:pt x="2824" y="515"/>
                    <a:pt x="5656" y="515"/>
                  </a:cubicBezTo>
                  <a:close/>
                  <a:moveTo>
                    <a:pt x="5656" y="1"/>
                  </a:moveTo>
                  <a:cubicBezTo>
                    <a:pt x="2534" y="1"/>
                    <a:pt x="0" y="2535"/>
                    <a:pt x="0" y="5655"/>
                  </a:cubicBezTo>
                  <a:cubicBezTo>
                    <a:pt x="0" y="8776"/>
                    <a:pt x="2534" y="11310"/>
                    <a:pt x="5656" y="11310"/>
                  </a:cubicBezTo>
                  <a:cubicBezTo>
                    <a:pt x="8776" y="11310"/>
                    <a:pt x="11320" y="8776"/>
                    <a:pt x="11320" y="5655"/>
                  </a:cubicBezTo>
                  <a:cubicBezTo>
                    <a:pt x="11320" y="2535"/>
                    <a:pt x="8776" y="1"/>
                    <a:pt x="56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4" name="Google Shape;16174;p37"/>
            <p:cNvSpPr/>
            <p:nvPr/>
          </p:nvSpPr>
          <p:spPr>
            <a:xfrm>
              <a:off x="342125" y="1342025"/>
              <a:ext cx="231475" cy="231475"/>
            </a:xfrm>
            <a:custGeom>
              <a:rect b="b" l="l" r="r" t="t"/>
              <a:pathLst>
                <a:path extrusionOk="0" h="9259" w="9259">
                  <a:moveTo>
                    <a:pt x="4626" y="1"/>
                  </a:moveTo>
                  <a:cubicBezTo>
                    <a:pt x="3577" y="1"/>
                    <a:pt x="2589" y="343"/>
                    <a:pt x="1767" y="989"/>
                  </a:cubicBezTo>
                  <a:cubicBezTo>
                    <a:pt x="1653" y="1077"/>
                    <a:pt x="1637" y="1243"/>
                    <a:pt x="1723" y="1348"/>
                  </a:cubicBezTo>
                  <a:cubicBezTo>
                    <a:pt x="1773" y="1413"/>
                    <a:pt x="1847" y="1446"/>
                    <a:pt x="1922" y="1446"/>
                  </a:cubicBezTo>
                  <a:cubicBezTo>
                    <a:pt x="1977" y="1446"/>
                    <a:pt x="2033" y="1428"/>
                    <a:pt x="2081" y="1392"/>
                  </a:cubicBezTo>
                  <a:cubicBezTo>
                    <a:pt x="2816" y="815"/>
                    <a:pt x="3690" y="508"/>
                    <a:pt x="4626" y="508"/>
                  </a:cubicBezTo>
                  <a:cubicBezTo>
                    <a:pt x="6898" y="508"/>
                    <a:pt x="8742" y="2352"/>
                    <a:pt x="8742" y="4625"/>
                  </a:cubicBezTo>
                  <a:cubicBezTo>
                    <a:pt x="8742" y="6899"/>
                    <a:pt x="6898" y="8743"/>
                    <a:pt x="4626" y="8743"/>
                  </a:cubicBezTo>
                  <a:cubicBezTo>
                    <a:pt x="2360" y="8743"/>
                    <a:pt x="516" y="6899"/>
                    <a:pt x="516" y="4625"/>
                  </a:cubicBezTo>
                  <a:cubicBezTo>
                    <a:pt x="516" y="3691"/>
                    <a:pt x="823" y="2808"/>
                    <a:pt x="1399" y="2082"/>
                  </a:cubicBezTo>
                  <a:cubicBezTo>
                    <a:pt x="1488" y="1969"/>
                    <a:pt x="1469" y="1803"/>
                    <a:pt x="1355" y="1715"/>
                  </a:cubicBezTo>
                  <a:cubicBezTo>
                    <a:pt x="1308" y="1678"/>
                    <a:pt x="1250" y="1659"/>
                    <a:pt x="1194" y="1659"/>
                  </a:cubicBezTo>
                  <a:cubicBezTo>
                    <a:pt x="1116" y="1659"/>
                    <a:pt x="1039" y="1693"/>
                    <a:pt x="988" y="1759"/>
                  </a:cubicBezTo>
                  <a:cubicBezTo>
                    <a:pt x="342" y="2579"/>
                    <a:pt x="0" y="3576"/>
                    <a:pt x="0" y="4625"/>
                  </a:cubicBezTo>
                  <a:cubicBezTo>
                    <a:pt x="0" y="7178"/>
                    <a:pt x="2073" y="9259"/>
                    <a:pt x="4626" y="9259"/>
                  </a:cubicBezTo>
                  <a:cubicBezTo>
                    <a:pt x="7177" y="9259"/>
                    <a:pt x="9258" y="7178"/>
                    <a:pt x="9258" y="4625"/>
                  </a:cubicBezTo>
                  <a:cubicBezTo>
                    <a:pt x="9258" y="2073"/>
                    <a:pt x="7177" y="1"/>
                    <a:pt x="46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5" name="Google Shape;16175;p37"/>
            <p:cNvSpPr/>
            <p:nvPr/>
          </p:nvSpPr>
          <p:spPr>
            <a:xfrm>
              <a:off x="378625" y="1367675"/>
              <a:ext cx="157825" cy="180025"/>
            </a:xfrm>
            <a:custGeom>
              <a:rect b="b" l="l" r="r" t="t"/>
              <a:pathLst>
                <a:path extrusionOk="0" h="7201" w="6313">
                  <a:moveTo>
                    <a:pt x="3166" y="557"/>
                  </a:moveTo>
                  <a:lnTo>
                    <a:pt x="5551" y="1931"/>
                  </a:lnTo>
                  <a:lnTo>
                    <a:pt x="3166" y="3303"/>
                  </a:lnTo>
                  <a:lnTo>
                    <a:pt x="787" y="1931"/>
                  </a:lnTo>
                  <a:lnTo>
                    <a:pt x="3166" y="557"/>
                  </a:lnTo>
                  <a:close/>
                  <a:moveTo>
                    <a:pt x="552" y="2384"/>
                  </a:moveTo>
                  <a:lnTo>
                    <a:pt x="2921" y="3756"/>
                  </a:lnTo>
                  <a:lnTo>
                    <a:pt x="2921" y="6483"/>
                  </a:lnTo>
                  <a:lnTo>
                    <a:pt x="552" y="5119"/>
                  </a:lnTo>
                  <a:lnTo>
                    <a:pt x="552" y="2384"/>
                  </a:lnTo>
                  <a:close/>
                  <a:moveTo>
                    <a:pt x="5797" y="2384"/>
                  </a:moveTo>
                  <a:lnTo>
                    <a:pt x="5797" y="5119"/>
                  </a:lnTo>
                  <a:lnTo>
                    <a:pt x="3437" y="6483"/>
                  </a:lnTo>
                  <a:lnTo>
                    <a:pt x="3437" y="3756"/>
                  </a:lnTo>
                  <a:lnTo>
                    <a:pt x="5797" y="2384"/>
                  </a:lnTo>
                  <a:close/>
                  <a:moveTo>
                    <a:pt x="3160" y="1"/>
                  </a:moveTo>
                  <a:cubicBezTo>
                    <a:pt x="3115" y="1"/>
                    <a:pt x="3070" y="11"/>
                    <a:pt x="3025" y="32"/>
                  </a:cubicBezTo>
                  <a:lnTo>
                    <a:pt x="132" y="1702"/>
                  </a:lnTo>
                  <a:cubicBezTo>
                    <a:pt x="53" y="1746"/>
                    <a:pt x="0" y="1834"/>
                    <a:pt x="0" y="1931"/>
                  </a:cubicBezTo>
                  <a:lnTo>
                    <a:pt x="0" y="5268"/>
                  </a:lnTo>
                  <a:cubicBezTo>
                    <a:pt x="0" y="5365"/>
                    <a:pt x="53" y="5453"/>
                    <a:pt x="132" y="5497"/>
                  </a:cubicBezTo>
                  <a:lnTo>
                    <a:pt x="3025" y="7165"/>
                  </a:lnTo>
                  <a:cubicBezTo>
                    <a:pt x="3070" y="7192"/>
                    <a:pt x="3114" y="7201"/>
                    <a:pt x="3156" y="7201"/>
                  </a:cubicBezTo>
                  <a:cubicBezTo>
                    <a:pt x="3200" y="7201"/>
                    <a:pt x="3244" y="7192"/>
                    <a:pt x="3288" y="7165"/>
                  </a:cubicBezTo>
                  <a:lnTo>
                    <a:pt x="6181" y="5497"/>
                  </a:lnTo>
                  <a:cubicBezTo>
                    <a:pt x="6260" y="5453"/>
                    <a:pt x="6313" y="5365"/>
                    <a:pt x="6313" y="5268"/>
                  </a:cubicBezTo>
                  <a:lnTo>
                    <a:pt x="6313" y="1931"/>
                  </a:lnTo>
                  <a:cubicBezTo>
                    <a:pt x="6313" y="1834"/>
                    <a:pt x="6260" y="1746"/>
                    <a:pt x="6181" y="1702"/>
                  </a:cubicBezTo>
                  <a:lnTo>
                    <a:pt x="3288" y="32"/>
                  </a:lnTo>
                  <a:cubicBezTo>
                    <a:pt x="3248" y="11"/>
                    <a:pt x="3204" y="1"/>
                    <a:pt x="31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76" name="Google Shape;16176;p37"/>
          <p:cNvGrpSpPr/>
          <p:nvPr/>
        </p:nvGrpSpPr>
        <p:grpSpPr>
          <a:xfrm>
            <a:off x="6376481" y="1627793"/>
            <a:ext cx="393648" cy="393850"/>
            <a:chOff x="5455350" y="3310325"/>
            <a:chExt cx="438850" cy="439075"/>
          </a:xfrm>
        </p:grpSpPr>
        <p:sp>
          <p:nvSpPr>
            <p:cNvPr id="16177" name="Google Shape;16177;p37"/>
            <p:cNvSpPr/>
            <p:nvPr/>
          </p:nvSpPr>
          <p:spPr>
            <a:xfrm>
              <a:off x="5455350" y="3310325"/>
              <a:ext cx="438850" cy="439075"/>
            </a:xfrm>
            <a:custGeom>
              <a:rect b="b" l="l" r="r" t="t"/>
              <a:pathLst>
                <a:path extrusionOk="0" h="17563" w="17554">
                  <a:moveTo>
                    <a:pt x="9888" y="517"/>
                  </a:moveTo>
                  <a:lnTo>
                    <a:pt x="10454" y="1933"/>
                  </a:lnTo>
                  <a:cubicBezTo>
                    <a:pt x="10482" y="2013"/>
                    <a:pt x="10551" y="2065"/>
                    <a:pt x="10622" y="2090"/>
                  </a:cubicBezTo>
                  <a:cubicBezTo>
                    <a:pt x="11172" y="2239"/>
                    <a:pt x="11705" y="2457"/>
                    <a:pt x="12196" y="2747"/>
                  </a:cubicBezTo>
                  <a:cubicBezTo>
                    <a:pt x="12235" y="2766"/>
                    <a:pt x="12280" y="2778"/>
                    <a:pt x="12325" y="2778"/>
                  </a:cubicBezTo>
                  <a:cubicBezTo>
                    <a:pt x="12359" y="2778"/>
                    <a:pt x="12392" y="2771"/>
                    <a:pt x="12422" y="2755"/>
                  </a:cubicBezTo>
                  <a:lnTo>
                    <a:pt x="13830" y="2151"/>
                  </a:lnTo>
                  <a:lnTo>
                    <a:pt x="15403" y="3725"/>
                  </a:lnTo>
                  <a:lnTo>
                    <a:pt x="14799" y="5132"/>
                  </a:lnTo>
                  <a:cubicBezTo>
                    <a:pt x="14774" y="5204"/>
                    <a:pt x="14774" y="5290"/>
                    <a:pt x="14818" y="5361"/>
                  </a:cubicBezTo>
                  <a:cubicBezTo>
                    <a:pt x="15097" y="5858"/>
                    <a:pt x="15315" y="6383"/>
                    <a:pt x="15464" y="6934"/>
                  </a:cubicBezTo>
                  <a:cubicBezTo>
                    <a:pt x="15489" y="7012"/>
                    <a:pt x="15542" y="7073"/>
                    <a:pt x="15622" y="7100"/>
                  </a:cubicBezTo>
                  <a:lnTo>
                    <a:pt x="17038" y="7669"/>
                  </a:lnTo>
                  <a:lnTo>
                    <a:pt x="17038" y="9897"/>
                  </a:lnTo>
                  <a:lnTo>
                    <a:pt x="15622" y="10465"/>
                  </a:lnTo>
                  <a:cubicBezTo>
                    <a:pt x="15542" y="10490"/>
                    <a:pt x="15489" y="10553"/>
                    <a:pt x="15464" y="10631"/>
                  </a:cubicBezTo>
                  <a:cubicBezTo>
                    <a:pt x="15315" y="11183"/>
                    <a:pt x="15097" y="11707"/>
                    <a:pt x="14818" y="12204"/>
                  </a:cubicBezTo>
                  <a:cubicBezTo>
                    <a:pt x="14774" y="12274"/>
                    <a:pt x="14774" y="12362"/>
                    <a:pt x="14799" y="12431"/>
                  </a:cubicBezTo>
                  <a:lnTo>
                    <a:pt x="15403" y="13839"/>
                  </a:lnTo>
                  <a:lnTo>
                    <a:pt x="13830" y="15412"/>
                  </a:lnTo>
                  <a:lnTo>
                    <a:pt x="12422" y="14810"/>
                  </a:lnTo>
                  <a:cubicBezTo>
                    <a:pt x="12392" y="14794"/>
                    <a:pt x="12357" y="14787"/>
                    <a:pt x="12323" y="14787"/>
                  </a:cubicBezTo>
                  <a:cubicBezTo>
                    <a:pt x="12279" y="14787"/>
                    <a:pt x="12234" y="14798"/>
                    <a:pt x="12196" y="14818"/>
                  </a:cubicBezTo>
                  <a:cubicBezTo>
                    <a:pt x="11705" y="15106"/>
                    <a:pt x="11172" y="15326"/>
                    <a:pt x="10622" y="15473"/>
                  </a:cubicBezTo>
                  <a:cubicBezTo>
                    <a:pt x="10551" y="15500"/>
                    <a:pt x="10482" y="15553"/>
                    <a:pt x="10454" y="15630"/>
                  </a:cubicBezTo>
                  <a:lnTo>
                    <a:pt x="9888" y="17046"/>
                  </a:lnTo>
                  <a:lnTo>
                    <a:pt x="7666" y="17046"/>
                  </a:lnTo>
                  <a:lnTo>
                    <a:pt x="7098" y="15630"/>
                  </a:lnTo>
                  <a:cubicBezTo>
                    <a:pt x="7064" y="15553"/>
                    <a:pt x="7003" y="15500"/>
                    <a:pt x="6924" y="15473"/>
                  </a:cubicBezTo>
                  <a:cubicBezTo>
                    <a:pt x="6382" y="15326"/>
                    <a:pt x="5850" y="15106"/>
                    <a:pt x="5350" y="14818"/>
                  </a:cubicBezTo>
                  <a:cubicBezTo>
                    <a:pt x="5312" y="14798"/>
                    <a:pt x="5270" y="14787"/>
                    <a:pt x="5227" y="14787"/>
                  </a:cubicBezTo>
                  <a:cubicBezTo>
                    <a:pt x="5193" y="14787"/>
                    <a:pt x="5158" y="14794"/>
                    <a:pt x="5124" y="14810"/>
                  </a:cubicBezTo>
                  <a:lnTo>
                    <a:pt x="3716" y="15412"/>
                  </a:lnTo>
                  <a:lnTo>
                    <a:pt x="2143" y="13839"/>
                  </a:lnTo>
                  <a:lnTo>
                    <a:pt x="2745" y="12431"/>
                  </a:lnTo>
                  <a:cubicBezTo>
                    <a:pt x="2780" y="12362"/>
                    <a:pt x="2780" y="12274"/>
                    <a:pt x="2736" y="12204"/>
                  </a:cubicBezTo>
                  <a:cubicBezTo>
                    <a:pt x="2457" y="11707"/>
                    <a:pt x="2239" y="11183"/>
                    <a:pt x="2082" y="10631"/>
                  </a:cubicBezTo>
                  <a:cubicBezTo>
                    <a:pt x="2063" y="10553"/>
                    <a:pt x="2002" y="10490"/>
                    <a:pt x="1933" y="10465"/>
                  </a:cubicBezTo>
                  <a:lnTo>
                    <a:pt x="517" y="9897"/>
                  </a:lnTo>
                  <a:lnTo>
                    <a:pt x="517" y="7669"/>
                  </a:lnTo>
                  <a:lnTo>
                    <a:pt x="1933" y="7100"/>
                  </a:lnTo>
                  <a:cubicBezTo>
                    <a:pt x="2002" y="7073"/>
                    <a:pt x="2063" y="7012"/>
                    <a:pt x="2082" y="6934"/>
                  </a:cubicBezTo>
                  <a:cubicBezTo>
                    <a:pt x="2239" y="6383"/>
                    <a:pt x="2457" y="5858"/>
                    <a:pt x="2736" y="5361"/>
                  </a:cubicBezTo>
                  <a:cubicBezTo>
                    <a:pt x="2780" y="5290"/>
                    <a:pt x="2780" y="5204"/>
                    <a:pt x="2745" y="5132"/>
                  </a:cubicBezTo>
                  <a:lnTo>
                    <a:pt x="2143" y="3725"/>
                  </a:lnTo>
                  <a:lnTo>
                    <a:pt x="3716" y="2151"/>
                  </a:lnTo>
                  <a:lnTo>
                    <a:pt x="5124" y="2755"/>
                  </a:lnTo>
                  <a:cubicBezTo>
                    <a:pt x="5157" y="2771"/>
                    <a:pt x="5191" y="2778"/>
                    <a:pt x="5225" y="2778"/>
                  </a:cubicBezTo>
                  <a:cubicBezTo>
                    <a:pt x="5268" y="2778"/>
                    <a:pt x="5311" y="2766"/>
                    <a:pt x="5350" y="2747"/>
                  </a:cubicBezTo>
                  <a:cubicBezTo>
                    <a:pt x="5850" y="2457"/>
                    <a:pt x="6382" y="2239"/>
                    <a:pt x="6924" y="2090"/>
                  </a:cubicBezTo>
                  <a:cubicBezTo>
                    <a:pt x="7003" y="2065"/>
                    <a:pt x="7064" y="2013"/>
                    <a:pt x="7098" y="1933"/>
                  </a:cubicBezTo>
                  <a:lnTo>
                    <a:pt x="7666" y="517"/>
                  </a:lnTo>
                  <a:close/>
                  <a:moveTo>
                    <a:pt x="7492" y="1"/>
                  </a:moveTo>
                  <a:cubicBezTo>
                    <a:pt x="7387" y="1"/>
                    <a:pt x="7291" y="72"/>
                    <a:pt x="7247" y="169"/>
                  </a:cubicBezTo>
                  <a:lnTo>
                    <a:pt x="6670" y="1627"/>
                  </a:lnTo>
                  <a:cubicBezTo>
                    <a:pt x="6164" y="1776"/>
                    <a:pt x="5673" y="1977"/>
                    <a:pt x="5210" y="2231"/>
                  </a:cubicBezTo>
                  <a:lnTo>
                    <a:pt x="3760" y="1610"/>
                  </a:lnTo>
                  <a:cubicBezTo>
                    <a:pt x="3729" y="1598"/>
                    <a:pt x="3696" y="1593"/>
                    <a:pt x="3663" y="1593"/>
                  </a:cubicBezTo>
                  <a:cubicBezTo>
                    <a:pt x="3595" y="1593"/>
                    <a:pt x="3527" y="1618"/>
                    <a:pt x="3479" y="1671"/>
                  </a:cubicBezTo>
                  <a:lnTo>
                    <a:pt x="1662" y="3490"/>
                  </a:lnTo>
                  <a:cubicBezTo>
                    <a:pt x="1582" y="3559"/>
                    <a:pt x="1566" y="3672"/>
                    <a:pt x="1610" y="3769"/>
                  </a:cubicBezTo>
                  <a:lnTo>
                    <a:pt x="2231" y="5220"/>
                  </a:lnTo>
                  <a:cubicBezTo>
                    <a:pt x="1977" y="5684"/>
                    <a:pt x="1775" y="6173"/>
                    <a:pt x="1626" y="6672"/>
                  </a:cubicBezTo>
                  <a:lnTo>
                    <a:pt x="158" y="7257"/>
                  </a:lnTo>
                  <a:cubicBezTo>
                    <a:pt x="61" y="7302"/>
                    <a:pt x="1" y="7388"/>
                    <a:pt x="1" y="7492"/>
                  </a:cubicBezTo>
                  <a:lnTo>
                    <a:pt x="1" y="10071"/>
                  </a:lnTo>
                  <a:cubicBezTo>
                    <a:pt x="1" y="10176"/>
                    <a:pt x="61" y="10264"/>
                    <a:pt x="158" y="10308"/>
                  </a:cubicBezTo>
                  <a:lnTo>
                    <a:pt x="1626" y="10893"/>
                  </a:lnTo>
                  <a:cubicBezTo>
                    <a:pt x="1775" y="11401"/>
                    <a:pt x="1977" y="11881"/>
                    <a:pt x="2231" y="12345"/>
                  </a:cubicBezTo>
                  <a:lnTo>
                    <a:pt x="1610" y="13795"/>
                  </a:lnTo>
                  <a:cubicBezTo>
                    <a:pt x="1566" y="13891"/>
                    <a:pt x="1582" y="14004"/>
                    <a:pt x="1662" y="14084"/>
                  </a:cubicBezTo>
                  <a:lnTo>
                    <a:pt x="3479" y="15903"/>
                  </a:lnTo>
                  <a:cubicBezTo>
                    <a:pt x="3527" y="15949"/>
                    <a:pt x="3593" y="15976"/>
                    <a:pt x="3661" y="15976"/>
                  </a:cubicBezTo>
                  <a:cubicBezTo>
                    <a:pt x="3694" y="15976"/>
                    <a:pt x="3728" y="15969"/>
                    <a:pt x="3760" y="15955"/>
                  </a:cubicBezTo>
                  <a:lnTo>
                    <a:pt x="5210" y="15334"/>
                  </a:lnTo>
                  <a:cubicBezTo>
                    <a:pt x="5673" y="15588"/>
                    <a:pt x="6164" y="15788"/>
                    <a:pt x="6670" y="15936"/>
                  </a:cubicBezTo>
                  <a:lnTo>
                    <a:pt x="7247" y="17397"/>
                  </a:lnTo>
                  <a:cubicBezTo>
                    <a:pt x="7291" y="17493"/>
                    <a:pt x="7387" y="17562"/>
                    <a:pt x="7492" y="17562"/>
                  </a:cubicBezTo>
                  <a:lnTo>
                    <a:pt x="10062" y="17562"/>
                  </a:lnTo>
                  <a:cubicBezTo>
                    <a:pt x="10167" y="17562"/>
                    <a:pt x="10264" y="17493"/>
                    <a:pt x="10297" y="17397"/>
                  </a:cubicBezTo>
                  <a:lnTo>
                    <a:pt x="10885" y="15936"/>
                  </a:lnTo>
                  <a:cubicBezTo>
                    <a:pt x="11390" y="15788"/>
                    <a:pt x="11881" y="15588"/>
                    <a:pt x="12343" y="15334"/>
                  </a:cubicBezTo>
                  <a:lnTo>
                    <a:pt x="13786" y="15955"/>
                  </a:lnTo>
                  <a:cubicBezTo>
                    <a:pt x="13821" y="15969"/>
                    <a:pt x="13855" y="15976"/>
                    <a:pt x="13889" y="15976"/>
                  </a:cubicBezTo>
                  <a:cubicBezTo>
                    <a:pt x="13957" y="15976"/>
                    <a:pt x="14021" y="15949"/>
                    <a:pt x="14073" y="15903"/>
                  </a:cubicBezTo>
                  <a:lnTo>
                    <a:pt x="15892" y="14084"/>
                  </a:lnTo>
                  <a:cubicBezTo>
                    <a:pt x="15961" y="14004"/>
                    <a:pt x="15989" y="13891"/>
                    <a:pt x="15945" y="13795"/>
                  </a:cubicBezTo>
                  <a:lnTo>
                    <a:pt x="15324" y="12345"/>
                  </a:lnTo>
                  <a:cubicBezTo>
                    <a:pt x="15578" y="11881"/>
                    <a:pt x="15779" y="11401"/>
                    <a:pt x="15928" y="10893"/>
                  </a:cubicBezTo>
                  <a:lnTo>
                    <a:pt x="17396" y="10308"/>
                  </a:lnTo>
                  <a:cubicBezTo>
                    <a:pt x="17493" y="10264"/>
                    <a:pt x="17554" y="10176"/>
                    <a:pt x="17554" y="10071"/>
                  </a:cubicBezTo>
                  <a:lnTo>
                    <a:pt x="17554" y="7492"/>
                  </a:lnTo>
                  <a:cubicBezTo>
                    <a:pt x="17554" y="7388"/>
                    <a:pt x="17493" y="7302"/>
                    <a:pt x="17396" y="7257"/>
                  </a:cubicBezTo>
                  <a:lnTo>
                    <a:pt x="15928" y="6672"/>
                  </a:lnTo>
                  <a:cubicBezTo>
                    <a:pt x="15779" y="6173"/>
                    <a:pt x="15578" y="5684"/>
                    <a:pt x="15324" y="5220"/>
                  </a:cubicBezTo>
                  <a:lnTo>
                    <a:pt x="15945" y="3769"/>
                  </a:lnTo>
                  <a:cubicBezTo>
                    <a:pt x="15989" y="3672"/>
                    <a:pt x="15961" y="3559"/>
                    <a:pt x="15892" y="3490"/>
                  </a:cubicBezTo>
                  <a:lnTo>
                    <a:pt x="14073" y="1671"/>
                  </a:lnTo>
                  <a:cubicBezTo>
                    <a:pt x="14021" y="1618"/>
                    <a:pt x="13956" y="1593"/>
                    <a:pt x="13887" y="1593"/>
                  </a:cubicBezTo>
                  <a:cubicBezTo>
                    <a:pt x="13854" y="1593"/>
                    <a:pt x="13820" y="1598"/>
                    <a:pt x="13786" y="1610"/>
                  </a:cubicBezTo>
                  <a:lnTo>
                    <a:pt x="12343" y="2231"/>
                  </a:lnTo>
                  <a:cubicBezTo>
                    <a:pt x="11881" y="1977"/>
                    <a:pt x="11390" y="1776"/>
                    <a:pt x="10885" y="1627"/>
                  </a:cubicBezTo>
                  <a:lnTo>
                    <a:pt x="10297" y="169"/>
                  </a:lnTo>
                  <a:cubicBezTo>
                    <a:pt x="10264" y="72"/>
                    <a:pt x="10167" y="1"/>
                    <a:pt x="100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8" name="Google Shape;16178;p37"/>
            <p:cNvSpPr/>
            <p:nvPr/>
          </p:nvSpPr>
          <p:spPr>
            <a:xfrm>
              <a:off x="5533400" y="3388375"/>
              <a:ext cx="282775" cy="283025"/>
            </a:xfrm>
            <a:custGeom>
              <a:rect b="b" l="l" r="r" t="t"/>
              <a:pathLst>
                <a:path extrusionOk="0" h="11321" w="11311">
                  <a:moveTo>
                    <a:pt x="5654" y="517"/>
                  </a:moveTo>
                  <a:cubicBezTo>
                    <a:pt x="8486" y="517"/>
                    <a:pt x="10794" y="2824"/>
                    <a:pt x="10794" y="5665"/>
                  </a:cubicBezTo>
                  <a:cubicBezTo>
                    <a:pt x="10794" y="8497"/>
                    <a:pt x="8486" y="10805"/>
                    <a:pt x="5654" y="10805"/>
                  </a:cubicBezTo>
                  <a:cubicBezTo>
                    <a:pt x="2814" y="10805"/>
                    <a:pt x="506" y="8497"/>
                    <a:pt x="506" y="5665"/>
                  </a:cubicBezTo>
                  <a:cubicBezTo>
                    <a:pt x="506" y="2824"/>
                    <a:pt x="2814" y="517"/>
                    <a:pt x="5654" y="517"/>
                  </a:cubicBezTo>
                  <a:close/>
                  <a:moveTo>
                    <a:pt x="5654" y="0"/>
                  </a:moveTo>
                  <a:cubicBezTo>
                    <a:pt x="2535" y="0"/>
                    <a:pt x="0" y="2543"/>
                    <a:pt x="0" y="5665"/>
                  </a:cubicBezTo>
                  <a:cubicBezTo>
                    <a:pt x="0" y="8776"/>
                    <a:pt x="2535" y="11321"/>
                    <a:pt x="5654" y="11321"/>
                  </a:cubicBezTo>
                  <a:cubicBezTo>
                    <a:pt x="8776" y="11321"/>
                    <a:pt x="11310" y="8776"/>
                    <a:pt x="11310" y="5665"/>
                  </a:cubicBezTo>
                  <a:cubicBezTo>
                    <a:pt x="11310" y="2543"/>
                    <a:pt x="8776" y="0"/>
                    <a:pt x="5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9" name="Google Shape;16179;p37"/>
            <p:cNvSpPr/>
            <p:nvPr/>
          </p:nvSpPr>
          <p:spPr>
            <a:xfrm>
              <a:off x="5584750" y="3439925"/>
              <a:ext cx="180075" cy="155425"/>
            </a:xfrm>
            <a:custGeom>
              <a:rect b="b" l="l" r="r" t="t"/>
              <a:pathLst>
                <a:path extrusionOk="0" h="6217" w="7203">
                  <a:moveTo>
                    <a:pt x="3357" y="525"/>
                  </a:moveTo>
                  <a:lnTo>
                    <a:pt x="3357" y="2082"/>
                  </a:lnTo>
                  <a:cubicBezTo>
                    <a:pt x="3128" y="2118"/>
                    <a:pt x="2910" y="2212"/>
                    <a:pt x="2727" y="2344"/>
                  </a:cubicBezTo>
                  <a:lnTo>
                    <a:pt x="1626" y="1243"/>
                  </a:lnTo>
                  <a:cubicBezTo>
                    <a:pt x="2098" y="840"/>
                    <a:pt x="2700" y="578"/>
                    <a:pt x="3357" y="525"/>
                  </a:cubicBezTo>
                  <a:close/>
                  <a:moveTo>
                    <a:pt x="3873" y="525"/>
                  </a:moveTo>
                  <a:cubicBezTo>
                    <a:pt x="4527" y="578"/>
                    <a:pt x="5132" y="840"/>
                    <a:pt x="5612" y="1243"/>
                  </a:cubicBezTo>
                  <a:lnTo>
                    <a:pt x="4511" y="2344"/>
                  </a:lnTo>
                  <a:cubicBezTo>
                    <a:pt x="4326" y="2212"/>
                    <a:pt x="4108" y="2118"/>
                    <a:pt x="3873" y="2082"/>
                  </a:cubicBezTo>
                  <a:lnTo>
                    <a:pt x="3873" y="525"/>
                  </a:lnTo>
                  <a:close/>
                  <a:moveTo>
                    <a:pt x="1240" y="1627"/>
                  </a:moveTo>
                  <a:lnTo>
                    <a:pt x="2341" y="2720"/>
                  </a:lnTo>
                  <a:cubicBezTo>
                    <a:pt x="2211" y="2913"/>
                    <a:pt x="2115" y="3122"/>
                    <a:pt x="2079" y="3357"/>
                  </a:cubicBezTo>
                  <a:lnTo>
                    <a:pt x="525" y="3357"/>
                  </a:lnTo>
                  <a:cubicBezTo>
                    <a:pt x="577" y="2703"/>
                    <a:pt x="839" y="2099"/>
                    <a:pt x="1240" y="1627"/>
                  </a:cubicBezTo>
                  <a:close/>
                  <a:moveTo>
                    <a:pt x="5952" y="1627"/>
                  </a:moveTo>
                  <a:cubicBezTo>
                    <a:pt x="6355" y="2099"/>
                    <a:pt x="6617" y="2703"/>
                    <a:pt x="6678" y="3357"/>
                  </a:cubicBezTo>
                  <a:lnTo>
                    <a:pt x="5121" y="3357"/>
                  </a:lnTo>
                  <a:cubicBezTo>
                    <a:pt x="5079" y="3122"/>
                    <a:pt x="4991" y="2913"/>
                    <a:pt x="4859" y="2720"/>
                  </a:cubicBezTo>
                  <a:lnTo>
                    <a:pt x="5952" y="1627"/>
                  </a:lnTo>
                  <a:close/>
                  <a:moveTo>
                    <a:pt x="2079" y="3873"/>
                  </a:moveTo>
                  <a:cubicBezTo>
                    <a:pt x="2115" y="4100"/>
                    <a:pt x="2203" y="4320"/>
                    <a:pt x="2341" y="4511"/>
                  </a:cubicBezTo>
                  <a:lnTo>
                    <a:pt x="1240" y="5604"/>
                  </a:lnTo>
                  <a:cubicBezTo>
                    <a:pt x="831" y="5115"/>
                    <a:pt x="577" y="4511"/>
                    <a:pt x="525" y="3873"/>
                  </a:cubicBezTo>
                  <a:close/>
                  <a:moveTo>
                    <a:pt x="6678" y="3873"/>
                  </a:moveTo>
                  <a:cubicBezTo>
                    <a:pt x="6625" y="4511"/>
                    <a:pt x="6371" y="5115"/>
                    <a:pt x="5952" y="5604"/>
                  </a:cubicBezTo>
                  <a:lnTo>
                    <a:pt x="4859" y="4511"/>
                  </a:lnTo>
                  <a:cubicBezTo>
                    <a:pt x="4991" y="4320"/>
                    <a:pt x="5088" y="4100"/>
                    <a:pt x="5121" y="3873"/>
                  </a:cubicBezTo>
                  <a:close/>
                  <a:moveTo>
                    <a:pt x="3600" y="1"/>
                  </a:moveTo>
                  <a:cubicBezTo>
                    <a:pt x="1618" y="1"/>
                    <a:pt x="0" y="1610"/>
                    <a:pt x="0" y="3603"/>
                  </a:cubicBezTo>
                  <a:cubicBezTo>
                    <a:pt x="0" y="4564"/>
                    <a:pt x="376" y="5464"/>
                    <a:pt x="1057" y="6145"/>
                  </a:cubicBezTo>
                  <a:cubicBezTo>
                    <a:pt x="1102" y="6190"/>
                    <a:pt x="1171" y="6217"/>
                    <a:pt x="1232" y="6217"/>
                  </a:cubicBezTo>
                  <a:cubicBezTo>
                    <a:pt x="1303" y="6217"/>
                    <a:pt x="1372" y="6190"/>
                    <a:pt x="1416" y="6145"/>
                  </a:cubicBezTo>
                  <a:lnTo>
                    <a:pt x="2876" y="4687"/>
                  </a:lnTo>
                  <a:cubicBezTo>
                    <a:pt x="2918" y="4643"/>
                    <a:pt x="2946" y="4572"/>
                    <a:pt x="2946" y="4511"/>
                  </a:cubicBezTo>
                  <a:cubicBezTo>
                    <a:pt x="2946" y="4442"/>
                    <a:pt x="2918" y="4373"/>
                    <a:pt x="2876" y="4329"/>
                  </a:cubicBezTo>
                  <a:cubicBezTo>
                    <a:pt x="2675" y="4136"/>
                    <a:pt x="2570" y="3873"/>
                    <a:pt x="2570" y="3603"/>
                  </a:cubicBezTo>
                  <a:cubicBezTo>
                    <a:pt x="2570" y="3034"/>
                    <a:pt x="3034" y="2571"/>
                    <a:pt x="3600" y="2571"/>
                  </a:cubicBezTo>
                  <a:cubicBezTo>
                    <a:pt x="4169" y="2571"/>
                    <a:pt x="4632" y="3034"/>
                    <a:pt x="4632" y="3603"/>
                  </a:cubicBezTo>
                  <a:cubicBezTo>
                    <a:pt x="4632" y="3873"/>
                    <a:pt x="4519" y="4136"/>
                    <a:pt x="4326" y="4329"/>
                  </a:cubicBezTo>
                  <a:cubicBezTo>
                    <a:pt x="4230" y="4425"/>
                    <a:pt x="4230" y="4591"/>
                    <a:pt x="4326" y="4687"/>
                  </a:cubicBezTo>
                  <a:lnTo>
                    <a:pt x="5778" y="6145"/>
                  </a:lnTo>
                  <a:cubicBezTo>
                    <a:pt x="5830" y="6190"/>
                    <a:pt x="5891" y="6217"/>
                    <a:pt x="5960" y="6217"/>
                  </a:cubicBezTo>
                  <a:cubicBezTo>
                    <a:pt x="6032" y="6217"/>
                    <a:pt x="6101" y="6190"/>
                    <a:pt x="6145" y="6145"/>
                  </a:cubicBezTo>
                  <a:cubicBezTo>
                    <a:pt x="6827" y="5464"/>
                    <a:pt x="7202" y="4564"/>
                    <a:pt x="7202" y="3603"/>
                  </a:cubicBezTo>
                  <a:cubicBezTo>
                    <a:pt x="7202" y="1610"/>
                    <a:pt x="5585" y="1"/>
                    <a:pt x="36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0" name="Google Shape;16180;p37"/>
            <p:cNvSpPr/>
            <p:nvPr/>
          </p:nvSpPr>
          <p:spPr>
            <a:xfrm>
              <a:off x="5558925" y="3414175"/>
              <a:ext cx="231500" cy="231425"/>
            </a:xfrm>
            <a:custGeom>
              <a:rect b="b" l="l" r="r" t="t"/>
              <a:pathLst>
                <a:path extrusionOk="0" h="9257" w="9260">
                  <a:moveTo>
                    <a:pt x="4633" y="1"/>
                  </a:moveTo>
                  <a:cubicBezTo>
                    <a:pt x="3584" y="1"/>
                    <a:pt x="2588" y="341"/>
                    <a:pt x="1767" y="997"/>
                  </a:cubicBezTo>
                  <a:cubicBezTo>
                    <a:pt x="1654" y="1083"/>
                    <a:pt x="1635" y="1241"/>
                    <a:pt x="1723" y="1354"/>
                  </a:cubicBezTo>
                  <a:cubicBezTo>
                    <a:pt x="1774" y="1420"/>
                    <a:pt x="1850" y="1454"/>
                    <a:pt x="1927" y="1454"/>
                  </a:cubicBezTo>
                  <a:cubicBezTo>
                    <a:pt x="1985" y="1454"/>
                    <a:pt x="2042" y="1435"/>
                    <a:pt x="2090" y="1398"/>
                  </a:cubicBezTo>
                  <a:cubicBezTo>
                    <a:pt x="2816" y="821"/>
                    <a:pt x="3700" y="515"/>
                    <a:pt x="4633" y="515"/>
                  </a:cubicBezTo>
                  <a:cubicBezTo>
                    <a:pt x="6899" y="515"/>
                    <a:pt x="8751" y="2361"/>
                    <a:pt x="8751" y="4633"/>
                  </a:cubicBezTo>
                  <a:cubicBezTo>
                    <a:pt x="8751" y="6896"/>
                    <a:pt x="6899" y="8741"/>
                    <a:pt x="4633" y="8741"/>
                  </a:cubicBezTo>
                  <a:cubicBezTo>
                    <a:pt x="2361" y="8741"/>
                    <a:pt x="517" y="6896"/>
                    <a:pt x="517" y="4633"/>
                  </a:cubicBezTo>
                  <a:cubicBezTo>
                    <a:pt x="517" y="3697"/>
                    <a:pt x="823" y="2814"/>
                    <a:pt x="1400" y="2080"/>
                  </a:cubicBezTo>
                  <a:cubicBezTo>
                    <a:pt x="1486" y="1966"/>
                    <a:pt x="1469" y="1809"/>
                    <a:pt x="1356" y="1721"/>
                  </a:cubicBezTo>
                  <a:cubicBezTo>
                    <a:pt x="1312" y="1684"/>
                    <a:pt x="1256" y="1666"/>
                    <a:pt x="1201" y="1666"/>
                  </a:cubicBezTo>
                  <a:cubicBezTo>
                    <a:pt x="1125" y="1666"/>
                    <a:pt x="1048" y="1700"/>
                    <a:pt x="997" y="1765"/>
                  </a:cubicBezTo>
                  <a:cubicBezTo>
                    <a:pt x="351" y="2587"/>
                    <a:pt x="1" y="3575"/>
                    <a:pt x="1" y="4633"/>
                  </a:cubicBezTo>
                  <a:cubicBezTo>
                    <a:pt x="1" y="7186"/>
                    <a:pt x="2082" y="9257"/>
                    <a:pt x="4633" y="9257"/>
                  </a:cubicBezTo>
                  <a:cubicBezTo>
                    <a:pt x="7186" y="9257"/>
                    <a:pt x="9259" y="7186"/>
                    <a:pt x="9259" y="4633"/>
                  </a:cubicBezTo>
                  <a:cubicBezTo>
                    <a:pt x="9259" y="2080"/>
                    <a:pt x="7186" y="1"/>
                    <a:pt x="46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184" name="Shape 16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185" name="Google Shape;16185;p38"/>
          <p:cNvPicPr preferRelativeResize="0"/>
          <p:nvPr/>
        </p:nvPicPr>
        <p:blipFill rotWithShape="1">
          <a:blip r:embed="rId3">
            <a:alphaModFix/>
          </a:blip>
          <a:srcRect b="0" l="13561" r="12698" t="0"/>
          <a:stretch/>
        </p:blipFill>
        <p:spPr>
          <a:xfrm>
            <a:off x="357457" y="523077"/>
            <a:ext cx="5260835" cy="3979771"/>
          </a:xfrm>
          <a:prstGeom prst="rect">
            <a:avLst/>
          </a:prstGeom>
          <a:noFill/>
          <a:ln>
            <a:noFill/>
          </a:ln>
        </p:spPr>
      </p:pic>
      <p:sp>
        <p:nvSpPr>
          <p:cNvPr id="16186" name="Google Shape;16186;p38"/>
          <p:cNvSpPr/>
          <p:nvPr/>
        </p:nvSpPr>
        <p:spPr>
          <a:xfrm>
            <a:off x="142175" y="157550"/>
            <a:ext cx="5691300" cy="4710900"/>
          </a:xfrm>
          <a:prstGeom prst="rect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6187" name="Google Shape;16187;p38"/>
          <p:cNvSpPr txBox="1"/>
          <p:nvPr/>
        </p:nvSpPr>
        <p:spPr>
          <a:xfrm>
            <a:off x="6232625" y="463950"/>
            <a:ext cx="2631000" cy="4926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Inside the Fuel Cell</a:t>
            </a:r>
            <a:endParaRPr sz="2000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6188" name="Google Shape;16188;p38"/>
          <p:cNvSpPr/>
          <p:nvPr/>
        </p:nvSpPr>
        <p:spPr>
          <a:xfrm>
            <a:off x="6110575" y="361700"/>
            <a:ext cx="2841600" cy="700800"/>
          </a:xfrm>
          <a:prstGeom prst="rect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6189" name="Google Shape;16189;p38"/>
          <p:cNvSpPr/>
          <p:nvPr/>
        </p:nvSpPr>
        <p:spPr>
          <a:xfrm>
            <a:off x="6847675" y="1993600"/>
            <a:ext cx="1367400" cy="2867400"/>
          </a:xfrm>
          <a:prstGeom prst="rec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Poppins"/>
              <a:ea typeface="Poppins"/>
              <a:cs typeface="Poppins"/>
              <a:sym typeface="Poppins"/>
            </a:endParaRPr>
          </a:p>
        </p:txBody>
      </p:sp>
      <p:pic>
        <p:nvPicPr>
          <p:cNvPr id="16190" name="Google Shape;16190;p3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062625" y="2266049"/>
            <a:ext cx="1741874" cy="2322499"/>
          </a:xfrm>
          <a:prstGeom prst="rect">
            <a:avLst/>
          </a:prstGeom>
          <a:noFill/>
          <a:ln>
            <a:noFill/>
          </a:ln>
        </p:spPr>
      </p:pic>
      <p:sp>
        <p:nvSpPr>
          <p:cNvPr id="16191" name="Google Shape;16191;p38"/>
          <p:cNvSpPr/>
          <p:nvPr/>
        </p:nvSpPr>
        <p:spPr>
          <a:xfrm>
            <a:off x="6964112" y="2150650"/>
            <a:ext cx="1938900" cy="2553300"/>
          </a:xfrm>
          <a:prstGeom prst="rect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6192" name="Google Shape;16192;p38"/>
          <p:cNvSpPr txBox="1"/>
          <p:nvPr/>
        </p:nvSpPr>
        <p:spPr>
          <a:xfrm>
            <a:off x="6538625" y="1464175"/>
            <a:ext cx="19389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Our Actual Fuel Cell</a:t>
            </a:r>
            <a:endParaRPr>
              <a:solidFill>
                <a:schemeClr val="dk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6193" name="Google Shape;16193;p38"/>
          <p:cNvSpPr/>
          <p:nvPr/>
        </p:nvSpPr>
        <p:spPr>
          <a:xfrm rot="5400000">
            <a:off x="8327600" y="1701700"/>
            <a:ext cx="443700" cy="258600"/>
          </a:xfrm>
          <a:prstGeom prst="bentArrow">
            <a:avLst>
              <a:gd fmla="val 25000" name="adj1"/>
              <a:gd fmla="val 25000" name="adj2"/>
              <a:gd fmla="val 25000" name="adj3"/>
              <a:gd fmla="val 47914" name="adj4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6194" name="Google Shape;16194;p38"/>
          <p:cNvSpPr txBox="1"/>
          <p:nvPr/>
        </p:nvSpPr>
        <p:spPr>
          <a:xfrm>
            <a:off x="357450" y="4225950"/>
            <a:ext cx="1639500" cy="27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Photo Courtesy of 3M</a:t>
            </a:r>
            <a:endParaRPr sz="600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198" name="Shape 16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99" name="Google Shape;16199;p39"/>
          <p:cNvSpPr txBox="1"/>
          <p:nvPr>
            <p:ph type="title"/>
          </p:nvPr>
        </p:nvSpPr>
        <p:spPr>
          <a:xfrm>
            <a:off x="720000" y="445025"/>
            <a:ext cx="7704000" cy="68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Shell Eco Marathon</a:t>
            </a:r>
            <a:endParaRPr/>
          </a:p>
        </p:txBody>
      </p:sp>
      <p:sp>
        <p:nvSpPr>
          <p:cNvPr id="16200" name="Google Shape;16200;p39"/>
          <p:cNvSpPr txBox="1"/>
          <p:nvPr>
            <p:ph idx="1" type="subTitle"/>
          </p:nvPr>
        </p:nvSpPr>
        <p:spPr>
          <a:xfrm>
            <a:off x="1280863" y="2010310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Competition to make the most energy efficient vehicle</a:t>
            </a:r>
            <a:endParaRPr/>
          </a:p>
        </p:txBody>
      </p:sp>
      <p:sp>
        <p:nvSpPr>
          <p:cNvPr id="16201" name="Google Shape;16201;p39"/>
          <p:cNvSpPr txBox="1"/>
          <p:nvPr>
            <p:ph idx="2" type="subTitle"/>
          </p:nvPr>
        </p:nvSpPr>
        <p:spPr>
          <a:xfrm>
            <a:off x="1280863" y="164630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Is It? </a:t>
            </a:r>
            <a:endParaRPr/>
          </a:p>
        </p:txBody>
      </p:sp>
      <p:sp>
        <p:nvSpPr>
          <p:cNvPr id="16202" name="Google Shape;16202;p39"/>
          <p:cNvSpPr txBox="1"/>
          <p:nvPr>
            <p:ph idx="3" type="subTitle"/>
          </p:nvPr>
        </p:nvSpPr>
        <p:spPr>
          <a:xfrm>
            <a:off x="1286675" y="3511485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Gives a target for our work on the vehicle</a:t>
            </a:r>
            <a:endParaRPr/>
          </a:p>
        </p:txBody>
      </p:sp>
      <p:sp>
        <p:nvSpPr>
          <p:cNvPr id="16203" name="Google Shape;16203;p39"/>
          <p:cNvSpPr txBox="1"/>
          <p:nvPr>
            <p:ph idx="4" type="subTitle"/>
          </p:nvPr>
        </p:nvSpPr>
        <p:spPr>
          <a:xfrm>
            <a:off x="1086487" y="3117900"/>
            <a:ext cx="2754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Why Compete?</a:t>
            </a:r>
            <a:endParaRPr/>
          </a:p>
        </p:txBody>
      </p:sp>
      <p:grpSp>
        <p:nvGrpSpPr>
          <p:cNvPr id="16204" name="Google Shape;16204;p39"/>
          <p:cNvGrpSpPr/>
          <p:nvPr/>
        </p:nvGrpSpPr>
        <p:grpSpPr>
          <a:xfrm rot="-4650507">
            <a:off x="7371985" y="850378"/>
            <a:ext cx="503234" cy="832928"/>
            <a:chOff x="5418553" y="1848025"/>
            <a:chExt cx="861816" cy="1447438"/>
          </a:xfrm>
        </p:grpSpPr>
        <p:sp>
          <p:nvSpPr>
            <p:cNvPr id="16205" name="Google Shape;16205;p39"/>
            <p:cNvSpPr/>
            <p:nvPr/>
          </p:nvSpPr>
          <p:spPr>
            <a:xfrm>
              <a:off x="5480712" y="1848025"/>
              <a:ext cx="799657" cy="786419"/>
            </a:xfrm>
            <a:custGeom>
              <a:rect b="b" l="l" r="r" t="t"/>
              <a:pathLst>
                <a:path extrusionOk="0" h="45862" w="46634">
                  <a:moveTo>
                    <a:pt x="23318" y="15700"/>
                  </a:moveTo>
                  <a:cubicBezTo>
                    <a:pt x="25258" y="15700"/>
                    <a:pt x="27118" y="16459"/>
                    <a:pt x="28517" y="17857"/>
                  </a:cubicBezTo>
                  <a:cubicBezTo>
                    <a:pt x="30133" y="19474"/>
                    <a:pt x="30896" y="21713"/>
                    <a:pt x="30609" y="24010"/>
                  </a:cubicBezTo>
                  <a:cubicBezTo>
                    <a:pt x="30189" y="27269"/>
                    <a:pt x="27526" y="29929"/>
                    <a:pt x="24267" y="30336"/>
                  </a:cubicBezTo>
                  <a:cubicBezTo>
                    <a:pt x="23951" y="30376"/>
                    <a:pt x="23636" y="30395"/>
                    <a:pt x="23322" y="30395"/>
                  </a:cubicBezTo>
                  <a:cubicBezTo>
                    <a:pt x="21374" y="30395"/>
                    <a:pt x="19510" y="29637"/>
                    <a:pt x="18117" y="28247"/>
                  </a:cubicBezTo>
                  <a:cubicBezTo>
                    <a:pt x="16501" y="26631"/>
                    <a:pt x="15741" y="24388"/>
                    <a:pt x="16025" y="22094"/>
                  </a:cubicBezTo>
                  <a:cubicBezTo>
                    <a:pt x="16432" y="18835"/>
                    <a:pt x="19095" y="16172"/>
                    <a:pt x="22354" y="15765"/>
                  </a:cubicBezTo>
                  <a:cubicBezTo>
                    <a:pt x="22680" y="15726"/>
                    <a:pt x="22993" y="15700"/>
                    <a:pt x="23318" y="15700"/>
                  </a:cubicBezTo>
                  <a:close/>
                  <a:moveTo>
                    <a:pt x="23321" y="14749"/>
                  </a:moveTo>
                  <a:cubicBezTo>
                    <a:pt x="22964" y="14749"/>
                    <a:pt x="22604" y="14771"/>
                    <a:pt x="22243" y="14817"/>
                  </a:cubicBezTo>
                  <a:cubicBezTo>
                    <a:pt x="18550" y="15276"/>
                    <a:pt x="15549" y="18291"/>
                    <a:pt x="15073" y="21973"/>
                  </a:cubicBezTo>
                  <a:cubicBezTo>
                    <a:pt x="14747" y="24564"/>
                    <a:pt x="15617" y="27090"/>
                    <a:pt x="17436" y="28925"/>
                  </a:cubicBezTo>
                  <a:cubicBezTo>
                    <a:pt x="19013" y="30499"/>
                    <a:pt x="21119" y="31356"/>
                    <a:pt x="23318" y="31356"/>
                  </a:cubicBezTo>
                  <a:cubicBezTo>
                    <a:pt x="23670" y="31356"/>
                    <a:pt x="24035" y="31327"/>
                    <a:pt x="24391" y="31288"/>
                  </a:cubicBezTo>
                  <a:cubicBezTo>
                    <a:pt x="28070" y="30825"/>
                    <a:pt x="31085" y="27810"/>
                    <a:pt x="31548" y="24131"/>
                  </a:cubicBezTo>
                  <a:cubicBezTo>
                    <a:pt x="31873" y="21537"/>
                    <a:pt x="31016" y="19011"/>
                    <a:pt x="29185" y="17179"/>
                  </a:cubicBezTo>
                  <a:cubicBezTo>
                    <a:pt x="27618" y="15601"/>
                    <a:pt x="25520" y="14749"/>
                    <a:pt x="23321" y="14749"/>
                  </a:cubicBezTo>
                  <a:close/>
                  <a:moveTo>
                    <a:pt x="26115" y="966"/>
                  </a:moveTo>
                  <a:lnTo>
                    <a:pt x="26115" y="6069"/>
                  </a:lnTo>
                  <a:cubicBezTo>
                    <a:pt x="26115" y="6301"/>
                    <a:pt x="26278" y="6493"/>
                    <a:pt x="26496" y="6532"/>
                  </a:cubicBezTo>
                  <a:cubicBezTo>
                    <a:pt x="28259" y="6871"/>
                    <a:pt x="29931" y="7484"/>
                    <a:pt x="31492" y="8351"/>
                  </a:cubicBezTo>
                  <a:cubicBezTo>
                    <a:pt x="31567" y="8392"/>
                    <a:pt x="31648" y="8412"/>
                    <a:pt x="31727" y="8412"/>
                  </a:cubicBezTo>
                  <a:cubicBezTo>
                    <a:pt x="31862" y="8412"/>
                    <a:pt x="31994" y="8354"/>
                    <a:pt x="32089" y="8243"/>
                  </a:cubicBezTo>
                  <a:lnTo>
                    <a:pt x="35377" y="4332"/>
                  </a:lnTo>
                  <a:lnTo>
                    <a:pt x="39653" y="7930"/>
                  </a:lnTo>
                  <a:lnTo>
                    <a:pt x="36381" y="11841"/>
                  </a:lnTo>
                  <a:cubicBezTo>
                    <a:pt x="36231" y="12017"/>
                    <a:pt x="36231" y="12278"/>
                    <a:pt x="36368" y="12454"/>
                  </a:cubicBezTo>
                  <a:cubicBezTo>
                    <a:pt x="37495" y="13839"/>
                    <a:pt x="38391" y="15387"/>
                    <a:pt x="39027" y="17043"/>
                  </a:cubicBezTo>
                  <a:cubicBezTo>
                    <a:pt x="39098" y="17233"/>
                    <a:pt x="39274" y="17350"/>
                    <a:pt x="39472" y="17350"/>
                  </a:cubicBezTo>
                  <a:cubicBezTo>
                    <a:pt x="39500" y="17350"/>
                    <a:pt x="39529" y="17347"/>
                    <a:pt x="39558" y="17342"/>
                  </a:cubicBezTo>
                  <a:lnTo>
                    <a:pt x="44584" y="16459"/>
                  </a:lnTo>
                  <a:lnTo>
                    <a:pt x="45561" y="21973"/>
                  </a:lnTo>
                  <a:lnTo>
                    <a:pt x="40523" y="22853"/>
                  </a:lnTo>
                  <a:cubicBezTo>
                    <a:pt x="40305" y="22896"/>
                    <a:pt x="40129" y="23098"/>
                    <a:pt x="40129" y="23316"/>
                  </a:cubicBezTo>
                  <a:cubicBezTo>
                    <a:pt x="40102" y="25109"/>
                    <a:pt x="39790" y="26875"/>
                    <a:pt x="39206" y="28544"/>
                  </a:cubicBezTo>
                  <a:cubicBezTo>
                    <a:pt x="39138" y="28762"/>
                    <a:pt x="39232" y="29006"/>
                    <a:pt x="39421" y="29114"/>
                  </a:cubicBezTo>
                  <a:lnTo>
                    <a:pt x="43850" y="31669"/>
                  </a:lnTo>
                  <a:lnTo>
                    <a:pt x="41051" y="36515"/>
                  </a:lnTo>
                  <a:lnTo>
                    <a:pt x="36625" y="33963"/>
                  </a:lnTo>
                  <a:cubicBezTo>
                    <a:pt x="36549" y="33922"/>
                    <a:pt x="36468" y="33902"/>
                    <a:pt x="36388" y="33902"/>
                  </a:cubicBezTo>
                  <a:cubicBezTo>
                    <a:pt x="36252" y="33902"/>
                    <a:pt x="36121" y="33960"/>
                    <a:pt x="36029" y="34071"/>
                  </a:cubicBezTo>
                  <a:cubicBezTo>
                    <a:pt x="34846" y="35417"/>
                    <a:pt x="33474" y="36571"/>
                    <a:pt x="31955" y="37480"/>
                  </a:cubicBezTo>
                  <a:cubicBezTo>
                    <a:pt x="31763" y="37601"/>
                    <a:pt x="31681" y="37845"/>
                    <a:pt x="31750" y="38050"/>
                  </a:cubicBezTo>
                  <a:lnTo>
                    <a:pt x="33503" y="42857"/>
                  </a:lnTo>
                  <a:lnTo>
                    <a:pt x="28246" y="44770"/>
                  </a:lnTo>
                  <a:lnTo>
                    <a:pt x="26496" y="39963"/>
                  </a:lnTo>
                  <a:cubicBezTo>
                    <a:pt x="26428" y="39774"/>
                    <a:pt x="26252" y="39654"/>
                    <a:pt x="26046" y="39654"/>
                  </a:cubicBezTo>
                  <a:cubicBezTo>
                    <a:pt x="26020" y="39654"/>
                    <a:pt x="25991" y="39654"/>
                    <a:pt x="25965" y="39667"/>
                  </a:cubicBezTo>
                  <a:cubicBezTo>
                    <a:pt x="25090" y="39802"/>
                    <a:pt x="24204" y="39870"/>
                    <a:pt x="23316" y="39870"/>
                  </a:cubicBezTo>
                  <a:cubicBezTo>
                    <a:pt x="22429" y="39870"/>
                    <a:pt x="21539" y="39802"/>
                    <a:pt x="20656" y="39667"/>
                  </a:cubicBezTo>
                  <a:cubicBezTo>
                    <a:pt x="20629" y="39662"/>
                    <a:pt x="20602" y="39659"/>
                    <a:pt x="20576" y="39659"/>
                  </a:cubicBezTo>
                  <a:cubicBezTo>
                    <a:pt x="20387" y="39659"/>
                    <a:pt x="20212" y="39786"/>
                    <a:pt x="20141" y="39963"/>
                  </a:cubicBezTo>
                  <a:lnTo>
                    <a:pt x="18388" y="44770"/>
                  </a:lnTo>
                  <a:lnTo>
                    <a:pt x="13134" y="42857"/>
                  </a:lnTo>
                  <a:lnTo>
                    <a:pt x="14871" y="38050"/>
                  </a:lnTo>
                  <a:cubicBezTo>
                    <a:pt x="14952" y="37845"/>
                    <a:pt x="14871" y="37601"/>
                    <a:pt x="14666" y="37480"/>
                  </a:cubicBezTo>
                  <a:cubicBezTo>
                    <a:pt x="13147" y="36571"/>
                    <a:pt x="11788" y="35417"/>
                    <a:pt x="10608" y="34071"/>
                  </a:cubicBezTo>
                  <a:cubicBezTo>
                    <a:pt x="10514" y="33960"/>
                    <a:pt x="10382" y="33902"/>
                    <a:pt x="10246" y="33902"/>
                  </a:cubicBezTo>
                  <a:cubicBezTo>
                    <a:pt x="10166" y="33902"/>
                    <a:pt x="10085" y="33922"/>
                    <a:pt x="10009" y="33963"/>
                  </a:cubicBezTo>
                  <a:lnTo>
                    <a:pt x="5583" y="36515"/>
                  </a:lnTo>
                  <a:lnTo>
                    <a:pt x="2787" y="31669"/>
                  </a:lnTo>
                  <a:lnTo>
                    <a:pt x="7212" y="29114"/>
                  </a:lnTo>
                  <a:cubicBezTo>
                    <a:pt x="7401" y="29006"/>
                    <a:pt x="7496" y="28762"/>
                    <a:pt x="7414" y="28544"/>
                  </a:cubicBezTo>
                  <a:cubicBezTo>
                    <a:pt x="6844" y="26875"/>
                    <a:pt x="6534" y="25109"/>
                    <a:pt x="6505" y="23316"/>
                  </a:cubicBezTo>
                  <a:cubicBezTo>
                    <a:pt x="6492" y="23098"/>
                    <a:pt x="6329" y="22896"/>
                    <a:pt x="6111" y="22853"/>
                  </a:cubicBezTo>
                  <a:lnTo>
                    <a:pt x="1076" y="21973"/>
                  </a:lnTo>
                  <a:lnTo>
                    <a:pt x="2053" y="16459"/>
                  </a:lnTo>
                  <a:lnTo>
                    <a:pt x="7075" y="17342"/>
                  </a:lnTo>
                  <a:cubicBezTo>
                    <a:pt x="7103" y="17347"/>
                    <a:pt x="7130" y="17350"/>
                    <a:pt x="7158" y="17350"/>
                  </a:cubicBezTo>
                  <a:cubicBezTo>
                    <a:pt x="7349" y="17350"/>
                    <a:pt x="7535" y="17233"/>
                    <a:pt x="7607" y="17043"/>
                  </a:cubicBezTo>
                  <a:cubicBezTo>
                    <a:pt x="8245" y="15387"/>
                    <a:pt x="9142" y="13839"/>
                    <a:pt x="10253" y="12454"/>
                  </a:cubicBezTo>
                  <a:cubicBezTo>
                    <a:pt x="10403" y="12278"/>
                    <a:pt x="10403" y="12017"/>
                    <a:pt x="10253" y="11841"/>
                  </a:cubicBezTo>
                  <a:lnTo>
                    <a:pt x="6968" y="7930"/>
                  </a:lnTo>
                  <a:lnTo>
                    <a:pt x="11260" y="4332"/>
                  </a:lnTo>
                  <a:lnTo>
                    <a:pt x="14545" y="8243"/>
                  </a:lnTo>
                  <a:cubicBezTo>
                    <a:pt x="14639" y="8354"/>
                    <a:pt x="14771" y="8412"/>
                    <a:pt x="14906" y="8412"/>
                  </a:cubicBezTo>
                  <a:cubicBezTo>
                    <a:pt x="14986" y="8412"/>
                    <a:pt x="15067" y="8392"/>
                    <a:pt x="15142" y="8351"/>
                  </a:cubicBezTo>
                  <a:cubicBezTo>
                    <a:pt x="16703" y="7484"/>
                    <a:pt x="18374" y="6871"/>
                    <a:pt x="20125" y="6532"/>
                  </a:cubicBezTo>
                  <a:cubicBezTo>
                    <a:pt x="20356" y="6493"/>
                    <a:pt x="20519" y="6301"/>
                    <a:pt x="20519" y="6069"/>
                  </a:cubicBezTo>
                  <a:lnTo>
                    <a:pt x="20519" y="966"/>
                  </a:lnTo>
                  <a:close/>
                  <a:moveTo>
                    <a:pt x="20043" y="1"/>
                  </a:moveTo>
                  <a:cubicBezTo>
                    <a:pt x="19773" y="1"/>
                    <a:pt x="19554" y="219"/>
                    <a:pt x="19554" y="490"/>
                  </a:cubicBezTo>
                  <a:lnTo>
                    <a:pt x="19554" y="5678"/>
                  </a:lnTo>
                  <a:cubicBezTo>
                    <a:pt x="17980" y="6017"/>
                    <a:pt x="16458" y="6574"/>
                    <a:pt x="15021" y="7334"/>
                  </a:cubicBezTo>
                  <a:lnTo>
                    <a:pt x="11680" y="3355"/>
                  </a:lnTo>
                  <a:cubicBezTo>
                    <a:pt x="11588" y="3240"/>
                    <a:pt x="11452" y="3181"/>
                    <a:pt x="11314" y="3181"/>
                  </a:cubicBezTo>
                  <a:cubicBezTo>
                    <a:pt x="11209" y="3181"/>
                    <a:pt x="11103" y="3215"/>
                    <a:pt x="11016" y="3286"/>
                  </a:cubicBezTo>
                  <a:lnTo>
                    <a:pt x="5990" y="7497"/>
                  </a:lnTo>
                  <a:cubicBezTo>
                    <a:pt x="5896" y="7578"/>
                    <a:pt x="5840" y="7699"/>
                    <a:pt x="5827" y="7823"/>
                  </a:cubicBezTo>
                  <a:cubicBezTo>
                    <a:pt x="5814" y="7960"/>
                    <a:pt x="5853" y="8080"/>
                    <a:pt x="5935" y="8175"/>
                  </a:cubicBezTo>
                  <a:lnTo>
                    <a:pt x="9275" y="12154"/>
                  </a:lnTo>
                  <a:cubicBezTo>
                    <a:pt x="8285" y="13431"/>
                    <a:pt x="7470" y="14843"/>
                    <a:pt x="6860" y="16335"/>
                  </a:cubicBezTo>
                  <a:lnTo>
                    <a:pt x="1740" y="15439"/>
                  </a:lnTo>
                  <a:cubicBezTo>
                    <a:pt x="1710" y="15433"/>
                    <a:pt x="1679" y="15430"/>
                    <a:pt x="1649" y="15430"/>
                  </a:cubicBezTo>
                  <a:cubicBezTo>
                    <a:pt x="1427" y="15430"/>
                    <a:pt x="1232" y="15593"/>
                    <a:pt x="1183" y="15820"/>
                  </a:cubicBezTo>
                  <a:lnTo>
                    <a:pt x="55" y="22270"/>
                  </a:lnTo>
                  <a:cubicBezTo>
                    <a:pt x="0" y="22544"/>
                    <a:pt x="179" y="22788"/>
                    <a:pt x="437" y="22827"/>
                  </a:cubicBezTo>
                  <a:lnTo>
                    <a:pt x="5557" y="23737"/>
                  </a:lnTo>
                  <a:cubicBezTo>
                    <a:pt x="5622" y="25353"/>
                    <a:pt x="5896" y="26957"/>
                    <a:pt x="6398" y="28492"/>
                  </a:cubicBezTo>
                  <a:lnTo>
                    <a:pt x="1890" y="31082"/>
                  </a:lnTo>
                  <a:cubicBezTo>
                    <a:pt x="1779" y="31151"/>
                    <a:pt x="1698" y="31245"/>
                    <a:pt x="1672" y="31369"/>
                  </a:cubicBezTo>
                  <a:cubicBezTo>
                    <a:pt x="1646" y="31490"/>
                    <a:pt x="1659" y="31627"/>
                    <a:pt x="1711" y="31734"/>
                  </a:cubicBezTo>
                  <a:lnTo>
                    <a:pt x="4999" y="37412"/>
                  </a:lnTo>
                  <a:cubicBezTo>
                    <a:pt x="5052" y="37519"/>
                    <a:pt x="5162" y="37601"/>
                    <a:pt x="5283" y="37630"/>
                  </a:cubicBezTo>
                  <a:cubicBezTo>
                    <a:pt x="5329" y="37644"/>
                    <a:pt x="5376" y="37652"/>
                    <a:pt x="5423" y="37652"/>
                  </a:cubicBezTo>
                  <a:cubicBezTo>
                    <a:pt x="5503" y="37652"/>
                    <a:pt x="5581" y="37631"/>
                    <a:pt x="5651" y="37588"/>
                  </a:cubicBezTo>
                  <a:lnTo>
                    <a:pt x="10145" y="34993"/>
                  </a:lnTo>
                  <a:cubicBezTo>
                    <a:pt x="11244" y="36189"/>
                    <a:pt x="12482" y="37236"/>
                    <a:pt x="13838" y="38089"/>
                  </a:cubicBezTo>
                  <a:lnTo>
                    <a:pt x="12075" y="42978"/>
                  </a:lnTo>
                  <a:cubicBezTo>
                    <a:pt x="12032" y="43102"/>
                    <a:pt x="12032" y="43222"/>
                    <a:pt x="12088" y="43346"/>
                  </a:cubicBezTo>
                  <a:cubicBezTo>
                    <a:pt x="12140" y="43454"/>
                    <a:pt x="12238" y="43548"/>
                    <a:pt x="12358" y="43591"/>
                  </a:cubicBezTo>
                  <a:lnTo>
                    <a:pt x="18511" y="45830"/>
                  </a:lnTo>
                  <a:cubicBezTo>
                    <a:pt x="18568" y="45851"/>
                    <a:pt x="18626" y="45861"/>
                    <a:pt x="18682" y="45861"/>
                  </a:cubicBezTo>
                  <a:cubicBezTo>
                    <a:pt x="18879" y="45861"/>
                    <a:pt x="19057" y="45736"/>
                    <a:pt x="19121" y="45546"/>
                  </a:cubicBezTo>
                  <a:lnTo>
                    <a:pt x="20900" y="40658"/>
                  </a:lnTo>
                  <a:cubicBezTo>
                    <a:pt x="21702" y="40773"/>
                    <a:pt x="22506" y="40831"/>
                    <a:pt x="23312" y="40831"/>
                  </a:cubicBezTo>
                  <a:cubicBezTo>
                    <a:pt x="24118" y="40831"/>
                    <a:pt x="24925" y="40773"/>
                    <a:pt x="25733" y="40658"/>
                  </a:cubicBezTo>
                  <a:lnTo>
                    <a:pt x="27513" y="45546"/>
                  </a:lnTo>
                  <a:cubicBezTo>
                    <a:pt x="27581" y="45735"/>
                    <a:pt x="27757" y="45859"/>
                    <a:pt x="27963" y="45859"/>
                  </a:cubicBezTo>
                  <a:cubicBezTo>
                    <a:pt x="28015" y="45859"/>
                    <a:pt x="28070" y="45846"/>
                    <a:pt x="28126" y="45830"/>
                  </a:cubicBezTo>
                  <a:lnTo>
                    <a:pt x="34275" y="43591"/>
                  </a:lnTo>
                  <a:cubicBezTo>
                    <a:pt x="34399" y="43548"/>
                    <a:pt x="34494" y="43454"/>
                    <a:pt x="34546" y="43346"/>
                  </a:cubicBezTo>
                  <a:cubicBezTo>
                    <a:pt x="34601" y="43222"/>
                    <a:pt x="34601" y="43102"/>
                    <a:pt x="34562" y="42978"/>
                  </a:cubicBezTo>
                  <a:lnTo>
                    <a:pt x="32783" y="38089"/>
                  </a:lnTo>
                  <a:cubicBezTo>
                    <a:pt x="34155" y="37236"/>
                    <a:pt x="35390" y="36189"/>
                    <a:pt x="36475" y="34993"/>
                  </a:cubicBezTo>
                  <a:lnTo>
                    <a:pt x="40982" y="37588"/>
                  </a:lnTo>
                  <a:cubicBezTo>
                    <a:pt x="41059" y="37633"/>
                    <a:pt x="41141" y="37654"/>
                    <a:pt x="41223" y="37654"/>
                  </a:cubicBezTo>
                  <a:cubicBezTo>
                    <a:pt x="41387" y="37654"/>
                    <a:pt x="41545" y="37566"/>
                    <a:pt x="41634" y="37412"/>
                  </a:cubicBezTo>
                  <a:lnTo>
                    <a:pt x="44910" y="31734"/>
                  </a:lnTo>
                  <a:cubicBezTo>
                    <a:pt x="44975" y="31627"/>
                    <a:pt x="44991" y="31490"/>
                    <a:pt x="44962" y="31369"/>
                  </a:cubicBezTo>
                  <a:cubicBezTo>
                    <a:pt x="44923" y="31245"/>
                    <a:pt x="44854" y="31151"/>
                    <a:pt x="44730" y="31082"/>
                  </a:cubicBezTo>
                  <a:lnTo>
                    <a:pt x="40236" y="28492"/>
                  </a:lnTo>
                  <a:cubicBezTo>
                    <a:pt x="40725" y="26957"/>
                    <a:pt x="41012" y="25353"/>
                    <a:pt x="41080" y="23737"/>
                  </a:cubicBezTo>
                  <a:lnTo>
                    <a:pt x="46197" y="22827"/>
                  </a:lnTo>
                  <a:cubicBezTo>
                    <a:pt x="46458" y="22788"/>
                    <a:pt x="46634" y="22544"/>
                    <a:pt x="46578" y="22270"/>
                  </a:cubicBezTo>
                  <a:lnTo>
                    <a:pt x="45438" y="15820"/>
                  </a:lnTo>
                  <a:cubicBezTo>
                    <a:pt x="45403" y="15593"/>
                    <a:pt x="45209" y="15430"/>
                    <a:pt x="44985" y="15430"/>
                  </a:cubicBezTo>
                  <a:cubicBezTo>
                    <a:pt x="44955" y="15430"/>
                    <a:pt x="44924" y="15433"/>
                    <a:pt x="44893" y="15439"/>
                  </a:cubicBezTo>
                  <a:lnTo>
                    <a:pt x="39777" y="16335"/>
                  </a:lnTo>
                  <a:cubicBezTo>
                    <a:pt x="39164" y="14843"/>
                    <a:pt x="38349" y="13431"/>
                    <a:pt x="37358" y="12154"/>
                  </a:cubicBezTo>
                  <a:lnTo>
                    <a:pt x="40699" y="8175"/>
                  </a:lnTo>
                  <a:cubicBezTo>
                    <a:pt x="40780" y="8080"/>
                    <a:pt x="40819" y="7960"/>
                    <a:pt x="40806" y="7823"/>
                  </a:cubicBezTo>
                  <a:cubicBezTo>
                    <a:pt x="40793" y="7699"/>
                    <a:pt x="40738" y="7578"/>
                    <a:pt x="40643" y="7497"/>
                  </a:cubicBezTo>
                  <a:lnTo>
                    <a:pt x="35621" y="3286"/>
                  </a:lnTo>
                  <a:cubicBezTo>
                    <a:pt x="35532" y="3215"/>
                    <a:pt x="35426" y="3181"/>
                    <a:pt x="35319" y="3181"/>
                  </a:cubicBezTo>
                  <a:cubicBezTo>
                    <a:pt x="35179" y="3181"/>
                    <a:pt x="35040" y="3240"/>
                    <a:pt x="34940" y="3355"/>
                  </a:cubicBezTo>
                  <a:lnTo>
                    <a:pt x="31613" y="7334"/>
                  </a:lnTo>
                  <a:cubicBezTo>
                    <a:pt x="30175" y="6574"/>
                    <a:pt x="28653" y="6017"/>
                    <a:pt x="27066" y="5678"/>
                  </a:cubicBezTo>
                  <a:lnTo>
                    <a:pt x="27066" y="490"/>
                  </a:lnTo>
                  <a:cubicBezTo>
                    <a:pt x="27066" y="219"/>
                    <a:pt x="26861" y="1"/>
                    <a:pt x="265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6" name="Google Shape;16206;p39"/>
            <p:cNvSpPr/>
            <p:nvPr/>
          </p:nvSpPr>
          <p:spPr>
            <a:xfrm>
              <a:off x="5418553" y="2590289"/>
              <a:ext cx="709975" cy="705174"/>
            </a:xfrm>
            <a:custGeom>
              <a:rect b="b" l="l" r="r" t="t"/>
              <a:pathLst>
                <a:path extrusionOk="0" h="41124" w="41404">
                  <a:moveTo>
                    <a:pt x="20668" y="14023"/>
                  </a:moveTo>
                  <a:cubicBezTo>
                    <a:pt x="21016" y="14023"/>
                    <a:pt x="21365" y="14052"/>
                    <a:pt x="21713" y="14112"/>
                  </a:cubicBezTo>
                  <a:cubicBezTo>
                    <a:pt x="23724" y="14454"/>
                    <a:pt x="25421" y="15660"/>
                    <a:pt x="26373" y="17440"/>
                  </a:cubicBezTo>
                  <a:cubicBezTo>
                    <a:pt x="27321" y="19219"/>
                    <a:pt x="27390" y="21298"/>
                    <a:pt x="26562" y="23156"/>
                  </a:cubicBezTo>
                  <a:cubicBezTo>
                    <a:pt x="25524" y="25471"/>
                    <a:pt x="23149" y="26967"/>
                    <a:pt x="20655" y="26967"/>
                  </a:cubicBezTo>
                  <a:cubicBezTo>
                    <a:pt x="20308" y="26967"/>
                    <a:pt x="19959" y="26938"/>
                    <a:pt x="19611" y="26878"/>
                  </a:cubicBezTo>
                  <a:cubicBezTo>
                    <a:pt x="17613" y="26539"/>
                    <a:pt x="15915" y="25317"/>
                    <a:pt x="14966" y="23537"/>
                  </a:cubicBezTo>
                  <a:cubicBezTo>
                    <a:pt x="14015" y="21771"/>
                    <a:pt x="13946" y="19682"/>
                    <a:pt x="14774" y="17821"/>
                  </a:cubicBezTo>
                  <a:cubicBezTo>
                    <a:pt x="15801" y="15511"/>
                    <a:pt x="18184" y="14023"/>
                    <a:pt x="20668" y="14023"/>
                  </a:cubicBezTo>
                  <a:close/>
                  <a:moveTo>
                    <a:pt x="20683" y="13063"/>
                  </a:moveTo>
                  <a:cubicBezTo>
                    <a:pt x="17818" y="13063"/>
                    <a:pt x="15085" y="14780"/>
                    <a:pt x="13891" y="17440"/>
                  </a:cubicBezTo>
                  <a:cubicBezTo>
                    <a:pt x="12943" y="19571"/>
                    <a:pt x="13024" y="21963"/>
                    <a:pt x="14122" y="24000"/>
                  </a:cubicBezTo>
                  <a:cubicBezTo>
                    <a:pt x="15211" y="26037"/>
                    <a:pt x="17150" y="27422"/>
                    <a:pt x="19448" y="27817"/>
                  </a:cubicBezTo>
                  <a:cubicBezTo>
                    <a:pt x="19855" y="27882"/>
                    <a:pt x="20246" y="27924"/>
                    <a:pt x="20654" y="27924"/>
                  </a:cubicBezTo>
                  <a:cubicBezTo>
                    <a:pt x="23505" y="27924"/>
                    <a:pt x="26249" y="26213"/>
                    <a:pt x="27432" y="23550"/>
                  </a:cubicBezTo>
                  <a:cubicBezTo>
                    <a:pt x="28381" y="21419"/>
                    <a:pt x="28299" y="19030"/>
                    <a:pt x="27214" y="16993"/>
                  </a:cubicBezTo>
                  <a:cubicBezTo>
                    <a:pt x="26112" y="14956"/>
                    <a:pt x="24173" y="13558"/>
                    <a:pt x="21876" y="13164"/>
                  </a:cubicBezTo>
                  <a:cubicBezTo>
                    <a:pt x="21478" y="13096"/>
                    <a:pt x="21079" y="13063"/>
                    <a:pt x="20683" y="13063"/>
                  </a:cubicBezTo>
                  <a:close/>
                  <a:moveTo>
                    <a:pt x="24010" y="1076"/>
                  </a:moveTo>
                  <a:lnTo>
                    <a:pt x="28654" y="2490"/>
                  </a:lnTo>
                  <a:lnTo>
                    <a:pt x="27364" y="6766"/>
                  </a:lnTo>
                  <a:cubicBezTo>
                    <a:pt x="27295" y="6985"/>
                    <a:pt x="27390" y="7229"/>
                    <a:pt x="27595" y="7337"/>
                  </a:cubicBezTo>
                  <a:cubicBezTo>
                    <a:pt x="28993" y="8070"/>
                    <a:pt x="30255" y="9009"/>
                    <a:pt x="31356" y="10149"/>
                  </a:cubicBezTo>
                  <a:cubicBezTo>
                    <a:pt x="31444" y="10244"/>
                    <a:pt x="31568" y="10293"/>
                    <a:pt x="31693" y="10293"/>
                  </a:cubicBezTo>
                  <a:cubicBezTo>
                    <a:pt x="31783" y="10293"/>
                    <a:pt x="31874" y="10268"/>
                    <a:pt x="31953" y="10218"/>
                  </a:cubicBezTo>
                  <a:lnTo>
                    <a:pt x="35700" y="7757"/>
                  </a:lnTo>
                  <a:lnTo>
                    <a:pt x="38363" y="11831"/>
                  </a:lnTo>
                  <a:lnTo>
                    <a:pt x="34615" y="14275"/>
                  </a:lnTo>
                  <a:cubicBezTo>
                    <a:pt x="34423" y="14412"/>
                    <a:pt x="34341" y="14657"/>
                    <a:pt x="34423" y="14862"/>
                  </a:cubicBezTo>
                  <a:cubicBezTo>
                    <a:pt x="35023" y="16328"/>
                    <a:pt x="35388" y="17860"/>
                    <a:pt x="35498" y="19438"/>
                  </a:cubicBezTo>
                  <a:cubicBezTo>
                    <a:pt x="35511" y="19669"/>
                    <a:pt x="35687" y="19845"/>
                    <a:pt x="35919" y="19871"/>
                  </a:cubicBezTo>
                  <a:lnTo>
                    <a:pt x="40371" y="20415"/>
                  </a:lnTo>
                  <a:lnTo>
                    <a:pt x="39787" y="25235"/>
                  </a:lnTo>
                  <a:lnTo>
                    <a:pt x="35335" y="24704"/>
                  </a:lnTo>
                  <a:cubicBezTo>
                    <a:pt x="35318" y="24702"/>
                    <a:pt x="35300" y="24701"/>
                    <a:pt x="35282" y="24701"/>
                  </a:cubicBezTo>
                  <a:cubicBezTo>
                    <a:pt x="35082" y="24701"/>
                    <a:pt x="34893" y="24833"/>
                    <a:pt x="34830" y="25030"/>
                  </a:cubicBezTo>
                  <a:cubicBezTo>
                    <a:pt x="34341" y="26539"/>
                    <a:pt x="33624" y="27950"/>
                    <a:pt x="32712" y="29215"/>
                  </a:cubicBezTo>
                  <a:cubicBezTo>
                    <a:pt x="32578" y="29404"/>
                    <a:pt x="32591" y="29661"/>
                    <a:pt x="32741" y="29824"/>
                  </a:cubicBezTo>
                  <a:lnTo>
                    <a:pt x="35808" y="33096"/>
                  </a:lnTo>
                  <a:lnTo>
                    <a:pt x="32265" y="36411"/>
                  </a:lnTo>
                  <a:lnTo>
                    <a:pt x="29195" y="33152"/>
                  </a:lnTo>
                  <a:cubicBezTo>
                    <a:pt x="29107" y="33048"/>
                    <a:pt x="28981" y="32996"/>
                    <a:pt x="28853" y="32996"/>
                  </a:cubicBezTo>
                  <a:cubicBezTo>
                    <a:pt x="28765" y="32996"/>
                    <a:pt x="28676" y="33021"/>
                    <a:pt x="28599" y="33070"/>
                  </a:cubicBezTo>
                  <a:cubicBezTo>
                    <a:pt x="27253" y="33911"/>
                    <a:pt x="25803" y="34537"/>
                    <a:pt x="24281" y="34918"/>
                  </a:cubicBezTo>
                  <a:cubicBezTo>
                    <a:pt x="24062" y="34970"/>
                    <a:pt x="23913" y="35175"/>
                    <a:pt x="23929" y="35407"/>
                  </a:cubicBezTo>
                  <a:lnTo>
                    <a:pt x="24173" y="39875"/>
                  </a:lnTo>
                  <a:lnTo>
                    <a:pt x="19311" y="40145"/>
                  </a:lnTo>
                  <a:lnTo>
                    <a:pt x="19066" y="35677"/>
                  </a:lnTo>
                  <a:cubicBezTo>
                    <a:pt x="19053" y="35446"/>
                    <a:pt x="18890" y="35257"/>
                    <a:pt x="18659" y="35231"/>
                  </a:cubicBezTo>
                  <a:cubicBezTo>
                    <a:pt x="17870" y="35120"/>
                    <a:pt x="17098" y="34957"/>
                    <a:pt x="16352" y="34726"/>
                  </a:cubicBezTo>
                  <a:cubicBezTo>
                    <a:pt x="15618" y="34498"/>
                    <a:pt x="14869" y="34211"/>
                    <a:pt x="14165" y="33872"/>
                  </a:cubicBezTo>
                  <a:cubicBezTo>
                    <a:pt x="14096" y="33829"/>
                    <a:pt x="14028" y="33816"/>
                    <a:pt x="13946" y="33816"/>
                  </a:cubicBezTo>
                  <a:cubicBezTo>
                    <a:pt x="13810" y="33816"/>
                    <a:pt x="13663" y="33885"/>
                    <a:pt x="13565" y="34009"/>
                  </a:cubicBezTo>
                  <a:lnTo>
                    <a:pt x="10893" y="37594"/>
                  </a:lnTo>
                  <a:lnTo>
                    <a:pt x="6995" y="34687"/>
                  </a:lnTo>
                  <a:lnTo>
                    <a:pt x="9684" y="31102"/>
                  </a:lnTo>
                  <a:cubicBezTo>
                    <a:pt x="9817" y="30913"/>
                    <a:pt x="9804" y="30668"/>
                    <a:pt x="9654" y="30489"/>
                  </a:cubicBezTo>
                  <a:cubicBezTo>
                    <a:pt x="8595" y="29322"/>
                    <a:pt x="7741" y="28006"/>
                    <a:pt x="7089" y="26552"/>
                  </a:cubicBezTo>
                  <a:cubicBezTo>
                    <a:pt x="7011" y="26385"/>
                    <a:pt x="6840" y="26280"/>
                    <a:pt x="6659" y="26280"/>
                  </a:cubicBezTo>
                  <a:cubicBezTo>
                    <a:pt x="6621" y="26280"/>
                    <a:pt x="6583" y="26285"/>
                    <a:pt x="6545" y="26295"/>
                  </a:cubicBezTo>
                  <a:lnTo>
                    <a:pt x="2175" y="27311"/>
                  </a:lnTo>
                  <a:lnTo>
                    <a:pt x="1073" y="22573"/>
                  </a:lnTo>
                  <a:lnTo>
                    <a:pt x="5434" y="21556"/>
                  </a:lnTo>
                  <a:cubicBezTo>
                    <a:pt x="5662" y="21500"/>
                    <a:pt x="5812" y="21298"/>
                    <a:pt x="5799" y="21080"/>
                  </a:cubicBezTo>
                  <a:cubicBezTo>
                    <a:pt x="5743" y="19506"/>
                    <a:pt x="5936" y="17929"/>
                    <a:pt x="6369" y="16410"/>
                  </a:cubicBezTo>
                  <a:cubicBezTo>
                    <a:pt x="6425" y="16192"/>
                    <a:pt x="6330" y="15960"/>
                    <a:pt x="6125" y="15853"/>
                  </a:cubicBezTo>
                  <a:lnTo>
                    <a:pt x="2119" y="13829"/>
                  </a:lnTo>
                  <a:lnTo>
                    <a:pt x="4319" y="9497"/>
                  </a:lnTo>
                  <a:lnTo>
                    <a:pt x="8312" y="11521"/>
                  </a:lnTo>
                  <a:cubicBezTo>
                    <a:pt x="8377" y="11552"/>
                    <a:pt x="8448" y="11567"/>
                    <a:pt x="8518" y="11567"/>
                  </a:cubicBezTo>
                  <a:cubicBezTo>
                    <a:pt x="8663" y="11567"/>
                    <a:pt x="8807" y="11503"/>
                    <a:pt x="8908" y="11384"/>
                  </a:cubicBezTo>
                  <a:cubicBezTo>
                    <a:pt x="9873" y="10136"/>
                    <a:pt x="11026" y="9061"/>
                    <a:pt x="12330" y="8181"/>
                  </a:cubicBezTo>
                  <a:cubicBezTo>
                    <a:pt x="12522" y="8044"/>
                    <a:pt x="12587" y="7799"/>
                    <a:pt x="12506" y="7594"/>
                  </a:cubicBezTo>
                  <a:lnTo>
                    <a:pt x="10743" y="3468"/>
                  </a:lnTo>
                  <a:lnTo>
                    <a:pt x="15211" y="1565"/>
                  </a:lnTo>
                  <a:lnTo>
                    <a:pt x="16974" y="5681"/>
                  </a:lnTo>
                  <a:cubicBezTo>
                    <a:pt x="17042" y="5850"/>
                    <a:pt x="17216" y="5965"/>
                    <a:pt x="17407" y="5965"/>
                  </a:cubicBezTo>
                  <a:cubicBezTo>
                    <a:pt x="17443" y="5965"/>
                    <a:pt x="17481" y="5961"/>
                    <a:pt x="17518" y="5952"/>
                  </a:cubicBezTo>
                  <a:cubicBezTo>
                    <a:pt x="18560" y="5731"/>
                    <a:pt x="19619" y="5616"/>
                    <a:pt x="20684" y="5616"/>
                  </a:cubicBezTo>
                  <a:cubicBezTo>
                    <a:pt x="21189" y="5616"/>
                    <a:pt x="21695" y="5642"/>
                    <a:pt x="22202" y="5694"/>
                  </a:cubicBezTo>
                  <a:cubicBezTo>
                    <a:pt x="22220" y="5696"/>
                    <a:pt x="22238" y="5697"/>
                    <a:pt x="22256" y="5697"/>
                  </a:cubicBezTo>
                  <a:cubicBezTo>
                    <a:pt x="22455" y="5697"/>
                    <a:pt x="22644" y="5568"/>
                    <a:pt x="22707" y="5368"/>
                  </a:cubicBezTo>
                  <a:lnTo>
                    <a:pt x="24010" y="1076"/>
                  </a:lnTo>
                  <a:close/>
                  <a:moveTo>
                    <a:pt x="23688" y="1"/>
                  </a:moveTo>
                  <a:cubicBezTo>
                    <a:pt x="23479" y="1"/>
                    <a:pt x="23292" y="129"/>
                    <a:pt x="23235" y="343"/>
                  </a:cubicBezTo>
                  <a:lnTo>
                    <a:pt x="21905" y="4716"/>
                  </a:lnTo>
                  <a:cubicBezTo>
                    <a:pt x="21479" y="4680"/>
                    <a:pt x="21053" y="4662"/>
                    <a:pt x="20628" y="4662"/>
                  </a:cubicBezTo>
                  <a:cubicBezTo>
                    <a:pt x="19643" y="4662"/>
                    <a:pt x="18662" y="4759"/>
                    <a:pt x="17694" y="4948"/>
                  </a:cubicBezTo>
                  <a:lnTo>
                    <a:pt x="15902" y="750"/>
                  </a:lnTo>
                  <a:cubicBezTo>
                    <a:pt x="15846" y="630"/>
                    <a:pt x="15752" y="535"/>
                    <a:pt x="15644" y="493"/>
                  </a:cubicBezTo>
                  <a:cubicBezTo>
                    <a:pt x="15582" y="467"/>
                    <a:pt x="15518" y="454"/>
                    <a:pt x="15455" y="454"/>
                  </a:cubicBezTo>
                  <a:cubicBezTo>
                    <a:pt x="15393" y="454"/>
                    <a:pt x="15331" y="467"/>
                    <a:pt x="15276" y="493"/>
                  </a:cubicBezTo>
                  <a:lnTo>
                    <a:pt x="9928" y="2774"/>
                  </a:lnTo>
                  <a:cubicBezTo>
                    <a:pt x="9684" y="2885"/>
                    <a:pt x="9573" y="3168"/>
                    <a:pt x="9684" y="3413"/>
                  </a:cubicBezTo>
                  <a:lnTo>
                    <a:pt x="11476" y="7610"/>
                  </a:lnTo>
                  <a:cubicBezTo>
                    <a:pt x="10322" y="8425"/>
                    <a:pt x="9289" y="9387"/>
                    <a:pt x="8393" y="10488"/>
                  </a:cubicBezTo>
                  <a:lnTo>
                    <a:pt x="4319" y="8425"/>
                  </a:lnTo>
                  <a:cubicBezTo>
                    <a:pt x="4254" y="8391"/>
                    <a:pt x="4177" y="8373"/>
                    <a:pt x="4099" y="8373"/>
                  </a:cubicBezTo>
                  <a:cubicBezTo>
                    <a:pt x="4049" y="8373"/>
                    <a:pt x="3999" y="8381"/>
                    <a:pt x="3951" y="8396"/>
                  </a:cubicBezTo>
                  <a:cubicBezTo>
                    <a:pt x="3843" y="8438"/>
                    <a:pt x="3736" y="8520"/>
                    <a:pt x="3680" y="8640"/>
                  </a:cubicBezTo>
                  <a:lnTo>
                    <a:pt x="1060" y="13829"/>
                  </a:lnTo>
                  <a:cubicBezTo>
                    <a:pt x="992" y="13936"/>
                    <a:pt x="992" y="14073"/>
                    <a:pt x="1034" y="14194"/>
                  </a:cubicBezTo>
                  <a:cubicBezTo>
                    <a:pt x="1073" y="14318"/>
                    <a:pt x="1155" y="14412"/>
                    <a:pt x="1262" y="14467"/>
                  </a:cubicBezTo>
                  <a:lnTo>
                    <a:pt x="5336" y="16530"/>
                  </a:lnTo>
                  <a:cubicBezTo>
                    <a:pt x="4984" y="17903"/>
                    <a:pt x="4821" y="19301"/>
                    <a:pt x="4834" y="20712"/>
                  </a:cubicBezTo>
                  <a:lnTo>
                    <a:pt x="395" y="21758"/>
                  </a:lnTo>
                  <a:cubicBezTo>
                    <a:pt x="271" y="21787"/>
                    <a:pt x="164" y="21852"/>
                    <a:pt x="95" y="21963"/>
                  </a:cubicBezTo>
                  <a:cubicBezTo>
                    <a:pt x="27" y="22071"/>
                    <a:pt x="1" y="22208"/>
                    <a:pt x="40" y="22328"/>
                  </a:cubicBezTo>
                  <a:lnTo>
                    <a:pt x="1360" y="27993"/>
                  </a:lnTo>
                  <a:cubicBezTo>
                    <a:pt x="1386" y="28113"/>
                    <a:pt x="1468" y="28224"/>
                    <a:pt x="1575" y="28289"/>
                  </a:cubicBezTo>
                  <a:cubicBezTo>
                    <a:pt x="1651" y="28336"/>
                    <a:pt x="1732" y="28357"/>
                    <a:pt x="1815" y="28357"/>
                  </a:cubicBezTo>
                  <a:cubicBezTo>
                    <a:pt x="1853" y="28357"/>
                    <a:pt x="1892" y="28353"/>
                    <a:pt x="1930" y="28344"/>
                  </a:cubicBezTo>
                  <a:lnTo>
                    <a:pt x="6382" y="27311"/>
                  </a:lnTo>
                  <a:cubicBezTo>
                    <a:pt x="6995" y="28589"/>
                    <a:pt x="7767" y="29772"/>
                    <a:pt x="8677" y="30831"/>
                  </a:cubicBezTo>
                  <a:lnTo>
                    <a:pt x="5949" y="34498"/>
                  </a:lnTo>
                  <a:cubicBezTo>
                    <a:pt x="5867" y="34592"/>
                    <a:pt x="5841" y="34713"/>
                    <a:pt x="5854" y="34850"/>
                  </a:cubicBezTo>
                  <a:cubicBezTo>
                    <a:pt x="5867" y="34970"/>
                    <a:pt x="5936" y="35081"/>
                    <a:pt x="6043" y="35162"/>
                  </a:cubicBezTo>
                  <a:lnTo>
                    <a:pt x="10700" y="38653"/>
                  </a:lnTo>
                  <a:cubicBezTo>
                    <a:pt x="10776" y="38705"/>
                    <a:pt x="10869" y="38742"/>
                    <a:pt x="10973" y="38742"/>
                  </a:cubicBezTo>
                  <a:cubicBezTo>
                    <a:pt x="11000" y="38742"/>
                    <a:pt x="11028" y="38740"/>
                    <a:pt x="11056" y="38734"/>
                  </a:cubicBezTo>
                  <a:cubicBezTo>
                    <a:pt x="11176" y="38718"/>
                    <a:pt x="11284" y="38653"/>
                    <a:pt x="11365" y="38555"/>
                  </a:cubicBezTo>
                  <a:lnTo>
                    <a:pt x="14096" y="34889"/>
                  </a:lnTo>
                  <a:cubicBezTo>
                    <a:pt x="14748" y="35188"/>
                    <a:pt x="15413" y="35433"/>
                    <a:pt x="16078" y="35638"/>
                  </a:cubicBezTo>
                  <a:cubicBezTo>
                    <a:pt x="16743" y="35840"/>
                    <a:pt x="17437" y="36003"/>
                    <a:pt x="18144" y="36111"/>
                  </a:cubicBezTo>
                  <a:lnTo>
                    <a:pt x="18388" y="40673"/>
                  </a:lnTo>
                  <a:cubicBezTo>
                    <a:pt x="18402" y="40934"/>
                    <a:pt x="18617" y="41123"/>
                    <a:pt x="18861" y="41123"/>
                  </a:cubicBezTo>
                  <a:lnTo>
                    <a:pt x="18890" y="41123"/>
                  </a:lnTo>
                  <a:lnTo>
                    <a:pt x="24701" y="40810"/>
                  </a:lnTo>
                  <a:cubicBezTo>
                    <a:pt x="24959" y="40797"/>
                    <a:pt x="25164" y="40566"/>
                    <a:pt x="25151" y="40308"/>
                  </a:cubicBezTo>
                  <a:lnTo>
                    <a:pt x="24890" y="35746"/>
                  </a:lnTo>
                  <a:cubicBezTo>
                    <a:pt x="26249" y="35364"/>
                    <a:pt x="27553" y="34807"/>
                    <a:pt x="28775" y="34090"/>
                  </a:cubicBezTo>
                  <a:lnTo>
                    <a:pt x="31897" y="37414"/>
                  </a:lnTo>
                  <a:cubicBezTo>
                    <a:pt x="31979" y="37512"/>
                    <a:pt x="32103" y="37564"/>
                    <a:pt x="32223" y="37564"/>
                  </a:cubicBezTo>
                  <a:cubicBezTo>
                    <a:pt x="32237" y="37566"/>
                    <a:pt x="32251" y="37566"/>
                    <a:pt x="32265" y="37566"/>
                  </a:cubicBezTo>
                  <a:cubicBezTo>
                    <a:pt x="32385" y="37566"/>
                    <a:pt x="32492" y="37517"/>
                    <a:pt x="32565" y="37444"/>
                  </a:cubicBezTo>
                  <a:lnTo>
                    <a:pt x="36815" y="33464"/>
                  </a:lnTo>
                  <a:cubicBezTo>
                    <a:pt x="36910" y="33370"/>
                    <a:pt x="36965" y="33259"/>
                    <a:pt x="36965" y="33126"/>
                  </a:cubicBezTo>
                  <a:cubicBezTo>
                    <a:pt x="36965" y="33002"/>
                    <a:pt x="36923" y="32881"/>
                    <a:pt x="36828" y="32787"/>
                  </a:cubicBezTo>
                  <a:lnTo>
                    <a:pt x="33706" y="29459"/>
                  </a:lnTo>
                  <a:cubicBezTo>
                    <a:pt x="34504" y="28289"/>
                    <a:pt x="35143" y="27028"/>
                    <a:pt x="35606" y="25698"/>
                  </a:cubicBezTo>
                  <a:lnTo>
                    <a:pt x="40143" y="26239"/>
                  </a:lnTo>
                  <a:cubicBezTo>
                    <a:pt x="40161" y="26241"/>
                    <a:pt x="40179" y="26242"/>
                    <a:pt x="40197" y="26242"/>
                  </a:cubicBezTo>
                  <a:cubicBezTo>
                    <a:pt x="40444" y="26242"/>
                    <a:pt x="40647" y="26059"/>
                    <a:pt x="40684" y="25819"/>
                  </a:cubicBezTo>
                  <a:lnTo>
                    <a:pt x="41378" y="20047"/>
                  </a:lnTo>
                  <a:cubicBezTo>
                    <a:pt x="41404" y="19790"/>
                    <a:pt x="41215" y="19545"/>
                    <a:pt x="40957" y="19519"/>
                  </a:cubicBezTo>
                  <a:lnTo>
                    <a:pt x="36421" y="18975"/>
                  </a:lnTo>
                  <a:cubicBezTo>
                    <a:pt x="36284" y="17564"/>
                    <a:pt x="35958" y="16192"/>
                    <a:pt x="35456" y="14875"/>
                  </a:cubicBezTo>
                  <a:lnTo>
                    <a:pt x="39285" y="12375"/>
                  </a:lnTo>
                  <a:cubicBezTo>
                    <a:pt x="39504" y="12225"/>
                    <a:pt x="39572" y="11929"/>
                    <a:pt x="39422" y="11710"/>
                  </a:cubicBezTo>
                  <a:lnTo>
                    <a:pt x="36245" y="6848"/>
                  </a:lnTo>
                  <a:cubicBezTo>
                    <a:pt x="36176" y="6740"/>
                    <a:pt x="36069" y="6659"/>
                    <a:pt x="35945" y="6633"/>
                  </a:cubicBezTo>
                  <a:cubicBezTo>
                    <a:pt x="35909" y="6625"/>
                    <a:pt x="35874" y="6621"/>
                    <a:pt x="35840" y="6621"/>
                  </a:cubicBezTo>
                  <a:cubicBezTo>
                    <a:pt x="35745" y="6621"/>
                    <a:pt x="35659" y="6650"/>
                    <a:pt x="35580" y="6698"/>
                  </a:cubicBezTo>
                  <a:lnTo>
                    <a:pt x="31764" y="9198"/>
                  </a:lnTo>
                  <a:cubicBezTo>
                    <a:pt x="30743" y="8207"/>
                    <a:pt x="29616" y="7366"/>
                    <a:pt x="28381" y="6672"/>
                  </a:cubicBezTo>
                  <a:lnTo>
                    <a:pt x="29714" y="2298"/>
                  </a:lnTo>
                  <a:cubicBezTo>
                    <a:pt x="29779" y="2054"/>
                    <a:pt x="29645" y="1783"/>
                    <a:pt x="29388" y="1702"/>
                  </a:cubicBezTo>
                  <a:lnTo>
                    <a:pt x="23818" y="17"/>
                  </a:lnTo>
                  <a:cubicBezTo>
                    <a:pt x="23774" y="6"/>
                    <a:pt x="23731" y="1"/>
                    <a:pt x="236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7" name="Google Shape;16207;p39"/>
            <p:cNvSpPr/>
            <p:nvPr/>
          </p:nvSpPr>
          <p:spPr>
            <a:xfrm>
              <a:off x="5879837" y="2276130"/>
              <a:ext cx="137369" cy="701967"/>
            </a:xfrm>
            <a:custGeom>
              <a:rect b="b" l="l" r="r" t="t"/>
              <a:pathLst>
                <a:path extrusionOk="0" h="40937" w="8011">
                  <a:moveTo>
                    <a:pt x="7506" y="0"/>
                  </a:moveTo>
                  <a:cubicBezTo>
                    <a:pt x="7276" y="0"/>
                    <a:pt x="7070" y="167"/>
                    <a:pt x="7020" y="400"/>
                  </a:cubicBezTo>
                  <a:lnTo>
                    <a:pt x="42" y="40379"/>
                  </a:lnTo>
                  <a:cubicBezTo>
                    <a:pt x="0" y="40636"/>
                    <a:pt x="163" y="40881"/>
                    <a:pt x="434" y="40923"/>
                  </a:cubicBezTo>
                  <a:cubicBezTo>
                    <a:pt x="463" y="40936"/>
                    <a:pt x="489" y="40936"/>
                    <a:pt x="515" y="40936"/>
                  </a:cubicBezTo>
                  <a:cubicBezTo>
                    <a:pt x="733" y="40936"/>
                    <a:pt x="939" y="40773"/>
                    <a:pt x="978" y="40542"/>
                  </a:cubicBezTo>
                  <a:lnTo>
                    <a:pt x="7972" y="563"/>
                  </a:lnTo>
                  <a:cubicBezTo>
                    <a:pt x="8011" y="306"/>
                    <a:pt x="7835" y="61"/>
                    <a:pt x="7577" y="6"/>
                  </a:cubicBezTo>
                  <a:cubicBezTo>
                    <a:pt x="7553" y="2"/>
                    <a:pt x="7529" y="0"/>
                    <a:pt x="75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8" name="Google Shape;16208;p39"/>
            <p:cNvSpPr/>
            <p:nvPr/>
          </p:nvSpPr>
          <p:spPr>
            <a:xfrm>
              <a:off x="5646511" y="2200012"/>
              <a:ext cx="113191" cy="731015"/>
            </a:xfrm>
            <a:custGeom>
              <a:rect b="b" l="l" r="r" t="t"/>
              <a:pathLst>
                <a:path extrusionOk="0" h="42631" w="6601">
                  <a:moveTo>
                    <a:pt x="6078" y="0"/>
                  </a:moveTo>
                  <a:cubicBezTo>
                    <a:pt x="5838" y="0"/>
                    <a:pt x="5645" y="181"/>
                    <a:pt x="5609" y="426"/>
                  </a:cubicBezTo>
                  <a:lnTo>
                    <a:pt x="43" y="42103"/>
                  </a:lnTo>
                  <a:cubicBezTo>
                    <a:pt x="1" y="42360"/>
                    <a:pt x="190" y="42592"/>
                    <a:pt x="450" y="42631"/>
                  </a:cubicBezTo>
                  <a:lnTo>
                    <a:pt x="516" y="42631"/>
                  </a:lnTo>
                  <a:cubicBezTo>
                    <a:pt x="747" y="42631"/>
                    <a:pt x="952" y="42468"/>
                    <a:pt x="991" y="42224"/>
                  </a:cubicBezTo>
                  <a:lnTo>
                    <a:pt x="6561" y="550"/>
                  </a:lnTo>
                  <a:cubicBezTo>
                    <a:pt x="6600" y="289"/>
                    <a:pt x="6411" y="45"/>
                    <a:pt x="6154" y="6"/>
                  </a:cubicBezTo>
                  <a:cubicBezTo>
                    <a:pt x="6128" y="2"/>
                    <a:pt x="6103" y="0"/>
                    <a:pt x="60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209" name="Google Shape;16209;p39"/>
          <p:cNvSpPr/>
          <p:nvPr/>
        </p:nvSpPr>
        <p:spPr>
          <a:xfrm>
            <a:off x="3927825" y="1646300"/>
            <a:ext cx="3877200" cy="2754600"/>
          </a:xfrm>
          <a:prstGeom prst="rec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Poppins"/>
              <a:ea typeface="Poppins"/>
              <a:cs typeface="Poppins"/>
              <a:sym typeface="Poppins"/>
            </a:endParaRPr>
          </a:p>
        </p:txBody>
      </p:sp>
      <p:pic>
        <p:nvPicPr>
          <p:cNvPr id="16210" name="Google Shape;16210;p39" title="File:Prototype TIM UPS INSA Shell Eco Marathon 2018.jpg ...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045441" y="1813463"/>
            <a:ext cx="3641964" cy="2420277"/>
          </a:xfrm>
          <a:prstGeom prst="rect">
            <a:avLst/>
          </a:prstGeom>
          <a:noFill/>
          <a:ln>
            <a:noFill/>
          </a:ln>
        </p:spPr>
      </p:pic>
      <p:sp>
        <p:nvSpPr>
          <p:cNvPr id="16211" name="Google Shape;16211;p39"/>
          <p:cNvSpPr txBox="1"/>
          <p:nvPr/>
        </p:nvSpPr>
        <p:spPr>
          <a:xfrm>
            <a:off x="4045450" y="4189775"/>
            <a:ext cx="1639500" cy="27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Photo Courtesy of Shell Eco Marathon</a:t>
            </a:r>
            <a:endParaRPr sz="600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215" name="Shape 16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16" name="Google Shape;16216;p40"/>
          <p:cNvSpPr txBox="1"/>
          <p:nvPr>
            <p:ph type="title"/>
          </p:nvPr>
        </p:nvSpPr>
        <p:spPr>
          <a:xfrm>
            <a:off x="720000" y="2427400"/>
            <a:ext cx="6392100" cy="95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4900"/>
              <a:t>Current </a:t>
            </a:r>
            <a:r>
              <a:rPr lang="en" sz="4900"/>
              <a:t>Project</a:t>
            </a:r>
            <a:endParaRPr sz="4900"/>
          </a:p>
        </p:txBody>
      </p:sp>
      <p:sp>
        <p:nvSpPr>
          <p:cNvPr id="16217" name="Google Shape;16217;p40"/>
          <p:cNvSpPr txBox="1"/>
          <p:nvPr>
            <p:ph idx="2" type="title"/>
          </p:nvPr>
        </p:nvSpPr>
        <p:spPr>
          <a:xfrm>
            <a:off x="720000" y="1296588"/>
            <a:ext cx="1256700" cy="95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16218" name="Google Shape;16218;p40"/>
          <p:cNvSpPr txBox="1"/>
          <p:nvPr>
            <p:ph idx="1" type="subTitle"/>
          </p:nvPr>
        </p:nvSpPr>
        <p:spPr>
          <a:xfrm>
            <a:off x="720000" y="3479313"/>
            <a:ext cx="5067600" cy="37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Rebuilding the Chassis</a:t>
            </a:r>
            <a:endParaRPr/>
          </a:p>
        </p:txBody>
      </p:sp>
      <p:sp>
        <p:nvSpPr>
          <p:cNvPr id="16219" name="Google Shape;16219;p40"/>
          <p:cNvSpPr/>
          <p:nvPr/>
        </p:nvSpPr>
        <p:spPr>
          <a:xfrm flipH="1" rot="10800000">
            <a:off x="2390075" y="4446625"/>
            <a:ext cx="5180700" cy="9567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20" name="Google Shape;16220;p40"/>
          <p:cNvSpPr/>
          <p:nvPr/>
        </p:nvSpPr>
        <p:spPr>
          <a:xfrm>
            <a:off x="4672348" y="4160311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221" name="Google Shape;16221;p40"/>
          <p:cNvGrpSpPr/>
          <p:nvPr/>
        </p:nvGrpSpPr>
        <p:grpSpPr>
          <a:xfrm>
            <a:off x="6164164" y="264950"/>
            <a:ext cx="3478111" cy="3478005"/>
            <a:chOff x="1136350" y="86675"/>
            <a:chExt cx="4941903" cy="4941752"/>
          </a:xfrm>
        </p:grpSpPr>
        <p:sp>
          <p:nvSpPr>
            <p:cNvPr id="16222" name="Google Shape;16222;p40"/>
            <p:cNvSpPr/>
            <p:nvPr/>
          </p:nvSpPr>
          <p:spPr>
            <a:xfrm>
              <a:off x="2290236" y="1256492"/>
              <a:ext cx="2767668" cy="2601848"/>
            </a:xfrm>
            <a:custGeom>
              <a:rect b="b" l="l" r="r" t="t"/>
              <a:pathLst>
                <a:path extrusionOk="0" h="34457" w="36653">
                  <a:moveTo>
                    <a:pt x="17728" y="598"/>
                  </a:moveTo>
                  <a:cubicBezTo>
                    <a:pt x="19719" y="598"/>
                    <a:pt x="21717" y="965"/>
                    <a:pt x="23632" y="1690"/>
                  </a:cubicBezTo>
                  <a:cubicBezTo>
                    <a:pt x="27785" y="3265"/>
                    <a:pt x="31075" y="6369"/>
                    <a:pt x="32893" y="10413"/>
                  </a:cubicBezTo>
                  <a:cubicBezTo>
                    <a:pt x="36653" y="18775"/>
                    <a:pt x="32906" y="28631"/>
                    <a:pt x="24551" y="32392"/>
                  </a:cubicBezTo>
                  <a:cubicBezTo>
                    <a:pt x="22370" y="33369"/>
                    <a:pt x="20054" y="33861"/>
                    <a:pt x="17733" y="33861"/>
                  </a:cubicBezTo>
                  <a:cubicBezTo>
                    <a:pt x="15742" y="33861"/>
                    <a:pt x="13748" y="33499"/>
                    <a:pt x="11833" y="32771"/>
                  </a:cubicBezTo>
                  <a:cubicBezTo>
                    <a:pt x="7679" y="31196"/>
                    <a:pt x="4397" y="28092"/>
                    <a:pt x="2572" y="24048"/>
                  </a:cubicBezTo>
                  <a:cubicBezTo>
                    <a:pt x="754" y="19999"/>
                    <a:pt x="616" y="15479"/>
                    <a:pt x="2192" y="11332"/>
                  </a:cubicBezTo>
                  <a:cubicBezTo>
                    <a:pt x="3768" y="7178"/>
                    <a:pt x="6872" y="3894"/>
                    <a:pt x="10921" y="2069"/>
                  </a:cubicBezTo>
                  <a:cubicBezTo>
                    <a:pt x="13099" y="1096"/>
                    <a:pt x="15406" y="598"/>
                    <a:pt x="17728" y="598"/>
                  </a:cubicBezTo>
                  <a:close/>
                  <a:moveTo>
                    <a:pt x="17726" y="0"/>
                  </a:moveTo>
                  <a:cubicBezTo>
                    <a:pt x="15324" y="0"/>
                    <a:pt x="12928" y="509"/>
                    <a:pt x="10672" y="1524"/>
                  </a:cubicBezTo>
                  <a:cubicBezTo>
                    <a:pt x="6477" y="3411"/>
                    <a:pt x="3270" y="6818"/>
                    <a:pt x="1638" y="11118"/>
                  </a:cubicBezTo>
                  <a:cubicBezTo>
                    <a:pt x="1" y="15416"/>
                    <a:pt x="145" y="20095"/>
                    <a:pt x="2026" y="24290"/>
                  </a:cubicBezTo>
                  <a:cubicBezTo>
                    <a:pt x="3912" y="28485"/>
                    <a:pt x="7319" y="31693"/>
                    <a:pt x="11619" y="33324"/>
                  </a:cubicBezTo>
                  <a:cubicBezTo>
                    <a:pt x="13609" y="34084"/>
                    <a:pt x="15676" y="34457"/>
                    <a:pt x="17743" y="34457"/>
                  </a:cubicBezTo>
                  <a:cubicBezTo>
                    <a:pt x="20142" y="34457"/>
                    <a:pt x="22539" y="33946"/>
                    <a:pt x="24793" y="32937"/>
                  </a:cubicBezTo>
                  <a:cubicBezTo>
                    <a:pt x="28988" y="31050"/>
                    <a:pt x="32194" y="27643"/>
                    <a:pt x="33833" y="23343"/>
                  </a:cubicBezTo>
                  <a:cubicBezTo>
                    <a:pt x="35464" y="19045"/>
                    <a:pt x="35326" y="14366"/>
                    <a:pt x="33438" y="10171"/>
                  </a:cubicBezTo>
                  <a:cubicBezTo>
                    <a:pt x="31552" y="5976"/>
                    <a:pt x="28145" y="2768"/>
                    <a:pt x="23846" y="1131"/>
                  </a:cubicBezTo>
                  <a:cubicBezTo>
                    <a:pt x="21859" y="376"/>
                    <a:pt x="19790" y="0"/>
                    <a:pt x="177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3" name="Google Shape;16223;p40"/>
            <p:cNvSpPr/>
            <p:nvPr/>
          </p:nvSpPr>
          <p:spPr>
            <a:xfrm>
              <a:off x="3371629" y="4691867"/>
              <a:ext cx="291771" cy="306344"/>
            </a:xfrm>
            <a:custGeom>
              <a:rect b="b" l="l" r="r" t="t"/>
              <a:pathLst>
                <a:path extrusionOk="0" h="4057" w="3864">
                  <a:moveTo>
                    <a:pt x="3863" y="1"/>
                  </a:moveTo>
                  <a:lnTo>
                    <a:pt x="0" y="3857"/>
                  </a:lnTo>
                  <a:lnTo>
                    <a:pt x="1971" y="4056"/>
                  </a:lnTo>
                  <a:lnTo>
                    <a:pt x="3034" y="2993"/>
                  </a:lnTo>
                  <a:lnTo>
                    <a:pt x="386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4" name="Google Shape;16224;p40"/>
            <p:cNvSpPr/>
            <p:nvPr/>
          </p:nvSpPr>
          <p:spPr>
            <a:xfrm>
              <a:off x="2162396" y="3506570"/>
              <a:ext cx="322126" cy="335189"/>
            </a:xfrm>
            <a:custGeom>
              <a:rect b="b" l="l" r="r" t="t"/>
              <a:pathLst>
                <a:path extrusionOk="0" h="4439" w="4266">
                  <a:moveTo>
                    <a:pt x="3276" y="1"/>
                  </a:moveTo>
                  <a:lnTo>
                    <a:pt x="0" y="3277"/>
                  </a:lnTo>
                  <a:cubicBezTo>
                    <a:pt x="63" y="3353"/>
                    <a:pt x="125" y="3430"/>
                    <a:pt x="188" y="3506"/>
                  </a:cubicBezTo>
                  <a:cubicBezTo>
                    <a:pt x="291" y="3630"/>
                    <a:pt x="395" y="3755"/>
                    <a:pt x="505" y="3879"/>
                  </a:cubicBezTo>
                  <a:cubicBezTo>
                    <a:pt x="526" y="3899"/>
                    <a:pt x="539" y="3927"/>
                    <a:pt x="561" y="3947"/>
                  </a:cubicBezTo>
                  <a:cubicBezTo>
                    <a:pt x="705" y="4113"/>
                    <a:pt x="858" y="4272"/>
                    <a:pt x="1002" y="4438"/>
                  </a:cubicBezTo>
                  <a:lnTo>
                    <a:pt x="4265" y="1175"/>
                  </a:lnTo>
                  <a:cubicBezTo>
                    <a:pt x="3920" y="795"/>
                    <a:pt x="3588" y="402"/>
                    <a:pt x="32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5" name="Google Shape;16225;p40"/>
            <p:cNvSpPr/>
            <p:nvPr/>
          </p:nvSpPr>
          <p:spPr>
            <a:xfrm>
              <a:off x="4141917" y="3099490"/>
              <a:ext cx="1301188" cy="1399276"/>
            </a:xfrm>
            <a:custGeom>
              <a:rect b="b" l="l" r="r" t="t"/>
              <a:pathLst>
                <a:path extrusionOk="0" h="18531" w="17232">
                  <a:moveTo>
                    <a:pt x="17232" y="1"/>
                  </a:moveTo>
                  <a:lnTo>
                    <a:pt x="0" y="17232"/>
                  </a:lnTo>
                  <a:lnTo>
                    <a:pt x="871" y="18531"/>
                  </a:lnTo>
                  <a:lnTo>
                    <a:pt x="15890" y="3513"/>
                  </a:lnTo>
                  <a:cubicBezTo>
                    <a:pt x="16042" y="3187"/>
                    <a:pt x="16188" y="2862"/>
                    <a:pt x="16326" y="2531"/>
                  </a:cubicBezTo>
                  <a:cubicBezTo>
                    <a:pt x="16339" y="2502"/>
                    <a:pt x="16346" y="2476"/>
                    <a:pt x="16361" y="2454"/>
                  </a:cubicBezTo>
                  <a:cubicBezTo>
                    <a:pt x="16422" y="2303"/>
                    <a:pt x="16485" y="2144"/>
                    <a:pt x="16547" y="1991"/>
                  </a:cubicBezTo>
                  <a:cubicBezTo>
                    <a:pt x="16547" y="1985"/>
                    <a:pt x="16553" y="1978"/>
                    <a:pt x="16553" y="1963"/>
                  </a:cubicBezTo>
                  <a:cubicBezTo>
                    <a:pt x="16562" y="1957"/>
                    <a:pt x="16562" y="1950"/>
                    <a:pt x="16568" y="1943"/>
                  </a:cubicBezTo>
                  <a:cubicBezTo>
                    <a:pt x="16595" y="1867"/>
                    <a:pt x="16623" y="1797"/>
                    <a:pt x="16651" y="1723"/>
                  </a:cubicBezTo>
                  <a:cubicBezTo>
                    <a:pt x="16686" y="1632"/>
                    <a:pt x="16719" y="1542"/>
                    <a:pt x="16754" y="1452"/>
                  </a:cubicBezTo>
                  <a:cubicBezTo>
                    <a:pt x="16810" y="1293"/>
                    <a:pt x="16865" y="1142"/>
                    <a:pt x="16913" y="983"/>
                  </a:cubicBezTo>
                  <a:cubicBezTo>
                    <a:pt x="16926" y="961"/>
                    <a:pt x="16935" y="935"/>
                    <a:pt x="16948" y="907"/>
                  </a:cubicBezTo>
                  <a:cubicBezTo>
                    <a:pt x="17044" y="603"/>
                    <a:pt x="17142" y="304"/>
                    <a:pt x="172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6" name="Google Shape;16226;p40"/>
            <p:cNvSpPr/>
            <p:nvPr/>
          </p:nvSpPr>
          <p:spPr>
            <a:xfrm>
              <a:off x="1766869" y="1154401"/>
              <a:ext cx="477978" cy="451021"/>
            </a:xfrm>
            <a:custGeom>
              <a:rect b="b" l="l" r="r" t="t"/>
              <a:pathLst>
                <a:path extrusionOk="0" h="5973" w="6330">
                  <a:moveTo>
                    <a:pt x="4878" y="1"/>
                  </a:moveTo>
                  <a:lnTo>
                    <a:pt x="0" y="4881"/>
                  </a:lnTo>
                  <a:lnTo>
                    <a:pt x="1072" y="5973"/>
                  </a:lnTo>
                  <a:lnTo>
                    <a:pt x="6330" y="713"/>
                  </a:lnTo>
                  <a:lnTo>
                    <a:pt x="48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7" name="Google Shape;16227;p40"/>
            <p:cNvSpPr/>
            <p:nvPr/>
          </p:nvSpPr>
          <p:spPr>
            <a:xfrm>
              <a:off x="1673915" y="1092784"/>
              <a:ext cx="445207" cy="418174"/>
            </a:xfrm>
            <a:custGeom>
              <a:rect b="b" l="l" r="r" t="t"/>
              <a:pathLst>
                <a:path extrusionOk="0" h="5538" w="5896">
                  <a:moveTo>
                    <a:pt x="4444" y="1"/>
                  </a:moveTo>
                  <a:lnTo>
                    <a:pt x="0" y="4445"/>
                  </a:lnTo>
                  <a:lnTo>
                    <a:pt x="1072" y="5538"/>
                  </a:lnTo>
                  <a:lnTo>
                    <a:pt x="5895" y="712"/>
                  </a:lnTo>
                  <a:lnTo>
                    <a:pt x="444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8" name="Google Shape;16228;p40"/>
            <p:cNvSpPr/>
            <p:nvPr/>
          </p:nvSpPr>
          <p:spPr>
            <a:xfrm>
              <a:off x="1188001" y="2095344"/>
              <a:ext cx="357540" cy="357691"/>
            </a:xfrm>
            <a:custGeom>
              <a:rect b="b" l="l" r="r" t="t"/>
              <a:pathLst>
                <a:path extrusionOk="0" h="4737" w="4735">
                  <a:moveTo>
                    <a:pt x="4735" y="1"/>
                  </a:moveTo>
                  <a:lnTo>
                    <a:pt x="2406" y="160"/>
                  </a:lnTo>
                  <a:lnTo>
                    <a:pt x="243" y="2323"/>
                  </a:lnTo>
                  <a:lnTo>
                    <a:pt x="1" y="4736"/>
                  </a:lnTo>
                  <a:lnTo>
                    <a:pt x="47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9" name="Google Shape;16229;p40"/>
            <p:cNvSpPr/>
            <p:nvPr/>
          </p:nvSpPr>
          <p:spPr>
            <a:xfrm>
              <a:off x="2451452" y="390909"/>
              <a:ext cx="48175" cy="42890"/>
            </a:xfrm>
            <a:custGeom>
              <a:rect b="b" l="l" r="r" t="t"/>
              <a:pathLst>
                <a:path extrusionOk="0" h="568" w="638">
                  <a:moveTo>
                    <a:pt x="638" y="0"/>
                  </a:moveTo>
                  <a:lnTo>
                    <a:pt x="1" y="290"/>
                  </a:lnTo>
                  <a:lnTo>
                    <a:pt x="70" y="567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0" name="Google Shape;16230;p40"/>
            <p:cNvSpPr/>
            <p:nvPr/>
          </p:nvSpPr>
          <p:spPr>
            <a:xfrm>
              <a:off x="4217050" y="3411653"/>
              <a:ext cx="1180599" cy="1199401"/>
            </a:xfrm>
            <a:custGeom>
              <a:rect b="b" l="l" r="r" t="t"/>
              <a:pathLst>
                <a:path extrusionOk="0" h="15884" w="15635">
                  <a:moveTo>
                    <a:pt x="14591" y="1"/>
                  </a:moveTo>
                  <a:lnTo>
                    <a:pt x="1" y="14583"/>
                  </a:lnTo>
                  <a:lnTo>
                    <a:pt x="872" y="15883"/>
                  </a:lnTo>
                  <a:lnTo>
                    <a:pt x="6138" y="10617"/>
                  </a:lnTo>
                  <a:lnTo>
                    <a:pt x="5896" y="9698"/>
                  </a:lnTo>
                  <a:cubicBezTo>
                    <a:pt x="6402" y="9373"/>
                    <a:pt x="6899" y="9019"/>
                    <a:pt x="7382" y="8653"/>
                  </a:cubicBezTo>
                  <a:cubicBezTo>
                    <a:pt x="7382" y="8653"/>
                    <a:pt x="7389" y="8646"/>
                    <a:pt x="7397" y="8646"/>
                  </a:cubicBezTo>
                  <a:cubicBezTo>
                    <a:pt x="7410" y="8633"/>
                    <a:pt x="7430" y="8620"/>
                    <a:pt x="7445" y="8605"/>
                  </a:cubicBezTo>
                  <a:cubicBezTo>
                    <a:pt x="7576" y="8502"/>
                    <a:pt x="7707" y="8404"/>
                    <a:pt x="7838" y="8301"/>
                  </a:cubicBezTo>
                  <a:cubicBezTo>
                    <a:pt x="7915" y="8238"/>
                    <a:pt x="7984" y="8177"/>
                    <a:pt x="8061" y="8122"/>
                  </a:cubicBezTo>
                  <a:cubicBezTo>
                    <a:pt x="8135" y="8059"/>
                    <a:pt x="8212" y="7997"/>
                    <a:pt x="8288" y="7928"/>
                  </a:cubicBezTo>
                  <a:cubicBezTo>
                    <a:pt x="8316" y="7906"/>
                    <a:pt x="8336" y="7893"/>
                    <a:pt x="8364" y="7873"/>
                  </a:cubicBezTo>
                  <a:cubicBezTo>
                    <a:pt x="8460" y="7782"/>
                    <a:pt x="8565" y="7699"/>
                    <a:pt x="8661" y="7609"/>
                  </a:cubicBezTo>
                  <a:cubicBezTo>
                    <a:pt x="8683" y="7596"/>
                    <a:pt x="8709" y="7574"/>
                    <a:pt x="8731" y="7555"/>
                  </a:cubicBezTo>
                  <a:cubicBezTo>
                    <a:pt x="9187" y="7153"/>
                    <a:pt x="9628" y="6738"/>
                    <a:pt x="10051" y="6311"/>
                  </a:cubicBezTo>
                  <a:lnTo>
                    <a:pt x="10313" y="6442"/>
                  </a:lnTo>
                  <a:lnTo>
                    <a:pt x="15635" y="1120"/>
                  </a:lnTo>
                  <a:lnTo>
                    <a:pt x="14571" y="42"/>
                  </a:lnTo>
                  <a:cubicBezTo>
                    <a:pt x="14578" y="27"/>
                    <a:pt x="14585" y="14"/>
                    <a:pt x="145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1" name="Google Shape;16231;p40"/>
            <p:cNvSpPr/>
            <p:nvPr/>
          </p:nvSpPr>
          <p:spPr>
            <a:xfrm>
              <a:off x="3201503" y="3840631"/>
              <a:ext cx="1289182" cy="1140428"/>
            </a:xfrm>
            <a:custGeom>
              <a:rect b="b" l="l" r="r" t="t"/>
              <a:pathLst>
                <a:path extrusionOk="0" h="15103" w="17073">
                  <a:moveTo>
                    <a:pt x="17072" y="1"/>
                  </a:moveTo>
                  <a:lnTo>
                    <a:pt x="17072" y="1"/>
                  </a:lnTo>
                  <a:cubicBezTo>
                    <a:pt x="16256" y="547"/>
                    <a:pt x="15405" y="1038"/>
                    <a:pt x="14521" y="1459"/>
                  </a:cubicBezTo>
                  <a:cubicBezTo>
                    <a:pt x="14493" y="1479"/>
                    <a:pt x="14467" y="1494"/>
                    <a:pt x="14432" y="1507"/>
                  </a:cubicBezTo>
                  <a:cubicBezTo>
                    <a:pt x="14301" y="1570"/>
                    <a:pt x="14176" y="1625"/>
                    <a:pt x="14045" y="1680"/>
                  </a:cubicBezTo>
                  <a:cubicBezTo>
                    <a:pt x="13921" y="1736"/>
                    <a:pt x="13803" y="1791"/>
                    <a:pt x="13685" y="1845"/>
                  </a:cubicBezTo>
                  <a:cubicBezTo>
                    <a:pt x="13650" y="1852"/>
                    <a:pt x="13622" y="1867"/>
                    <a:pt x="13589" y="1880"/>
                  </a:cubicBezTo>
                  <a:cubicBezTo>
                    <a:pt x="13284" y="2011"/>
                    <a:pt x="12974" y="2129"/>
                    <a:pt x="12662" y="2247"/>
                  </a:cubicBezTo>
                  <a:lnTo>
                    <a:pt x="0" y="14902"/>
                  </a:lnTo>
                  <a:lnTo>
                    <a:pt x="1969" y="15102"/>
                  </a:lnTo>
                  <a:lnTo>
                    <a:pt x="6241" y="10831"/>
                  </a:lnTo>
                  <a:lnTo>
                    <a:pt x="7009" y="8046"/>
                  </a:lnTo>
                  <a:cubicBezTo>
                    <a:pt x="7609" y="8011"/>
                    <a:pt x="8211" y="7956"/>
                    <a:pt x="8812" y="7880"/>
                  </a:cubicBezTo>
                  <a:cubicBezTo>
                    <a:pt x="8847" y="7880"/>
                    <a:pt x="8875" y="7873"/>
                    <a:pt x="8903" y="7873"/>
                  </a:cubicBezTo>
                  <a:cubicBezTo>
                    <a:pt x="9019" y="7852"/>
                    <a:pt x="9130" y="7839"/>
                    <a:pt x="9248" y="7824"/>
                  </a:cubicBezTo>
                  <a:lnTo>
                    <a:pt x="170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2" name="Google Shape;16232;p40"/>
            <p:cNvSpPr/>
            <p:nvPr/>
          </p:nvSpPr>
          <p:spPr>
            <a:xfrm>
              <a:off x="1458331" y="1690379"/>
              <a:ext cx="891471" cy="926508"/>
            </a:xfrm>
            <a:custGeom>
              <a:rect b="b" l="l" r="r" t="t"/>
              <a:pathLst>
                <a:path extrusionOk="0" h="12270" w="11806">
                  <a:moveTo>
                    <a:pt x="11806" y="1"/>
                  </a:moveTo>
                  <a:lnTo>
                    <a:pt x="0" y="11800"/>
                  </a:lnTo>
                  <a:lnTo>
                    <a:pt x="1701" y="12269"/>
                  </a:lnTo>
                  <a:lnTo>
                    <a:pt x="9538" y="4438"/>
                  </a:lnTo>
                  <a:cubicBezTo>
                    <a:pt x="10112" y="2875"/>
                    <a:pt x="10872" y="1383"/>
                    <a:pt x="118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3" name="Google Shape;16233;p40"/>
            <p:cNvSpPr/>
            <p:nvPr/>
          </p:nvSpPr>
          <p:spPr>
            <a:xfrm>
              <a:off x="5911669" y="2868275"/>
              <a:ext cx="137806" cy="137881"/>
            </a:xfrm>
            <a:custGeom>
              <a:rect b="b" l="l" r="r" t="t"/>
              <a:pathLst>
                <a:path extrusionOk="0" h="1826" w="1825">
                  <a:moveTo>
                    <a:pt x="1825" y="1"/>
                  </a:moveTo>
                  <a:lnTo>
                    <a:pt x="0" y="1825"/>
                  </a:lnTo>
                  <a:lnTo>
                    <a:pt x="1652" y="1716"/>
                  </a:lnTo>
                  <a:lnTo>
                    <a:pt x="18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4" name="Google Shape;16234;p40"/>
            <p:cNvSpPr/>
            <p:nvPr/>
          </p:nvSpPr>
          <p:spPr>
            <a:xfrm>
              <a:off x="1739685" y="2312061"/>
              <a:ext cx="363807" cy="511958"/>
            </a:xfrm>
            <a:custGeom>
              <a:rect b="b" l="l" r="r" t="t"/>
              <a:pathLst>
                <a:path extrusionOk="0" h="6780" w="4818">
                  <a:moveTo>
                    <a:pt x="4817" y="0"/>
                  </a:moveTo>
                  <a:lnTo>
                    <a:pt x="0" y="4811"/>
                  </a:lnTo>
                  <a:cubicBezTo>
                    <a:pt x="35" y="5342"/>
                    <a:pt x="83" y="5874"/>
                    <a:pt x="153" y="6400"/>
                  </a:cubicBezTo>
                  <a:cubicBezTo>
                    <a:pt x="153" y="6428"/>
                    <a:pt x="159" y="6455"/>
                    <a:pt x="159" y="6489"/>
                  </a:cubicBezTo>
                  <a:cubicBezTo>
                    <a:pt x="173" y="6586"/>
                    <a:pt x="188" y="6683"/>
                    <a:pt x="201" y="6780"/>
                  </a:cubicBezTo>
                  <a:lnTo>
                    <a:pt x="4575" y="2412"/>
                  </a:lnTo>
                  <a:cubicBezTo>
                    <a:pt x="4583" y="2170"/>
                    <a:pt x="4596" y="1928"/>
                    <a:pt x="4616" y="1692"/>
                  </a:cubicBezTo>
                  <a:cubicBezTo>
                    <a:pt x="4616" y="1659"/>
                    <a:pt x="4616" y="1631"/>
                    <a:pt x="4625" y="1596"/>
                  </a:cubicBezTo>
                  <a:cubicBezTo>
                    <a:pt x="4631" y="1458"/>
                    <a:pt x="4651" y="1312"/>
                    <a:pt x="4666" y="1168"/>
                  </a:cubicBezTo>
                  <a:cubicBezTo>
                    <a:pt x="4679" y="1037"/>
                    <a:pt x="4686" y="904"/>
                    <a:pt x="4708" y="773"/>
                  </a:cubicBezTo>
                  <a:cubicBezTo>
                    <a:pt x="4708" y="747"/>
                    <a:pt x="4714" y="712"/>
                    <a:pt x="4714" y="684"/>
                  </a:cubicBezTo>
                  <a:cubicBezTo>
                    <a:pt x="4749" y="456"/>
                    <a:pt x="4776" y="228"/>
                    <a:pt x="48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5" name="Google Shape;16235;p40"/>
            <p:cNvSpPr/>
            <p:nvPr/>
          </p:nvSpPr>
          <p:spPr>
            <a:xfrm>
              <a:off x="1757959" y="2518735"/>
              <a:ext cx="330960" cy="463480"/>
            </a:xfrm>
            <a:custGeom>
              <a:rect b="b" l="l" r="r" t="t"/>
              <a:pathLst>
                <a:path extrusionOk="0" h="6138" w="4383">
                  <a:moveTo>
                    <a:pt x="4320" y="0"/>
                  </a:moveTo>
                  <a:lnTo>
                    <a:pt x="0" y="4320"/>
                  </a:lnTo>
                  <a:cubicBezTo>
                    <a:pt x="14" y="4388"/>
                    <a:pt x="20" y="4457"/>
                    <a:pt x="35" y="4527"/>
                  </a:cubicBezTo>
                  <a:cubicBezTo>
                    <a:pt x="48" y="4623"/>
                    <a:pt x="62" y="4719"/>
                    <a:pt x="83" y="4811"/>
                  </a:cubicBezTo>
                  <a:cubicBezTo>
                    <a:pt x="111" y="4977"/>
                    <a:pt x="138" y="5134"/>
                    <a:pt x="173" y="5300"/>
                  </a:cubicBezTo>
                  <a:cubicBezTo>
                    <a:pt x="179" y="5328"/>
                    <a:pt x="179" y="5356"/>
                    <a:pt x="186" y="5383"/>
                  </a:cubicBezTo>
                  <a:cubicBezTo>
                    <a:pt x="236" y="5640"/>
                    <a:pt x="291" y="5889"/>
                    <a:pt x="352" y="6138"/>
                  </a:cubicBezTo>
                  <a:lnTo>
                    <a:pt x="4383" y="2107"/>
                  </a:lnTo>
                  <a:cubicBezTo>
                    <a:pt x="4326" y="1410"/>
                    <a:pt x="4306" y="705"/>
                    <a:pt x="43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6" name="Google Shape;16236;p40"/>
            <p:cNvSpPr/>
            <p:nvPr/>
          </p:nvSpPr>
          <p:spPr>
            <a:xfrm>
              <a:off x="5389812" y="3792077"/>
              <a:ext cx="332017" cy="350291"/>
            </a:xfrm>
            <a:custGeom>
              <a:rect b="b" l="l" r="r" t="t"/>
              <a:pathLst>
                <a:path extrusionOk="0" h="4639" w="4397">
                  <a:moveTo>
                    <a:pt x="3953" y="0"/>
                  </a:moveTo>
                  <a:lnTo>
                    <a:pt x="1" y="3961"/>
                  </a:lnTo>
                  <a:lnTo>
                    <a:pt x="1382" y="4638"/>
                  </a:lnTo>
                  <a:lnTo>
                    <a:pt x="4396" y="450"/>
                  </a:lnTo>
                  <a:lnTo>
                    <a:pt x="395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7" name="Google Shape;16237;p40"/>
            <p:cNvSpPr/>
            <p:nvPr/>
          </p:nvSpPr>
          <p:spPr>
            <a:xfrm>
              <a:off x="2051772" y="3786943"/>
              <a:ext cx="736449" cy="709265"/>
            </a:xfrm>
            <a:custGeom>
              <a:rect b="b" l="l" r="r" t="t"/>
              <a:pathLst>
                <a:path extrusionOk="0" h="9393" w="9753">
                  <a:moveTo>
                    <a:pt x="8480" y="0"/>
                  </a:moveTo>
                  <a:lnTo>
                    <a:pt x="1" y="8480"/>
                  </a:lnTo>
                  <a:lnTo>
                    <a:pt x="1258" y="9392"/>
                  </a:lnTo>
                  <a:lnTo>
                    <a:pt x="9753" y="891"/>
                  </a:lnTo>
                  <a:cubicBezTo>
                    <a:pt x="9615" y="801"/>
                    <a:pt x="9476" y="712"/>
                    <a:pt x="9338" y="614"/>
                  </a:cubicBezTo>
                  <a:cubicBezTo>
                    <a:pt x="9310" y="601"/>
                    <a:pt x="9283" y="581"/>
                    <a:pt x="9255" y="559"/>
                  </a:cubicBezTo>
                  <a:cubicBezTo>
                    <a:pt x="9137" y="476"/>
                    <a:pt x="9026" y="393"/>
                    <a:pt x="8910" y="310"/>
                  </a:cubicBezTo>
                  <a:cubicBezTo>
                    <a:pt x="8799" y="234"/>
                    <a:pt x="8694" y="158"/>
                    <a:pt x="8591" y="83"/>
                  </a:cubicBezTo>
                  <a:cubicBezTo>
                    <a:pt x="8563" y="62"/>
                    <a:pt x="8537" y="42"/>
                    <a:pt x="8508" y="20"/>
                  </a:cubicBezTo>
                  <a:cubicBezTo>
                    <a:pt x="8502" y="14"/>
                    <a:pt x="8487" y="7"/>
                    <a:pt x="84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8" name="Google Shape;16238;p40"/>
            <p:cNvSpPr/>
            <p:nvPr/>
          </p:nvSpPr>
          <p:spPr>
            <a:xfrm>
              <a:off x="1536636" y="972797"/>
              <a:ext cx="330507" cy="348705"/>
            </a:xfrm>
            <a:custGeom>
              <a:rect b="b" l="l" r="r" t="t"/>
              <a:pathLst>
                <a:path extrusionOk="0" h="4618" w="4377">
                  <a:moveTo>
                    <a:pt x="3021" y="1"/>
                  </a:moveTo>
                  <a:lnTo>
                    <a:pt x="0" y="4189"/>
                  </a:lnTo>
                  <a:lnTo>
                    <a:pt x="430" y="4617"/>
                  </a:lnTo>
                  <a:lnTo>
                    <a:pt x="4376" y="671"/>
                  </a:lnTo>
                  <a:lnTo>
                    <a:pt x="30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9" name="Google Shape;16239;p40"/>
            <p:cNvSpPr/>
            <p:nvPr/>
          </p:nvSpPr>
          <p:spPr>
            <a:xfrm>
              <a:off x="5737918" y="1690379"/>
              <a:ext cx="196326" cy="175938"/>
            </a:xfrm>
            <a:custGeom>
              <a:rect b="b" l="l" r="r" t="t"/>
              <a:pathLst>
                <a:path extrusionOk="0" h="2330" w="2600">
                  <a:moveTo>
                    <a:pt x="2329" y="1"/>
                  </a:moveTo>
                  <a:lnTo>
                    <a:pt x="0" y="2330"/>
                  </a:lnTo>
                  <a:lnTo>
                    <a:pt x="2600" y="588"/>
                  </a:lnTo>
                  <a:lnTo>
                    <a:pt x="232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0" name="Google Shape;16240;p40"/>
            <p:cNvSpPr/>
            <p:nvPr/>
          </p:nvSpPr>
          <p:spPr>
            <a:xfrm>
              <a:off x="1409324" y="2863669"/>
              <a:ext cx="737506" cy="817849"/>
            </a:xfrm>
            <a:custGeom>
              <a:rect b="b" l="l" r="r" t="t"/>
              <a:pathLst>
                <a:path extrusionOk="0" h="10831" w="9767">
                  <a:moveTo>
                    <a:pt x="9338" y="0"/>
                  </a:moveTo>
                  <a:lnTo>
                    <a:pt x="1" y="9338"/>
                  </a:lnTo>
                  <a:lnTo>
                    <a:pt x="671" y="10831"/>
                  </a:lnTo>
                  <a:lnTo>
                    <a:pt x="9766" y="1736"/>
                  </a:lnTo>
                  <a:cubicBezTo>
                    <a:pt x="9600" y="1162"/>
                    <a:pt x="9456" y="581"/>
                    <a:pt x="93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1" name="Google Shape;16241;p40"/>
            <p:cNvSpPr/>
            <p:nvPr/>
          </p:nvSpPr>
          <p:spPr>
            <a:xfrm>
              <a:off x="1467694" y="3013483"/>
              <a:ext cx="727690" cy="722253"/>
            </a:xfrm>
            <a:custGeom>
              <a:rect b="b" l="l" r="r" t="t"/>
              <a:pathLst>
                <a:path extrusionOk="0" h="9565" w="9637">
                  <a:moveTo>
                    <a:pt x="9069" y="0"/>
                  </a:moveTo>
                  <a:lnTo>
                    <a:pt x="1" y="9067"/>
                  </a:lnTo>
                  <a:lnTo>
                    <a:pt x="223" y="9565"/>
                  </a:lnTo>
                  <a:lnTo>
                    <a:pt x="2179" y="9054"/>
                  </a:lnTo>
                  <a:lnTo>
                    <a:pt x="9637" y="1596"/>
                  </a:lnTo>
                  <a:cubicBezTo>
                    <a:pt x="9421" y="1070"/>
                    <a:pt x="9235" y="539"/>
                    <a:pt x="90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2" name="Google Shape;16242;p40"/>
            <p:cNvSpPr/>
            <p:nvPr/>
          </p:nvSpPr>
          <p:spPr>
            <a:xfrm>
              <a:off x="1351332" y="2699735"/>
              <a:ext cx="759480" cy="852432"/>
            </a:xfrm>
            <a:custGeom>
              <a:rect b="b" l="l" r="r" t="t"/>
              <a:pathLst>
                <a:path extrusionOk="0" h="11289" w="10058">
                  <a:moveTo>
                    <a:pt x="9788" y="0"/>
                  </a:moveTo>
                  <a:lnTo>
                    <a:pt x="5793" y="3996"/>
                  </a:lnTo>
                  <a:cubicBezTo>
                    <a:pt x="5855" y="4252"/>
                    <a:pt x="5918" y="4500"/>
                    <a:pt x="5986" y="4749"/>
                  </a:cubicBezTo>
                  <a:lnTo>
                    <a:pt x="3111" y="6685"/>
                  </a:lnTo>
                  <a:lnTo>
                    <a:pt x="1" y="9795"/>
                  </a:lnTo>
                  <a:lnTo>
                    <a:pt x="671" y="11288"/>
                  </a:lnTo>
                  <a:lnTo>
                    <a:pt x="10058" y="1901"/>
                  </a:lnTo>
                  <a:cubicBezTo>
                    <a:pt x="9940" y="1272"/>
                    <a:pt x="9851" y="644"/>
                    <a:pt x="97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3" name="Google Shape;16243;p40"/>
            <p:cNvSpPr/>
            <p:nvPr/>
          </p:nvSpPr>
          <p:spPr>
            <a:xfrm>
              <a:off x="2236547" y="3607831"/>
              <a:ext cx="340852" cy="423385"/>
            </a:xfrm>
            <a:custGeom>
              <a:rect b="b" l="l" r="r" t="t"/>
              <a:pathLst>
                <a:path extrusionOk="0" h="5607" w="4514">
                  <a:moveTo>
                    <a:pt x="3436" y="0"/>
                  </a:moveTo>
                  <a:lnTo>
                    <a:pt x="173" y="3263"/>
                  </a:lnTo>
                  <a:cubicBezTo>
                    <a:pt x="387" y="3484"/>
                    <a:pt x="601" y="3706"/>
                    <a:pt x="823" y="3926"/>
                  </a:cubicBezTo>
                  <a:lnTo>
                    <a:pt x="0" y="5607"/>
                  </a:lnTo>
                  <a:lnTo>
                    <a:pt x="4514" y="1087"/>
                  </a:lnTo>
                  <a:cubicBezTo>
                    <a:pt x="4141" y="740"/>
                    <a:pt x="3781" y="373"/>
                    <a:pt x="34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4" name="Google Shape;16244;p40"/>
            <p:cNvSpPr/>
            <p:nvPr/>
          </p:nvSpPr>
          <p:spPr>
            <a:xfrm>
              <a:off x="2080995" y="3397004"/>
              <a:ext cx="318426" cy="344024"/>
            </a:xfrm>
            <a:custGeom>
              <a:rect b="b" l="l" r="r" t="t"/>
              <a:pathLst>
                <a:path extrusionOk="0" h="4556" w="4217">
                  <a:moveTo>
                    <a:pt x="3318" y="1"/>
                  </a:moveTo>
                  <a:lnTo>
                    <a:pt x="0" y="3318"/>
                  </a:lnTo>
                  <a:cubicBezTo>
                    <a:pt x="179" y="3560"/>
                    <a:pt x="354" y="3809"/>
                    <a:pt x="539" y="4051"/>
                  </a:cubicBezTo>
                  <a:cubicBezTo>
                    <a:pt x="553" y="4071"/>
                    <a:pt x="574" y="4093"/>
                    <a:pt x="594" y="4119"/>
                  </a:cubicBezTo>
                  <a:cubicBezTo>
                    <a:pt x="692" y="4244"/>
                    <a:pt x="795" y="4376"/>
                    <a:pt x="893" y="4507"/>
                  </a:cubicBezTo>
                  <a:cubicBezTo>
                    <a:pt x="906" y="4521"/>
                    <a:pt x="919" y="4534"/>
                    <a:pt x="934" y="4555"/>
                  </a:cubicBezTo>
                  <a:lnTo>
                    <a:pt x="4217" y="1273"/>
                  </a:lnTo>
                  <a:cubicBezTo>
                    <a:pt x="3898" y="858"/>
                    <a:pt x="3601" y="437"/>
                    <a:pt x="33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5" name="Google Shape;16245;p40"/>
            <p:cNvSpPr/>
            <p:nvPr/>
          </p:nvSpPr>
          <p:spPr>
            <a:xfrm>
              <a:off x="4443659" y="4530575"/>
              <a:ext cx="352783" cy="331489"/>
            </a:xfrm>
            <a:custGeom>
              <a:rect b="b" l="l" r="r" t="t"/>
              <a:pathLst>
                <a:path extrusionOk="0" h="4390" w="4672">
                  <a:moveTo>
                    <a:pt x="4222" y="0"/>
                  </a:moveTo>
                  <a:lnTo>
                    <a:pt x="0" y="4230"/>
                  </a:lnTo>
                  <a:lnTo>
                    <a:pt x="110" y="4389"/>
                  </a:lnTo>
                  <a:lnTo>
                    <a:pt x="3545" y="2848"/>
                  </a:lnTo>
                  <a:lnTo>
                    <a:pt x="4671" y="1722"/>
                  </a:lnTo>
                  <a:lnTo>
                    <a:pt x="422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6" name="Google Shape;16246;p40"/>
            <p:cNvSpPr/>
            <p:nvPr/>
          </p:nvSpPr>
          <p:spPr>
            <a:xfrm>
              <a:off x="1311688" y="688347"/>
              <a:ext cx="2015588" cy="1888279"/>
            </a:xfrm>
            <a:custGeom>
              <a:rect b="b" l="l" r="r" t="t"/>
              <a:pathLst>
                <a:path extrusionOk="0" h="25007" w="26693">
                  <a:moveTo>
                    <a:pt x="26693" y="1"/>
                  </a:moveTo>
                  <a:lnTo>
                    <a:pt x="26687" y="7"/>
                  </a:lnTo>
                  <a:lnTo>
                    <a:pt x="26687" y="7"/>
                  </a:lnTo>
                  <a:cubicBezTo>
                    <a:pt x="26690" y="6"/>
                    <a:pt x="26693" y="5"/>
                    <a:pt x="26693" y="1"/>
                  </a:cubicBezTo>
                  <a:close/>
                  <a:moveTo>
                    <a:pt x="26687" y="7"/>
                  </a:moveTo>
                  <a:cubicBezTo>
                    <a:pt x="26684" y="7"/>
                    <a:pt x="26682" y="7"/>
                    <a:pt x="26680" y="7"/>
                  </a:cubicBezTo>
                  <a:cubicBezTo>
                    <a:pt x="26582" y="22"/>
                    <a:pt x="26492" y="36"/>
                    <a:pt x="26396" y="55"/>
                  </a:cubicBezTo>
                  <a:cubicBezTo>
                    <a:pt x="26230" y="84"/>
                    <a:pt x="26071" y="112"/>
                    <a:pt x="25912" y="147"/>
                  </a:cubicBezTo>
                  <a:cubicBezTo>
                    <a:pt x="25885" y="147"/>
                    <a:pt x="25863" y="153"/>
                    <a:pt x="25844" y="160"/>
                  </a:cubicBezTo>
                  <a:lnTo>
                    <a:pt x="25822" y="160"/>
                  </a:lnTo>
                  <a:cubicBezTo>
                    <a:pt x="25228" y="278"/>
                    <a:pt x="24641" y="415"/>
                    <a:pt x="24060" y="575"/>
                  </a:cubicBezTo>
                  <a:lnTo>
                    <a:pt x="24019" y="512"/>
                  </a:lnTo>
                  <a:lnTo>
                    <a:pt x="6552" y="17978"/>
                  </a:lnTo>
                  <a:cubicBezTo>
                    <a:pt x="6511" y="18123"/>
                    <a:pt x="6478" y="18269"/>
                    <a:pt x="6436" y="18406"/>
                  </a:cubicBezTo>
                  <a:lnTo>
                    <a:pt x="6104" y="18435"/>
                  </a:lnTo>
                  <a:lnTo>
                    <a:pt x="0" y="24537"/>
                  </a:lnTo>
                  <a:lnTo>
                    <a:pt x="1694" y="25007"/>
                  </a:lnTo>
                  <a:lnTo>
                    <a:pt x="14619" y="12082"/>
                  </a:lnTo>
                  <a:cubicBezTo>
                    <a:pt x="15607" y="10824"/>
                    <a:pt x="16747" y="9691"/>
                    <a:pt x="17998" y="8703"/>
                  </a:cubicBezTo>
                  <a:lnTo>
                    <a:pt x="26687" y="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7" name="Google Shape;16247;p40"/>
            <p:cNvSpPr/>
            <p:nvPr/>
          </p:nvSpPr>
          <p:spPr>
            <a:xfrm>
              <a:off x="5263406" y="3697613"/>
              <a:ext cx="413417" cy="385705"/>
            </a:xfrm>
            <a:custGeom>
              <a:rect b="b" l="l" r="r" t="t"/>
              <a:pathLst>
                <a:path extrusionOk="0" h="5108" w="5475">
                  <a:moveTo>
                    <a:pt x="4397" y="1"/>
                  </a:moveTo>
                  <a:lnTo>
                    <a:pt x="1" y="4396"/>
                  </a:lnTo>
                  <a:lnTo>
                    <a:pt x="1461" y="5108"/>
                  </a:lnTo>
                  <a:lnTo>
                    <a:pt x="5475" y="1092"/>
                  </a:lnTo>
                  <a:lnTo>
                    <a:pt x="43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8" name="Google Shape;16248;p40"/>
            <p:cNvSpPr/>
            <p:nvPr/>
          </p:nvSpPr>
          <p:spPr>
            <a:xfrm>
              <a:off x="1182791" y="2081828"/>
              <a:ext cx="563682" cy="454117"/>
            </a:xfrm>
            <a:custGeom>
              <a:rect b="b" l="l" r="r" t="t"/>
              <a:pathLst>
                <a:path extrusionOk="0" h="6014" w="7465">
                  <a:moveTo>
                    <a:pt x="7465" y="0"/>
                  </a:moveTo>
                  <a:lnTo>
                    <a:pt x="5142" y="160"/>
                  </a:lnTo>
                  <a:lnTo>
                    <a:pt x="35" y="5267"/>
                  </a:lnTo>
                  <a:lnTo>
                    <a:pt x="0" y="5605"/>
                  </a:lnTo>
                  <a:lnTo>
                    <a:pt x="1458" y="6013"/>
                  </a:lnTo>
                  <a:lnTo>
                    <a:pt x="74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9" name="Google Shape;16249;p40"/>
            <p:cNvSpPr/>
            <p:nvPr/>
          </p:nvSpPr>
          <p:spPr>
            <a:xfrm>
              <a:off x="4367846" y="4381290"/>
              <a:ext cx="390009" cy="454117"/>
            </a:xfrm>
            <a:custGeom>
              <a:rect b="b" l="l" r="r" t="t"/>
              <a:pathLst>
                <a:path extrusionOk="0" h="6014" w="5165">
                  <a:moveTo>
                    <a:pt x="4715" y="0"/>
                  </a:moveTo>
                  <a:lnTo>
                    <a:pt x="1" y="4714"/>
                  </a:lnTo>
                  <a:lnTo>
                    <a:pt x="872" y="6013"/>
                  </a:lnTo>
                  <a:lnTo>
                    <a:pt x="5165" y="1722"/>
                  </a:lnTo>
                  <a:lnTo>
                    <a:pt x="47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0" name="Google Shape;16250;p40"/>
            <p:cNvSpPr/>
            <p:nvPr/>
          </p:nvSpPr>
          <p:spPr>
            <a:xfrm>
              <a:off x="4292712" y="4232609"/>
              <a:ext cx="426556" cy="490664"/>
            </a:xfrm>
            <a:custGeom>
              <a:rect b="b" l="l" r="r" t="t"/>
              <a:pathLst>
                <a:path extrusionOk="0" h="6498" w="5649">
                  <a:moveTo>
                    <a:pt x="5199" y="0"/>
                  </a:moveTo>
                  <a:lnTo>
                    <a:pt x="1" y="5197"/>
                  </a:lnTo>
                  <a:lnTo>
                    <a:pt x="871" y="6497"/>
                  </a:lnTo>
                  <a:lnTo>
                    <a:pt x="5649" y="1720"/>
                  </a:lnTo>
                  <a:lnTo>
                    <a:pt x="519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1" name="Google Shape;16251;p40"/>
            <p:cNvSpPr/>
            <p:nvPr/>
          </p:nvSpPr>
          <p:spPr>
            <a:xfrm>
              <a:off x="3667557" y="111216"/>
              <a:ext cx="46590" cy="49686"/>
            </a:xfrm>
            <a:custGeom>
              <a:rect b="b" l="l" r="r" t="t"/>
              <a:pathLst>
                <a:path extrusionOk="0" h="658" w="617">
                  <a:moveTo>
                    <a:pt x="186" y="0"/>
                  </a:moveTo>
                  <a:lnTo>
                    <a:pt x="1" y="657"/>
                  </a:lnTo>
                  <a:lnTo>
                    <a:pt x="1" y="657"/>
                  </a:lnTo>
                  <a:lnTo>
                    <a:pt x="616" y="42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2" name="Google Shape;16252;p40"/>
            <p:cNvSpPr/>
            <p:nvPr/>
          </p:nvSpPr>
          <p:spPr>
            <a:xfrm>
              <a:off x="1664476" y="3151291"/>
              <a:ext cx="589809" cy="537480"/>
            </a:xfrm>
            <a:custGeom>
              <a:rect b="b" l="l" r="r" t="t"/>
              <a:pathLst>
                <a:path extrusionOk="0" h="7118" w="7811">
                  <a:moveTo>
                    <a:pt x="7120" y="0"/>
                  </a:moveTo>
                  <a:lnTo>
                    <a:pt x="1" y="7118"/>
                  </a:lnTo>
                  <a:lnTo>
                    <a:pt x="2925" y="6358"/>
                  </a:lnTo>
                  <a:lnTo>
                    <a:pt x="7810" y="1478"/>
                  </a:lnTo>
                  <a:cubicBezTo>
                    <a:pt x="7727" y="1319"/>
                    <a:pt x="7644" y="1161"/>
                    <a:pt x="7570" y="995"/>
                  </a:cubicBezTo>
                  <a:cubicBezTo>
                    <a:pt x="7555" y="967"/>
                    <a:pt x="7535" y="932"/>
                    <a:pt x="7520" y="904"/>
                  </a:cubicBezTo>
                  <a:cubicBezTo>
                    <a:pt x="7459" y="773"/>
                    <a:pt x="7404" y="642"/>
                    <a:pt x="7341" y="511"/>
                  </a:cubicBezTo>
                  <a:cubicBezTo>
                    <a:pt x="7293" y="393"/>
                    <a:pt x="7238" y="275"/>
                    <a:pt x="7188" y="158"/>
                  </a:cubicBezTo>
                  <a:cubicBezTo>
                    <a:pt x="7175" y="124"/>
                    <a:pt x="7162" y="96"/>
                    <a:pt x="7147" y="61"/>
                  </a:cubicBezTo>
                  <a:cubicBezTo>
                    <a:pt x="7140" y="41"/>
                    <a:pt x="7127" y="20"/>
                    <a:pt x="7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3" name="Google Shape;16253;p40"/>
            <p:cNvSpPr/>
            <p:nvPr/>
          </p:nvSpPr>
          <p:spPr>
            <a:xfrm>
              <a:off x="1917664" y="3278527"/>
              <a:ext cx="404507" cy="355048"/>
            </a:xfrm>
            <a:custGeom>
              <a:rect b="b" l="l" r="r" t="t"/>
              <a:pathLst>
                <a:path extrusionOk="0" h="4702" w="5357">
                  <a:moveTo>
                    <a:pt x="4562" y="0"/>
                  </a:moveTo>
                  <a:lnTo>
                    <a:pt x="0" y="4562"/>
                  </a:lnTo>
                  <a:lnTo>
                    <a:pt x="1659" y="4134"/>
                  </a:lnTo>
                  <a:cubicBezTo>
                    <a:pt x="1783" y="4328"/>
                    <a:pt x="1908" y="4514"/>
                    <a:pt x="2039" y="4701"/>
                  </a:cubicBezTo>
                  <a:lnTo>
                    <a:pt x="5356" y="1375"/>
                  </a:lnTo>
                  <a:cubicBezTo>
                    <a:pt x="5079" y="928"/>
                    <a:pt x="4811" y="471"/>
                    <a:pt x="45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4" name="Google Shape;16254;p40"/>
            <p:cNvSpPr/>
            <p:nvPr/>
          </p:nvSpPr>
          <p:spPr>
            <a:xfrm>
              <a:off x="5137681" y="3603149"/>
              <a:ext cx="445887" cy="418703"/>
            </a:xfrm>
            <a:custGeom>
              <a:rect b="b" l="l" r="r" t="t"/>
              <a:pathLst>
                <a:path extrusionOk="0" h="5545" w="5905">
                  <a:moveTo>
                    <a:pt x="4833" y="1"/>
                  </a:moveTo>
                  <a:lnTo>
                    <a:pt x="1" y="4825"/>
                  </a:lnTo>
                  <a:lnTo>
                    <a:pt x="1459" y="5544"/>
                  </a:lnTo>
                  <a:lnTo>
                    <a:pt x="5904" y="1092"/>
                  </a:lnTo>
                  <a:lnTo>
                    <a:pt x="48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5" name="Google Shape;16255;p40"/>
            <p:cNvSpPr/>
            <p:nvPr/>
          </p:nvSpPr>
          <p:spPr>
            <a:xfrm>
              <a:off x="5011955" y="3508760"/>
              <a:ext cx="478658" cy="450946"/>
            </a:xfrm>
            <a:custGeom>
              <a:rect b="b" l="l" r="r" t="t"/>
              <a:pathLst>
                <a:path extrusionOk="0" h="5972" w="6339">
                  <a:moveTo>
                    <a:pt x="5267" y="0"/>
                  </a:moveTo>
                  <a:lnTo>
                    <a:pt x="0" y="5260"/>
                  </a:lnTo>
                  <a:lnTo>
                    <a:pt x="1452" y="5972"/>
                  </a:lnTo>
                  <a:lnTo>
                    <a:pt x="6338" y="1092"/>
                  </a:lnTo>
                  <a:lnTo>
                    <a:pt x="52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6" name="Google Shape;16256;p40"/>
            <p:cNvSpPr/>
            <p:nvPr/>
          </p:nvSpPr>
          <p:spPr>
            <a:xfrm>
              <a:off x="1605502" y="2062044"/>
              <a:ext cx="560058" cy="595547"/>
            </a:xfrm>
            <a:custGeom>
              <a:rect b="b" l="l" r="r" t="t"/>
              <a:pathLst>
                <a:path extrusionOk="0" h="7887" w="7417">
                  <a:moveTo>
                    <a:pt x="7417" y="0"/>
                  </a:moveTo>
                  <a:lnTo>
                    <a:pt x="1" y="7417"/>
                  </a:lnTo>
                  <a:lnTo>
                    <a:pt x="1694" y="7886"/>
                  </a:lnTo>
                  <a:lnTo>
                    <a:pt x="6657" y="2930"/>
                  </a:lnTo>
                  <a:cubicBezTo>
                    <a:pt x="6836" y="1935"/>
                    <a:pt x="7092" y="954"/>
                    <a:pt x="7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7" name="Google Shape;16257;p40"/>
            <p:cNvSpPr/>
            <p:nvPr/>
          </p:nvSpPr>
          <p:spPr>
            <a:xfrm>
              <a:off x="4754689" y="4679332"/>
              <a:ext cx="52781" cy="47043"/>
            </a:xfrm>
            <a:custGeom>
              <a:rect b="b" l="l" r="r" t="t"/>
              <a:pathLst>
                <a:path extrusionOk="0" h="623" w="699">
                  <a:moveTo>
                    <a:pt x="615" y="1"/>
                  </a:moveTo>
                  <a:lnTo>
                    <a:pt x="0" y="623"/>
                  </a:lnTo>
                  <a:lnTo>
                    <a:pt x="698" y="304"/>
                  </a:lnTo>
                  <a:lnTo>
                    <a:pt x="61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8" name="Google Shape;16258;p40"/>
            <p:cNvSpPr/>
            <p:nvPr/>
          </p:nvSpPr>
          <p:spPr>
            <a:xfrm>
              <a:off x="5111101" y="1431527"/>
              <a:ext cx="737506" cy="817924"/>
            </a:xfrm>
            <a:custGeom>
              <a:rect b="b" l="l" r="r" t="t"/>
              <a:pathLst>
                <a:path extrusionOk="0" h="10832" w="9767">
                  <a:moveTo>
                    <a:pt x="9089" y="0"/>
                  </a:moveTo>
                  <a:lnTo>
                    <a:pt x="1" y="9097"/>
                  </a:lnTo>
                  <a:cubicBezTo>
                    <a:pt x="167" y="9671"/>
                    <a:pt x="311" y="10251"/>
                    <a:pt x="429" y="10832"/>
                  </a:cubicBezTo>
                  <a:lnTo>
                    <a:pt x="9766" y="1501"/>
                  </a:lnTo>
                  <a:lnTo>
                    <a:pt x="908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9" name="Google Shape;16259;p40"/>
            <p:cNvSpPr/>
            <p:nvPr/>
          </p:nvSpPr>
          <p:spPr>
            <a:xfrm>
              <a:off x="4935311" y="1480609"/>
              <a:ext cx="402317" cy="354444"/>
            </a:xfrm>
            <a:custGeom>
              <a:rect b="b" l="l" r="r" t="t"/>
              <a:pathLst>
                <a:path extrusionOk="0" h="4694" w="5328">
                  <a:moveTo>
                    <a:pt x="3324" y="0"/>
                  </a:moveTo>
                  <a:lnTo>
                    <a:pt x="0" y="3318"/>
                  </a:lnTo>
                  <a:cubicBezTo>
                    <a:pt x="282" y="3767"/>
                    <a:pt x="546" y="4224"/>
                    <a:pt x="795" y="4693"/>
                  </a:cubicBezTo>
                  <a:lnTo>
                    <a:pt x="5328" y="160"/>
                  </a:lnTo>
                  <a:lnTo>
                    <a:pt x="3711" y="581"/>
                  </a:lnTo>
                  <a:cubicBezTo>
                    <a:pt x="3586" y="387"/>
                    <a:pt x="3455" y="194"/>
                    <a:pt x="33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0" name="Google Shape;16260;p40"/>
            <p:cNvSpPr/>
            <p:nvPr/>
          </p:nvSpPr>
          <p:spPr>
            <a:xfrm>
              <a:off x="5062547" y="1379424"/>
              <a:ext cx="727690" cy="720743"/>
            </a:xfrm>
            <a:custGeom>
              <a:rect b="b" l="l" r="r" t="t"/>
              <a:pathLst>
                <a:path extrusionOk="0" h="9545" w="9637">
                  <a:moveTo>
                    <a:pt x="9420" y="0"/>
                  </a:moveTo>
                  <a:lnTo>
                    <a:pt x="7423" y="518"/>
                  </a:lnTo>
                  <a:lnTo>
                    <a:pt x="0" y="7941"/>
                  </a:lnTo>
                  <a:cubicBezTo>
                    <a:pt x="214" y="8466"/>
                    <a:pt x="402" y="9006"/>
                    <a:pt x="568" y="9545"/>
                  </a:cubicBezTo>
                  <a:lnTo>
                    <a:pt x="9636" y="476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1" name="Google Shape;16261;p40"/>
            <p:cNvSpPr/>
            <p:nvPr/>
          </p:nvSpPr>
          <p:spPr>
            <a:xfrm>
              <a:off x="5003573" y="1426845"/>
              <a:ext cx="587241" cy="535592"/>
            </a:xfrm>
            <a:custGeom>
              <a:rect b="b" l="l" r="r" t="t"/>
              <a:pathLst>
                <a:path extrusionOk="0" h="7093" w="7777">
                  <a:moveTo>
                    <a:pt x="7776" y="1"/>
                  </a:moveTo>
                  <a:lnTo>
                    <a:pt x="4852" y="761"/>
                  </a:lnTo>
                  <a:lnTo>
                    <a:pt x="0" y="5612"/>
                  </a:lnTo>
                  <a:cubicBezTo>
                    <a:pt x="91" y="5778"/>
                    <a:pt x="174" y="5951"/>
                    <a:pt x="257" y="6117"/>
                  </a:cubicBezTo>
                  <a:cubicBezTo>
                    <a:pt x="270" y="6145"/>
                    <a:pt x="284" y="6180"/>
                    <a:pt x="299" y="6208"/>
                  </a:cubicBezTo>
                  <a:cubicBezTo>
                    <a:pt x="353" y="6324"/>
                    <a:pt x="401" y="6442"/>
                    <a:pt x="456" y="6566"/>
                  </a:cubicBezTo>
                  <a:cubicBezTo>
                    <a:pt x="519" y="6697"/>
                    <a:pt x="581" y="6830"/>
                    <a:pt x="637" y="6961"/>
                  </a:cubicBezTo>
                  <a:cubicBezTo>
                    <a:pt x="650" y="6988"/>
                    <a:pt x="664" y="7022"/>
                    <a:pt x="672" y="7051"/>
                  </a:cubicBezTo>
                  <a:cubicBezTo>
                    <a:pt x="678" y="7064"/>
                    <a:pt x="685" y="7079"/>
                    <a:pt x="692" y="7092"/>
                  </a:cubicBezTo>
                  <a:lnTo>
                    <a:pt x="77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2" name="Google Shape;16262;p40"/>
            <p:cNvSpPr/>
            <p:nvPr/>
          </p:nvSpPr>
          <p:spPr>
            <a:xfrm>
              <a:off x="4679480" y="1079268"/>
              <a:ext cx="345081" cy="426480"/>
            </a:xfrm>
            <a:custGeom>
              <a:rect b="b" l="l" r="r" t="t"/>
              <a:pathLst>
                <a:path extrusionOk="0" h="5648" w="4570">
                  <a:moveTo>
                    <a:pt x="4569" y="1"/>
                  </a:moveTo>
                  <a:lnTo>
                    <a:pt x="1" y="4569"/>
                  </a:lnTo>
                  <a:cubicBezTo>
                    <a:pt x="381" y="4914"/>
                    <a:pt x="741" y="5274"/>
                    <a:pt x="1086" y="5647"/>
                  </a:cubicBezTo>
                  <a:lnTo>
                    <a:pt x="4348" y="2393"/>
                  </a:lnTo>
                  <a:cubicBezTo>
                    <a:pt x="4141" y="2170"/>
                    <a:pt x="3927" y="1956"/>
                    <a:pt x="3711" y="1742"/>
                  </a:cubicBezTo>
                  <a:lnTo>
                    <a:pt x="45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3" name="Google Shape;16263;p40"/>
            <p:cNvSpPr/>
            <p:nvPr/>
          </p:nvSpPr>
          <p:spPr>
            <a:xfrm>
              <a:off x="4857988" y="1373157"/>
              <a:ext cx="318501" cy="343344"/>
            </a:xfrm>
            <a:custGeom>
              <a:rect b="b" l="l" r="r" t="t"/>
              <a:pathLst>
                <a:path extrusionOk="0" h="4547" w="4218">
                  <a:moveTo>
                    <a:pt x="3283" y="0"/>
                  </a:moveTo>
                  <a:lnTo>
                    <a:pt x="1" y="3276"/>
                  </a:lnTo>
                  <a:cubicBezTo>
                    <a:pt x="319" y="3691"/>
                    <a:pt x="616" y="4119"/>
                    <a:pt x="900" y="4547"/>
                  </a:cubicBezTo>
                  <a:lnTo>
                    <a:pt x="4217" y="1238"/>
                  </a:lnTo>
                  <a:cubicBezTo>
                    <a:pt x="4043" y="995"/>
                    <a:pt x="3870" y="753"/>
                    <a:pt x="3691" y="518"/>
                  </a:cubicBezTo>
                  <a:cubicBezTo>
                    <a:pt x="3678" y="498"/>
                    <a:pt x="3656" y="476"/>
                    <a:pt x="3643" y="450"/>
                  </a:cubicBezTo>
                  <a:cubicBezTo>
                    <a:pt x="3539" y="317"/>
                    <a:pt x="3443" y="193"/>
                    <a:pt x="3338" y="62"/>
                  </a:cubicBezTo>
                  <a:cubicBezTo>
                    <a:pt x="3318" y="42"/>
                    <a:pt x="3305" y="20"/>
                    <a:pt x="32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4" name="Google Shape;16264;p40"/>
            <p:cNvSpPr/>
            <p:nvPr/>
          </p:nvSpPr>
          <p:spPr>
            <a:xfrm>
              <a:off x="1324827" y="3253457"/>
              <a:ext cx="188473" cy="169142"/>
            </a:xfrm>
            <a:custGeom>
              <a:rect b="b" l="l" r="r" t="t"/>
              <a:pathLst>
                <a:path extrusionOk="0" h="2240" w="2496">
                  <a:moveTo>
                    <a:pt x="2495" y="1"/>
                  </a:moveTo>
                  <a:lnTo>
                    <a:pt x="0" y="1681"/>
                  </a:lnTo>
                  <a:lnTo>
                    <a:pt x="249" y="2240"/>
                  </a:lnTo>
                  <a:lnTo>
                    <a:pt x="249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5" name="Google Shape;16265;p40"/>
            <p:cNvSpPr/>
            <p:nvPr/>
          </p:nvSpPr>
          <p:spPr>
            <a:xfrm>
              <a:off x="4772962" y="1272425"/>
              <a:ext cx="322579" cy="335113"/>
            </a:xfrm>
            <a:custGeom>
              <a:rect b="b" l="l" r="r" t="t"/>
              <a:pathLst>
                <a:path extrusionOk="0" h="4438" w="4272">
                  <a:moveTo>
                    <a:pt x="3261" y="1"/>
                  </a:moveTo>
                  <a:lnTo>
                    <a:pt x="0" y="3255"/>
                  </a:lnTo>
                  <a:cubicBezTo>
                    <a:pt x="345" y="3635"/>
                    <a:pt x="677" y="4030"/>
                    <a:pt x="989" y="4438"/>
                  </a:cubicBezTo>
                  <a:lnTo>
                    <a:pt x="4272" y="1153"/>
                  </a:lnTo>
                  <a:cubicBezTo>
                    <a:pt x="4209" y="1085"/>
                    <a:pt x="4154" y="1016"/>
                    <a:pt x="4099" y="946"/>
                  </a:cubicBezTo>
                  <a:cubicBezTo>
                    <a:pt x="3988" y="822"/>
                    <a:pt x="3883" y="697"/>
                    <a:pt x="3774" y="573"/>
                  </a:cubicBezTo>
                  <a:cubicBezTo>
                    <a:pt x="3752" y="546"/>
                    <a:pt x="3739" y="525"/>
                    <a:pt x="3718" y="505"/>
                  </a:cubicBezTo>
                  <a:cubicBezTo>
                    <a:pt x="3567" y="332"/>
                    <a:pt x="3414" y="166"/>
                    <a:pt x="32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6" name="Google Shape;16266;p40"/>
            <p:cNvSpPr/>
            <p:nvPr/>
          </p:nvSpPr>
          <p:spPr>
            <a:xfrm>
              <a:off x="5155501" y="2289030"/>
              <a:ext cx="363279" cy="511580"/>
            </a:xfrm>
            <a:custGeom>
              <a:rect b="b" l="l" r="r" t="t"/>
              <a:pathLst>
                <a:path extrusionOk="0" h="6775" w="4811">
                  <a:moveTo>
                    <a:pt x="4603" y="0"/>
                  </a:moveTo>
                  <a:lnTo>
                    <a:pt x="242" y="4369"/>
                  </a:lnTo>
                  <a:cubicBezTo>
                    <a:pt x="227" y="4618"/>
                    <a:pt x="214" y="4859"/>
                    <a:pt x="201" y="5107"/>
                  </a:cubicBezTo>
                  <a:cubicBezTo>
                    <a:pt x="194" y="5142"/>
                    <a:pt x="194" y="5177"/>
                    <a:pt x="194" y="5219"/>
                  </a:cubicBezTo>
                  <a:cubicBezTo>
                    <a:pt x="179" y="5343"/>
                    <a:pt x="166" y="5474"/>
                    <a:pt x="153" y="5605"/>
                  </a:cubicBezTo>
                  <a:cubicBezTo>
                    <a:pt x="138" y="5751"/>
                    <a:pt x="125" y="5889"/>
                    <a:pt x="111" y="6028"/>
                  </a:cubicBezTo>
                  <a:cubicBezTo>
                    <a:pt x="103" y="6061"/>
                    <a:pt x="96" y="6096"/>
                    <a:pt x="96" y="6131"/>
                  </a:cubicBezTo>
                  <a:cubicBezTo>
                    <a:pt x="70" y="6345"/>
                    <a:pt x="35" y="6559"/>
                    <a:pt x="0" y="6774"/>
                  </a:cubicBezTo>
                  <a:lnTo>
                    <a:pt x="4811" y="1964"/>
                  </a:lnTo>
                  <a:cubicBezTo>
                    <a:pt x="4776" y="1445"/>
                    <a:pt x="4728" y="927"/>
                    <a:pt x="4658" y="408"/>
                  </a:cubicBezTo>
                  <a:cubicBezTo>
                    <a:pt x="4658" y="373"/>
                    <a:pt x="4651" y="347"/>
                    <a:pt x="4651" y="319"/>
                  </a:cubicBezTo>
                  <a:cubicBezTo>
                    <a:pt x="4638" y="214"/>
                    <a:pt x="4623" y="105"/>
                    <a:pt x="46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7" name="Google Shape;16267;p40"/>
            <p:cNvSpPr/>
            <p:nvPr/>
          </p:nvSpPr>
          <p:spPr>
            <a:xfrm>
              <a:off x="1209446" y="2109012"/>
              <a:ext cx="134710" cy="135238"/>
            </a:xfrm>
            <a:custGeom>
              <a:rect b="b" l="l" r="r" t="t"/>
              <a:pathLst>
                <a:path extrusionOk="0" h="1791" w="1784">
                  <a:moveTo>
                    <a:pt x="1784" y="0"/>
                  </a:moveTo>
                  <a:lnTo>
                    <a:pt x="166" y="110"/>
                  </a:lnTo>
                  <a:lnTo>
                    <a:pt x="1" y="1790"/>
                  </a:lnTo>
                  <a:lnTo>
                    <a:pt x="17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8" name="Google Shape;16268;p40"/>
            <p:cNvSpPr/>
            <p:nvPr/>
          </p:nvSpPr>
          <p:spPr>
            <a:xfrm>
              <a:off x="5094337" y="2457118"/>
              <a:ext cx="556962" cy="592376"/>
            </a:xfrm>
            <a:custGeom>
              <a:rect b="b" l="l" r="r" t="t"/>
              <a:pathLst>
                <a:path extrusionOk="0" h="7845" w="7376">
                  <a:moveTo>
                    <a:pt x="5675" y="0"/>
                  </a:moveTo>
                  <a:lnTo>
                    <a:pt x="747" y="4928"/>
                  </a:lnTo>
                  <a:cubicBezTo>
                    <a:pt x="568" y="5917"/>
                    <a:pt x="319" y="6891"/>
                    <a:pt x="1" y="7844"/>
                  </a:cubicBezTo>
                  <a:lnTo>
                    <a:pt x="7376" y="470"/>
                  </a:lnTo>
                  <a:lnTo>
                    <a:pt x="567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9" name="Google Shape;16269;p40"/>
            <p:cNvSpPr/>
            <p:nvPr/>
          </p:nvSpPr>
          <p:spPr>
            <a:xfrm>
              <a:off x="4913337" y="2497290"/>
              <a:ext cx="884600" cy="920693"/>
            </a:xfrm>
            <a:custGeom>
              <a:rect b="b" l="l" r="r" t="t"/>
              <a:pathLst>
                <a:path extrusionOk="0" h="12193" w="11715">
                  <a:moveTo>
                    <a:pt x="10021" y="1"/>
                  </a:moveTo>
                  <a:lnTo>
                    <a:pt x="2225" y="7797"/>
                  </a:lnTo>
                  <a:cubicBezTo>
                    <a:pt x="1666" y="9344"/>
                    <a:pt x="920" y="10817"/>
                    <a:pt x="1" y="12193"/>
                  </a:cubicBezTo>
                  <a:lnTo>
                    <a:pt x="11715" y="470"/>
                  </a:lnTo>
                  <a:lnTo>
                    <a:pt x="100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0" name="Google Shape;16270;p40"/>
            <p:cNvSpPr/>
            <p:nvPr/>
          </p:nvSpPr>
          <p:spPr>
            <a:xfrm>
              <a:off x="1816404" y="614875"/>
              <a:ext cx="1299603" cy="1397615"/>
            </a:xfrm>
            <a:custGeom>
              <a:rect b="b" l="l" r="r" t="t"/>
              <a:pathLst>
                <a:path extrusionOk="0" h="18509" w="17211">
                  <a:moveTo>
                    <a:pt x="16340" y="0"/>
                  </a:moveTo>
                  <a:lnTo>
                    <a:pt x="1361" y="14977"/>
                  </a:lnTo>
                  <a:cubicBezTo>
                    <a:pt x="1195" y="15322"/>
                    <a:pt x="1038" y="15667"/>
                    <a:pt x="892" y="16020"/>
                  </a:cubicBezTo>
                  <a:cubicBezTo>
                    <a:pt x="878" y="16049"/>
                    <a:pt x="872" y="16075"/>
                    <a:pt x="857" y="16103"/>
                  </a:cubicBezTo>
                  <a:cubicBezTo>
                    <a:pt x="795" y="16256"/>
                    <a:pt x="732" y="16407"/>
                    <a:pt x="671" y="16559"/>
                  </a:cubicBezTo>
                  <a:cubicBezTo>
                    <a:pt x="636" y="16649"/>
                    <a:pt x="601" y="16739"/>
                    <a:pt x="567" y="16828"/>
                  </a:cubicBezTo>
                  <a:cubicBezTo>
                    <a:pt x="532" y="16919"/>
                    <a:pt x="499" y="17009"/>
                    <a:pt x="470" y="17099"/>
                  </a:cubicBezTo>
                  <a:cubicBezTo>
                    <a:pt x="407" y="17258"/>
                    <a:pt x="353" y="17409"/>
                    <a:pt x="304" y="17568"/>
                  </a:cubicBezTo>
                  <a:cubicBezTo>
                    <a:pt x="291" y="17596"/>
                    <a:pt x="283" y="17616"/>
                    <a:pt x="276" y="17644"/>
                  </a:cubicBezTo>
                  <a:cubicBezTo>
                    <a:pt x="180" y="17935"/>
                    <a:pt x="84" y="18218"/>
                    <a:pt x="1" y="18509"/>
                  </a:cubicBezTo>
                  <a:lnTo>
                    <a:pt x="17211" y="1299"/>
                  </a:lnTo>
                  <a:lnTo>
                    <a:pt x="1634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1" name="Google Shape;16271;p40"/>
            <p:cNvSpPr/>
            <p:nvPr/>
          </p:nvSpPr>
          <p:spPr>
            <a:xfrm>
              <a:off x="5147573" y="1561028"/>
              <a:ext cx="759027" cy="851753"/>
            </a:xfrm>
            <a:custGeom>
              <a:rect b="b" l="l" r="r" t="t"/>
              <a:pathLst>
                <a:path extrusionOk="0" h="11280" w="10052">
                  <a:moveTo>
                    <a:pt x="9381" y="0"/>
                  </a:moveTo>
                  <a:lnTo>
                    <a:pt x="1" y="9386"/>
                  </a:lnTo>
                  <a:cubicBezTo>
                    <a:pt x="118" y="10014"/>
                    <a:pt x="208" y="10643"/>
                    <a:pt x="271" y="11280"/>
                  </a:cubicBezTo>
                  <a:lnTo>
                    <a:pt x="4259" y="7292"/>
                  </a:lnTo>
                  <a:cubicBezTo>
                    <a:pt x="4239" y="7194"/>
                    <a:pt x="4211" y="7098"/>
                    <a:pt x="4189" y="7002"/>
                  </a:cubicBezTo>
                  <a:cubicBezTo>
                    <a:pt x="4148" y="6856"/>
                    <a:pt x="4114" y="6712"/>
                    <a:pt x="4073" y="6566"/>
                  </a:cubicBezTo>
                  <a:lnTo>
                    <a:pt x="6858" y="4693"/>
                  </a:lnTo>
                  <a:lnTo>
                    <a:pt x="10051" y="1500"/>
                  </a:lnTo>
                  <a:lnTo>
                    <a:pt x="93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2" name="Google Shape;16272;p40"/>
            <p:cNvSpPr/>
            <p:nvPr/>
          </p:nvSpPr>
          <p:spPr>
            <a:xfrm>
              <a:off x="5169471" y="2130910"/>
              <a:ext cx="330507" cy="463027"/>
            </a:xfrm>
            <a:custGeom>
              <a:rect b="b" l="l" r="r" t="t"/>
              <a:pathLst>
                <a:path extrusionOk="0" h="6132" w="4377">
                  <a:moveTo>
                    <a:pt x="4032" y="1"/>
                  </a:moveTo>
                  <a:lnTo>
                    <a:pt x="1" y="4030"/>
                  </a:lnTo>
                  <a:cubicBezTo>
                    <a:pt x="57" y="4728"/>
                    <a:pt x="77" y="5427"/>
                    <a:pt x="64" y="6132"/>
                  </a:cubicBezTo>
                  <a:lnTo>
                    <a:pt x="4377" y="1819"/>
                  </a:lnTo>
                  <a:cubicBezTo>
                    <a:pt x="4370" y="1756"/>
                    <a:pt x="4363" y="1701"/>
                    <a:pt x="4349" y="1638"/>
                  </a:cubicBezTo>
                  <a:cubicBezTo>
                    <a:pt x="4335" y="1542"/>
                    <a:pt x="4322" y="1445"/>
                    <a:pt x="4300" y="1354"/>
                  </a:cubicBezTo>
                  <a:cubicBezTo>
                    <a:pt x="4272" y="1188"/>
                    <a:pt x="4246" y="1031"/>
                    <a:pt x="4211" y="865"/>
                  </a:cubicBezTo>
                  <a:cubicBezTo>
                    <a:pt x="4211" y="837"/>
                    <a:pt x="4204" y="809"/>
                    <a:pt x="4198" y="782"/>
                  </a:cubicBezTo>
                  <a:cubicBezTo>
                    <a:pt x="4189" y="741"/>
                    <a:pt x="4183" y="691"/>
                    <a:pt x="4169" y="649"/>
                  </a:cubicBezTo>
                  <a:cubicBezTo>
                    <a:pt x="4128" y="435"/>
                    <a:pt x="4080" y="215"/>
                    <a:pt x="40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3" name="Google Shape;16273;p40"/>
            <p:cNvSpPr/>
            <p:nvPr/>
          </p:nvSpPr>
          <p:spPr>
            <a:xfrm>
              <a:off x="1859672" y="502590"/>
              <a:ext cx="1180523" cy="1197287"/>
            </a:xfrm>
            <a:custGeom>
              <a:rect b="b" l="l" r="r" t="t"/>
              <a:pathLst>
                <a:path extrusionOk="0" h="15856" w="15634">
                  <a:moveTo>
                    <a:pt x="14763" y="1"/>
                  </a:moveTo>
                  <a:lnTo>
                    <a:pt x="9505" y="5261"/>
                  </a:lnTo>
                  <a:lnTo>
                    <a:pt x="9754" y="6206"/>
                  </a:lnTo>
                  <a:cubicBezTo>
                    <a:pt x="9629" y="6289"/>
                    <a:pt x="9505" y="6365"/>
                    <a:pt x="9380" y="6455"/>
                  </a:cubicBezTo>
                  <a:cubicBezTo>
                    <a:pt x="9040" y="6684"/>
                    <a:pt x="8702" y="6919"/>
                    <a:pt x="8377" y="7168"/>
                  </a:cubicBezTo>
                  <a:cubicBezTo>
                    <a:pt x="8344" y="7195"/>
                    <a:pt x="8309" y="7223"/>
                    <a:pt x="8267" y="7251"/>
                  </a:cubicBezTo>
                  <a:lnTo>
                    <a:pt x="8261" y="7258"/>
                  </a:lnTo>
                  <a:cubicBezTo>
                    <a:pt x="8239" y="7271"/>
                    <a:pt x="8219" y="7284"/>
                    <a:pt x="8204" y="7299"/>
                  </a:cubicBezTo>
                  <a:cubicBezTo>
                    <a:pt x="8073" y="7402"/>
                    <a:pt x="7942" y="7500"/>
                    <a:pt x="7811" y="7603"/>
                  </a:cubicBezTo>
                  <a:cubicBezTo>
                    <a:pt x="7735" y="7666"/>
                    <a:pt x="7665" y="7727"/>
                    <a:pt x="7589" y="7790"/>
                  </a:cubicBezTo>
                  <a:cubicBezTo>
                    <a:pt x="7514" y="7852"/>
                    <a:pt x="7438" y="7906"/>
                    <a:pt x="7362" y="7969"/>
                  </a:cubicBezTo>
                  <a:cubicBezTo>
                    <a:pt x="7340" y="7989"/>
                    <a:pt x="7314" y="8011"/>
                    <a:pt x="7285" y="8031"/>
                  </a:cubicBezTo>
                  <a:cubicBezTo>
                    <a:pt x="7189" y="8122"/>
                    <a:pt x="7085" y="8205"/>
                    <a:pt x="6989" y="8295"/>
                  </a:cubicBezTo>
                  <a:cubicBezTo>
                    <a:pt x="6967" y="8315"/>
                    <a:pt x="6940" y="8329"/>
                    <a:pt x="6919" y="8349"/>
                  </a:cubicBezTo>
                  <a:cubicBezTo>
                    <a:pt x="6463" y="8751"/>
                    <a:pt x="6028" y="9165"/>
                    <a:pt x="5598" y="9593"/>
                  </a:cubicBezTo>
                  <a:lnTo>
                    <a:pt x="5316" y="9449"/>
                  </a:lnTo>
                  <a:lnTo>
                    <a:pt x="0" y="14764"/>
                  </a:lnTo>
                  <a:lnTo>
                    <a:pt x="1078" y="15855"/>
                  </a:lnTo>
                  <a:lnTo>
                    <a:pt x="15634" y="1300"/>
                  </a:lnTo>
                  <a:lnTo>
                    <a:pt x="1476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4" name="Google Shape;16274;p40"/>
            <p:cNvSpPr/>
            <p:nvPr/>
          </p:nvSpPr>
          <p:spPr>
            <a:xfrm>
              <a:off x="3177943" y="4022764"/>
              <a:ext cx="942591" cy="932246"/>
            </a:xfrm>
            <a:custGeom>
              <a:rect b="b" l="l" r="r" t="t"/>
              <a:pathLst>
                <a:path extrusionOk="0" h="12346" w="12483">
                  <a:moveTo>
                    <a:pt x="12483" y="1"/>
                  </a:moveTo>
                  <a:lnTo>
                    <a:pt x="12483" y="1"/>
                  </a:lnTo>
                  <a:cubicBezTo>
                    <a:pt x="11537" y="319"/>
                    <a:pt x="10562" y="568"/>
                    <a:pt x="9580" y="740"/>
                  </a:cubicBezTo>
                  <a:lnTo>
                    <a:pt x="1" y="10313"/>
                  </a:lnTo>
                  <a:lnTo>
                    <a:pt x="140" y="12345"/>
                  </a:lnTo>
                  <a:lnTo>
                    <a:pt x="124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5" name="Google Shape;16275;p40"/>
            <p:cNvSpPr/>
            <p:nvPr/>
          </p:nvSpPr>
          <p:spPr>
            <a:xfrm>
              <a:off x="3771913" y="684722"/>
              <a:ext cx="429576" cy="353915"/>
            </a:xfrm>
            <a:custGeom>
              <a:rect b="b" l="l" r="r" t="t"/>
              <a:pathLst>
                <a:path extrusionOk="0" h="4687" w="5689">
                  <a:moveTo>
                    <a:pt x="4418" y="1"/>
                  </a:moveTo>
                  <a:lnTo>
                    <a:pt x="0" y="4425"/>
                  </a:lnTo>
                  <a:cubicBezTo>
                    <a:pt x="55" y="4431"/>
                    <a:pt x="112" y="4431"/>
                    <a:pt x="173" y="4438"/>
                  </a:cubicBezTo>
                  <a:cubicBezTo>
                    <a:pt x="312" y="4451"/>
                    <a:pt x="450" y="4466"/>
                    <a:pt x="588" y="4479"/>
                  </a:cubicBezTo>
                  <a:cubicBezTo>
                    <a:pt x="622" y="4486"/>
                    <a:pt x="651" y="4493"/>
                    <a:pt x="686" y="4493"/>
                  </a:cubicBezTo>
                  <a:cubicBezTo>
                    <a:pt x="1092" y="4549"/>
                    <a:pt x="1500" y="4610"/>
                    <a:pt x="1901" y="4687"/>
                  </a:cubicBezTo>
                  <a:lnTo>
                    <a:pt x="5688" y="906"/>
                  </a:lnTo>
                  <a:cubicBezTo>
                    <a:pt x="5280" y="775"/>
                    <a:pt x="4866" y="657"/>
                    <a:pt x="4459" y="546"/>
                  </a:cubicBezTo>
                  <a:lnTo>
                    <a:pt x="441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6" name="Google Shape;16276;p40"/>
            <p:cNvSpPr/>
            <p:nvPr/>
          </p:nvSpPr>
          <p:spPr>
            <a:xfrm>
              <a:off x="4578295" y="711302"/>
              <a:ext cx="626809" cy="701488"/>
            </a:xfrm>
            <a:custGeom>
              <a:rect b="b" l="l" r="r" t="t"/>
              <a:pathLst>
                <a:path extrusionOk="0" h="9290" w="8301">
                  <a:moveTo>
                    <a:pt x="8301" y="0"/>
                  </a:moveTo>
                  <a:lnTo>
                    <a:pt x="1" y="8294"/>
                  </a:lnTo>
                  <a:cubicBezTo>
                    <a:pt x="407" y="8613"/>
                    <a:pt x="802" y="8944"/>
                    <a:pt x="1182" y="9289"/>
                  </a:cubicBezTo>
                  <a:lnTo>
                    <a:pt x="6213" y="4252"/>
                  </a:lnTo>
                  <a:lnTo>
                    <a:pt x="830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7" name="Google Shape;16277;p40"/>
            <p:cNvSpPr/>
            <p:nvPr/>
          </p:nvSpPr>
          <p:spPr>
            <a:xfrm>
              <a:off x="3590309" y="509386"/>
              <a:ext cx="513619" cy="507352"/>
            </a:xfrm>
            <a:custGeom>
              <a:rect b="b" l="l" r="r" t="t"/>
              <a:pathLst>
                <a:path extrusionOk="0" h="6719" w="6802">
                  <a:moveTo>
                    <a:pt x="6663" y="0"/>
                  </a:moveTo>
                  <a:lnTo>
                    <a:pt x="0" y="6664"/>
                  </a:lnTo>
                  <a:cubicBezTo>
                    <a:pt x="171" y="6660"/>
                    <a:pt x="341" y="6658"/>
                    <a:pt x="512" y="6658"/>
                  </a:cubicBezTo>
                  <a:cubicBezTo>
                    <a:pt x="1032" y="6658"/>
                    <a:pt x="1553" y="6675"/>
                    <a:pt x="2074" y="6712"/>
                  </a:cubicBezTo>
                  <a:cubicBezTo>
                    <a:pt x="2087" y="6718"/>
                    <a:pt x="2102" y="6718"/>
                    <a:pt x="2115" y="6718"/>
                  </a:cubicBezTo>
                  <a:lnTo>
                    <a:pt x="6801" y="2026"/>
                  </a:lnTo>
                  <a:lnTo>
                    <a:pt x="666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8" name="Google Shape;16278;p40"/>
            <p:cNvSpPr/>
            <p:nvPr/>
          </p:nvSpPr>
          <p:spPr>
            <a:xfrm>
              <a:off x="2160885" y="3863586"/>
              <a:ext cx="745812" cy="710851"/>
            </a:xfrm>
            <a:custGeom>
              <a:rect b="b" l="l" r="r" t="t"/>
              <a:pathLst>
                <a:path extrusionOk="0" h="9414" w="9877">
                  <a:moveTo>
                    <a:pt x="8502" y="0"/>
                  </a:moveTo>
                  <a:lnTo>
                    <a:pt x="0" y="8508"/>
                  </a:lnTo>
                  <a:lnTo>
                    <a:pt x="1258" y="9414"/>
                  </a:lnTo>
                  <a:lnTo>
                    <a:pt x="9877" y="795"/>
                  </a:lnTo>
                  <a:cubicBezTo>
                    <a:pt x="9406" y="546"/>
                    <a:pt x="8949" y="284"/>
                    <a:pt x="85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9" name="Google Shape;16279;p40"/>
            <p:cNvSpPr/>
            <p:nvPr/>
          </p:nvSpPr>
          <p:spPr>
            <a:xfrm>
              <a:off x="2760971" y="133643"/>
              <a:ext cx="1293788" cy="1145638"/>
            </a:xfrm>
            <a:custGeom>
              <a:rect b="b" l="l" r="r" t="t"/>
              <a:pathLst>
                <a:path extrusionOk="0" h="15172" w="17134">
                  <a:moveTo>
                    <a:pt x="15165" y="0"/>
                  </a:moveTo>
                  <a:lnTo>
                    <a:pt x="10935" y="4230"/>
                  </a:lnTo>
                  <a:lnTo>
                    <a:pt x="10154" y="7063"/>
                  </a:lnTo>
                  <a:cubicBezTo>
                    <a:pt x="9553" y="7098"/>
                    <a:pt x="8951" y="7153"/>
                    <a:pt x="8351" y="7229"/>
                  </a:cubicBezTo>
                  <a:cubicBezTo>
                    <a:pt x="8323" y="7229"/>
                    <a:pt x="8294" y="7236"/>
                    <a:pt x="8268" y="7236"/>
                  </a:cubicBezTo>
                  <a:cubicBezTo>
                    <a:pt x="8135" y="7257"/>
                    <a:pt x="8011" y="7270"/>
                    <a:pt x="7880" y="7292"/>
                  </a:cubicBezTo>
                  <a:lnTo>
                    <a:pt x="1" y="15171"/>
                  </a:lnTo>
                  <a:cubicBezTo>
                    <a:pt x="837" y="14597"/>
                    <a:pt x="1722" y="14086"/>
                    <a:pt x="2641" y="13643"/>
                  </a:cubicBezTo>
                  <a:cubicBezTo>
                    <a:pt x="2676" y="13630"/>
                    <a:pt x="2703" y="13615"/>
                    <a:pt x="2731" y="13602"/>
                  </a:cubicBezTo>
                  <a:cubicBezTo>
                    <a:pt x="2855" y="13547"/>
                    <a:pt x="2973" y="13491"/>
                    <a:pt x="3098" y="13436"/>
                  </a:cubicBezTo>
                  <a:cubicBezTo>
                    <a:pt x="3229" y="13381"/>
                    <a:pt x="3353" y="13318"/>
                    <a:pt x="3484" y="13264"/>
                  </a:cubicBezTo>
                  <a:cubicBezTo>
                    <a:pt x="3512" y="13249"/>
                    <a:pt x="3547" y="13242"/>
                    <a:pt x="3574" y="13229"/>
                  </a:cubicBezTo>
                  <a:cubicBezTo>
                    <a:pt x="3864" y="13104"/>
                    <a:pt x="4162" y="12993"/>
                    <a:pt x="4453" y="12884"/>
                  </a:cubicBezTo>
                  <a:lnTo>
                    <a:pt x="17134" y="201"/>
                  </a:lnTo>
                  <a:lnTo>
                    <a:pt x="151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0" name="Google Shape;16280;p40"/>
            <p:cNvSpPr/>
            <p:nvPr/>
          </p:nvSpPr>
          <p:spPr>
            <a:xfrm>
              <a:off x="3596048" y="116351"/>
              <a:ext cx="288675" cy="303777"/>
            </a:xfrm>
            <a:custGeom>
              <a:rect b="b" l="l" r="r" t="t"/>
              <a:pathLst>
                <a:path extrusionOk="0" h="4023" w="3823">
                  <a:moveTo>
                    <a:pt x="1853" y="0"/>
                  </a:moveTo>
                  <a:lnTo>
                    <a:pt x="830" y="1024"/>
                  </a:lnTo>
                  <a:lnTo>
                    <a:pt x="1" y="4023"/>
                  </a:lnTo>
                  <a:lnTo>
                    <a:pt x="3822" y="201"/>
                  </a:lnTo>
                  <a:lnTo>
                    <a:pt x="185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1" name="Google Shape;16281;p40"/>
            <p:cNvSpPr/>
            <p:nvPr/>
          </p:nvSpPr>
          <p:spPr>
            <a:xfrm>
              <a:off x="3134147" y="158184"/>
              <a:ext cx="946291" cy="935191"/>
            </a:xfrm>
            <a:custGeom>
              <a:rect b="b" l="l" r="r" t="t"/>
              <a:pathLst>
                <a:path extrusionOk="0" h="12385" w="12532">
                  <a:moveTo>
                    <a:pt x="12393" y="0"/>
                  </a:moveTo>
                  <a:lnTo>
                    <a:pt x="0" y="12385"/>
                  </a:lnTo>
                  <a:cubicBezTo>
                    <a:pt x="954" y="12068"/>
                    <a:pt x="1929" y="11812"/>
                    <a:pt x="2918" y="11638"/>
                  </a:cubicBezTo>
                  <a:lnTo>
                    <a:pt x="12532" y="2026"/>
                  </a:lnTo>
                  <a:lnTo>
                    <a:pt x="1239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2" name="Google Shape;16282;p40"/>
            <p:cNvSpPr/>
            <p:nvPr/>
          </p:nvSpPr>
          <p:spPr>
            <a:xfrm>
              <a:off x="4468729" y="618499"/>
              <a:ext cx="736902" cy="708737"/>
            </a:xfrm>
            <a:custGeom>
              <a:rect b="b" l="l" r="r" t="t"/>
              <a:pathLst>
                <a:path extrusionOk="0" h="9386" w="9759">
                  <a:moveTo>
                    <a:pt x="8501" y="0"/>
                  </a:moveTo>
                  <a:lnTo>
                    <a:pt x="0" y="8495"/>
                  </a:lnTo>
                  <a:cubicBezTo>
                    <a:pt x="144" y="8591"/>
                    <a:pt x="290" y="8680"/>
                    <a:pt x="435" y="8785"/>
                  </a:cubicBezTo>
                  <a:cubicBezTo>
                    <a:pt x="463" y="8798"/>
                    <a:pt x="489" y="8818"/>
                    <a:pt x="518" y="8840"/>
                  </a:cubicBezTo>
                  <a:cubicBezTo>
                    <a:pt x="629" y="8916"/>
                    <a:pt x="738" y="8992"/>
                    <a:pt x="843" y="9075"/>
                  </a:cubicBezTo>
                  <a:cubicBezTo>
                    <a:pt x="961" y="9158"/>
                    <a:pt x="1078" y="9233"/>
                    <a:pt x="1188" y="9316"/>
                  </a:cubicBezTo>
                  <a:cubicBezTo>
                    <a:pt x="1216" y="9337"/>
                    <a:pt x="1236" y="9357"/>
                    <a:pt x="1264" y="9379"/>
                  </a:cubicBezTo>
                  <a:cubicBezTo>
                    <a:pt x="1271" y="9379"/>
                    <a:pt x="1271" y="9385"/>
                    <a:pt x="1277" y="9385"/>
                  </a:cubicBezTo>
                  <a:lnTo>
                    <a:pt x="9759" y="906"/>
                  </a:lnTo>
                  <a:lnTo>
                    <a:pt x="850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3" name="Google Shape;16283;p40"/>
            <p:cNvSpPr/>
            <p:nvPr/>
          </p:nvSpPr>
          <p:spPr>
            <a:xfrm>
              <a:off x="4350176" y="539666"/>
              <a:ext cx="746341" cy="710927"/>
            </a:xfrm>
            <a:custGeom>
              <a:rect b="b" l="l" r="r" t="t"/>
              <a:pathLst>
                <a:path extrusionOk="0" h="9415" w="9884">
                  <a:moveTo>
                    <a:pt x="8627" y="1"/>
                  </a:moveTo>
                  <a:lnTo>
                    <a:pt x="1" y="8618"/>
                  </a:lnTo>
                  <a:cubicBezTo>
                    <a:pt x="470" y="8867"/>
                    <a:pt x="927" y="9131"/>
                    <a:pt x="1376" y="9414"/>
                  </a:cubicBezTo>
                  <a:lnTo>
                    <a:pt x="9884" y="905"/>
                  </a:lnTo>
                  <a:lnTo>
                    <a:pt x="862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4" name="Google Shape;16284;p40"/>
            <p:cNvSpPr/>
            <p:nvPr/>
          </p:nvSpPr>
          <p:spPr>
            <a:xfrm>
              <a:off x="2055925" y="3701238"/>
              <a:ext cx="622731" cy="697863"/>
            </a:xfrm>
            <a:custGeom>
              <a:rect b="b" l="l" r="r" t="t"/>
              <a:pathLst>
                <a:path extrusionOk="0" h="9242" w="8247">
                  <a:moveTo>
                    <a:pt x="7072" y="1"/>
                  </a:moveTo>
                  <a:lnTo>
                    <a:pt x="2081" y="4992"/>
                  </a:lnTo>
                  <a:lnTo>
                    <a:pt x="0" y="9242"/>
                  </a:lnTo>
                  <a:lnTo>
                    <a:pt x="8246" y="996"/>
                  </a:lnTo>
                  <a:cubicBezTo>
                    <a:pt x="7845" y="679"/>
                    <a:pt x="7452" y="347"/>
                    <a:pt x="70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5" name="Google Shape;16285;p40"/>
            <p:cNvSpPr/>
            <p:nvPr/>
          </p:nvSpPr>
          <p:spPr>
            <a:xfrm>
              <a:off x="4222789" y="465061"/>
              <a:ext cx="764690" cy="717647"/>
            </a:xfrm>
            <a:custGeom>
              <a:rect b="b" l="l" r="r" t="t"/>
              <a:pathLst>
                <a:path extrusionOk="0" h="9504" w="10127">
                  <a:moveTo>
                    <a:pt x="8938" y="0"/>
                  </a:moveTo>
                  <a:lnTo>
                    <a:pt x="3491" y="5356"/>
                  </a:lnTo>
                  <a:cubicBezTo>
                    <a:pt x="3484" y="5356"/>
                    <a:pt x="3478" y="5350"/>
                    <a:pt x="3471" y="5343"/>
                  </a:cubicBezTo>
                  <a:lnTo>
                    <a:pt x="1" y="8812"/>
                  </a:lnTo>
                  <a:cubicBezTo>
                    <a:pt x="499" y="9025"/>
                    <a:pt x="996" y="9254"/>
                    <a:pt x="1481" y="9503"/>
                  </a:cubicBezTo>
                  <a:lnTo>
                    <a:pt x="10126" y="856"/>
                  </a:lnTo>
                  <a:lnTo>
                    <a:pt x="89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6" name="Google Shape;16286;p40"/>
            <p:cNvSpPr/>
            <p:nvPr/>
          </p:nvSpPr>
          <p:spPr>
            <a:xfrm>
              <a:off x="3935243" y="758874"/>
              <a:ext cx="403979" cy="316311"/>
            </a:xfrm>
            <a:custGeom>
              <a:rect b="b" l="l" r="r" t="t"/>
              <a:pathLst>
                <a:path extrusionOk="0" h="4189" w="5350">
                  <a:moveTo>
                    <a:pt x="3761" y="1"/>
                  </a:moveTo>
                  <a:lnTo>
                    <a:pt x="0" y="3759"/>
                  </a:lnTo>
                  <a:cubicBezTo>
                    <a:pt x="588" y="3877"/>
                    <a:pt x="1168" y="4023"/>
                    <a:pt x="1736" y="4189"/>
                  </a:cubicBezTo>
                  <a:lnTo>
                    <a:pt x="5350" y="581"/>
                  </a:lnTo>
                  <a:cubicBezTo>
                    <a:pt x="5274" y="546"/>
                    <a:pt x="5199" y="518"/>
                    <a:pt x="5116" y="483"/>
                  </a:cubicBezTo>
                  <a:cubicBezTo>
                    <a:pt x="5025" y="448"/>
                    <a:pt x="4935" y="415"/>
                    <a:pt x="4846" y="380"/>
                  </a:cubicBezTo>
                  <a:cubicBezTo>
                    <a:pt x="4756" y="346"/>
                    <a:pt x="4667" y="311"/>
                    <a:pt x="4577" y="283"/>
                  </a:cubicBezTo>
                  <a:cubicBezTo>
                    <a:pt x="4424" y="221"/>
                    <a:pt x="4265" y="166"/>
                    <a:pt x="4113" y="117"/>
                  </a:cubicBezTo>
                  <a:cubicBezTo>
                    <a:pt x="4086" y="103"/>
                    <a:pt x="4058" y="97"/>
                    <a:pt x="4030" y="90"/>
                  </a:cubicBezTo>
                  <a:cubicBezTo>
                    <a:pt x="3940" y="55"/>
                    <a:pt x="3850" y="27"/>
                    <a:pt x="37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7" name="Google Shape;16287;p40"/>
            <p:cNvSpPr/>
            <p:nvPr/>
          </p:nvSpPr>
          <p:spPr>
            <a:xfrm>
              <a:off x="4085057" y="809467"/>
              <a:ext cx="383742" cy="314197"/>
            </a:xfrm>
            <a:custGeom>
              <a:rect b="b" l="l" r="r" t="t"/>
              <a:pathLst>
                <a:path extrusionOk="0" h="4161" w="5082">
                  <a:moveTo>
                    <a:pt x="3595" y="1"/>
                  </a:moveTo>
                  <a:lnTo>
                    <a:pt x="0" y="3594"/>
                  </a:lnTo>
                  <a:cubicBezTo>
                    <a:pt x="539" y="3760"/>
                    <a:pt x="1072" y="3954"/>
                    <a:pt x="1598" y="4161"/>
                  </a:cubicBezTo>
                  <a:lnTo>
                    <a:pt x="5081" y="678"/>
                  </a:lnTo>
                  <a:cubicBezTo>
                    <a:pt x="4617" y="450"/>
                    <a:pt x="4147" y="235"/>
                    <a:pt x="3671" y="36"/>
                  </a:cubicBezTo>
                  <a:cubicBezTo>
                    <a:pt x="3643" y="21"/>
                    <a:pt x="3615" y="14"/>
                    <a:pt x="35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8" name="Google Shape;16288;p40"/>
            <p:cNvSpPr/>
            <p:nvPr/>
          </p:nvSpPr>
          <p:spPr>
            <a:xfrm>
              <a:off x="3383635" y="333521"/>
              <a:ext cx="708737" cy="698392"/>
            </a:xfrm>
            <a:custGeom>
              <a:rect b="b" l="l" r="r" t="t"/>
              <a:pathLst>
                <a:path extrusionOk="0" h="9249" w="9386">
                  <a:moveTo>
                    <a:pt x="9248" y="0"/>
                  </a:moveTo>
                  <a:lnTo>
                    <a:pt x="0" y="9248"/>
                  </a:lnTo>
                  <a:cubicBezTo>
                    <a:pt x="795" y="9124"/>
                    <a:pt x="1604" y="9041"/>
                    <a:pt x="2412" y="9006"/>
                  </a:cubicBezTo>
                  <a:lnTo>
                    <a:pt x="9386" y="2032"/>
                  </a:lnTo>
                  <a:lnTo>
                    <a:pt x="924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9" name="Google Shape;16289;p40"/>
            <p:cNvSpPr/>
            <p:nvPr/>
          </p:nvSpPr>
          <p:spPr>
            <a:xfrm>
              <a:off x="3166088" y="4083777"/>
              <a:ext cx="706094" cy="695825"/>
            </a:xfrm>
            <a:custGeom>
              <a:rect b="b" l="l" r="r" t="t"/>
              <a:pathLst>
                <a:path extrusionOk="0" h="9215" w="9351">
                  <a:moveTo>
                    <a:pt x="9350" y="1"/>
                  </a:moveTo>
                  <a:lnTo>
                    <a:pt x="9350" y="1"/>
                  </a:lnTo>
                  <a:cubicBezTo>
                    <a:pt x="8556" y="125"/>
                    <a:pt x="7755" y="208"/>
                    <a:pt x="6945" y="236"/>
                  </a:cubicBezTo>
                  <a:lnTo>
                    <a:pt x="0" y="7183"/>
                  </a:lnTo>
                  <a:lnTo>
                    <a:pt x="138" y="9215"/>
                  </a:lnTo>
                  <a:lnTo>
                    <a:pt x="93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0" name="Google Shape;16290;p40"/>
            <p:cNvSpPr/>
            <p:nvPr/>
          </p:nvSpPr>
          <p:spPr>
            <a:xfrm>
              <a:off x="2269848" y="3931999"/>
              <a:ext cx="764161" cy="718100"/>
            </a:xfrm>
            <a:custGeom>
              <a:rect b="b" l="l" r="r" t="t"/>
              <a:pathLst>
                <a:path extrusionOk="0" h="9510" w="10120">
                  <a:moveTo>
                    <a:pt x="8641" y="0"/>
                  </a:moveTo>
                  <a:lnTo>
                    <a:pt x="1" y="8639"/>
                  </a:lnTo>
                  <a:lnTo>
                    <a:pt x="1203" y="9510"/>
                  </a:lnTo>
                  <a:lnTo>
                    <a:pt x="6651" y="4154"/>
                  </a:lnTo>
                  <a:lnTo>
                    <a:pt x="6657" y="4154"/>
                  </a:lnTo>
                  <a:lnTo>
                    <a:pt x="10119" y="683"/>
                  </a:lnTo>
                  <a:cubicBezTo>
                    <a:pt x="9621" y="476"/>
                    <a:pt x="9124" y="249"/>
                    <a:pt x="86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1" name="Google Shape;16291;p40"/>
            <p:cNvSpPr/>
            <p:nvPr/>
          </p:nvSpPr>
          <p:spPr>
            <a:xfrm>
              <a:off x="1580432" y="1031318"/>
              <a:ext cx="412964" cy="385252"/>
            </a:xfrm>
            <a:custGeom>
              <a:rect b="b" l="l" r="r" t="t"/>
              <a:pathLst>
                <a:path extrusionOk="0" h="5102" w="5469">
                  <a:moveTo>
                    <a:pt x="4010" y="0"/>
                  </a:moveTo>
                  <a:lnTo>
                    <a:pt x="1" y="4008"/>
                  </a:lnTo>
                  <a:lnTo>
                    <a:pt x="1079" y="5101"/>
                  </a:lnTo>
                  <a:lnTo>
                    <a:pt x="5468" y="712"/>
                  </a:lnTo>
                  <a:lnTo>
                    <a:pt x="401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2" name="Google Shape;16292;p40"/>
            <p:cNvSpPr/>
            <p:nvPr/>
          </p:nvSpPr>
          <p:spPr>
            <a:xfrm>
              <a:off x="5710734" y="2659638"/>
              <a:ext cx="360183" cy="360183"/>
            </a:xfrm>
            <a:custGeom>
              <a:rect b="b" l="l" r="r" t="t"/>
              <a:pathLst>
                <a:path extrusionOk="0" h="4770" w="4770">
                  <a:moveTo>
                    <a:pt x="4769" y="0"/>
                  </a:moveTo>
                  <a:lnTo>
                    <a:pt x="0" y="4769"/>
                  </a:lnTo>
                  <a:lnTo>
                    <a:pt x="2323" y="4610"/>
                  </a:lnTo>
                  <a:lnTo>
                    <a:pt x="4521" y="2412"/>
                  </a:lnTo>
                  <a:lnTo>
                    <a:pt x="47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3" name="Google Shape;16293;p40"/>
            <p:cNvSpPr/>
            <p:nvPr/>
          </p:nvSpPr>
          <p:spPr>
            <a:xfrm>
              <a:off x="5509346" y="2578690"/>
              <a:ext cx="566325" cy="454646"/>
            </a:xfrm>
            <a:custGeom>
              <a:rect b="b" l="l" r="r" t="t"/>
              <a:pathLst>
                <a:path extrusionOk="0" h="6021" w="7500">
                  <a:moveTo>
                    <a:pt x="6020" y="1"/>
                  </a:moveTo>
                  <a:lnTo>
                    <a:pt x="0" y="6020"/>
                  </a:lnTo>
                  <a:lnTo>
                    <a:pt x="2322" y="5861"/>
                  </a:lnTo>
                  <a:lnTo>
                    <a:pt x="7471" y="719"/>
                  </a:lnTo>
                  <a:lnTo>
                    <a:pt x="7499" y="415"/>
                  </a:lnTo>
                  <a:lnTo>
                    <a:pt x="60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4" name="Google Shape;16294;p40"/>
            <p:cNvSpPr/>
            <p:nvPr/>
          </p:nvSpPr>
          <p:spPr>
            <a:xfrm>
              <a:off x="3055313" y="4075999"/>
              <a:ext cx="429048" cy="351801"/>
            </a:xfrm>
            <a:custGeom>
              <a:rect b="b" l="l" r="r" t="t"/>
              <a:pathLst>
                <a:path extrusionOk="0" h="4659" w="5682">
                  <a:moveTo>
                    <a:pt x="3781" y="1"/>
                  </a:moveTo>
                  <a:lnTo>
                    <a:pt x="1" y="3781"/>
                  </a:lnTo>
                  <a:cubicBezTo>
                    <a:pt x="415" y="3912"/>
                    <a:pt x="837" y="4036"/>
                    <a:pt x="1260" y="4148"/>
                  </a:cubicBezTo>
                  <a:lnTo>
                    <a:pt x="1293" y="4658"/>
                  </a:lnTo>
                  <a:lnTo>
                    <a:pt x="5682" y="269"/>
                  </a:lnTo>
                  <a:cubicBezTo>
                    <a:pt x="5627" y="263"/>
                    <a:pt x="5572" y="256"/>
                    <a:pt x="5516" y="249"/>
                  </a:cubicBezTo>
                  <a:cubicBezTo>
                    <a:pt x="5385" y="236"/>
                    <a:pt x="5254" y="228"/>
                    <a:pt x="5130" y="208"/>
                  </a:cubicBezTo>
                  <a:cubicBezTo>
                    <a:pt x="5095" y="208"/>
                    <a:pt x="5060" y="201"/>
                    <a:pt x="5025" y="201"/>
                  </a:cubicBezTo>
                  <a:cubicBezTo>
                    <a:pt x="4610" y="145"/>
                    <a:pt x="4196" y="77"/>
                    <a:pt x="37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5" name="Google Shape;16295;p40"/>
            <p:cNvSpPr/>
            <p:nvPr/>
          </p:nvSpPr>
          <p:spPr>
            <a:xfrm>
              <a:off x="2538667" y="390380"/>
              <a:ext cx="426405" cy="490664"/>
            </a:xfrm>
            <a:custGeom>
              <a:rect b="b" l="l" r="r" t="t"/>
              <a:pathLst>
                <a:path extrusionOk="0" h="6498" w="5647">
                  <a:moveTo>
                    <a:pt x="4776" y="1"/>
                  </a:moveTo>
                  <a:lnTo>
                    <a:pt x="0" y="4769"/>
                  </a:lnTo>
                  <a:lnTo>
                    <a:pt x="450" y="6498"/>
                  </a:lnTo>
                  <a:lnTo>
                    <a:pt x="5647" y="1299"/>
                  </a:lnTo>
                  <a:lnTo>
                    <a:pt x="47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6" name="Google Shape;16296;p40"/>
            <p:cNvSpPr/>
            <p:nvPr/>
          </p:nvSpPr>
          <p:spPr>
            <a:xfrm>
              <a:off x="2917581" y="4039452"/>
              <a:ext cx="403450" cy="316311"/>
            </a:xfrm>
            <a:custGeom>
              <a:rect b="b" l="l" r="r" t="t"/>
              <a:pathLst>
                <a:path extrusionOk="0" h="4189" w="5343">
                  <a:moveTo>
                    <a:pt x="3608" y="0"/>
                  </a:moveTo>
                  <a:lnTo>
                    <a:pt x="0" y="3608"/>
                  </a:lnTo>
                  <a:cubicBezTo>
                    <a:pt x="83" y="3643"/>
                    <a:pt x="173" y="3678"/>
                    <a:pt x="256" y="3713"/>
                  </a:cubicBezTo>
                  <a:cubicBezTo>
                    <a:pt x="347" y="3747"/>
                    <a:pt x="436" y="3781"/>
                    <a:pt x="526" y="3815"/>
                  </a:cubicBezTo>
                  <a:cubicBezTo>
                    <a:pt x="615" y="3850"/>
                    <a:pt x="705" y="3885"/>
                    <a:pt x="795" y="3913"/>
                  </a:cubicBezTo>
                  <a:cubicBezTo>
                    <a:pt x="954" y="3975"/>
                    <a:pt x="1106" y="4023"/>
                    <a:pt x="1259" y="4079"/>
                  </a:cubicBezTo>
                  <a:cubicBezTo>
                    <a:pt x="1286" y="4092"/>
                    <a:pt x="1314" y="4099"/>
                    <a:pt x="1349" y="4106"/>
                  </a:cubicBezTo>
                  <a:cubicBezTo>
                    <a:pt x="1425" y="4134"/>
                    <a:pt x="1508" y="4162"/>
                    <a:pt x="1583" y="4189"/>
                  </a:cubicBezTo>
                  <a:lnTo>
                    <a:pt x="5343" y="430"/>
                  </a:lnTo>
                  <a:cubicBezTo>
                    <a:pt x="4762" y="312"/>
                    <a:pt x="4182" y="166"/>
                    <a:pt x="36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7" name="Google Shape;16297;p40"/>
            <p:cNvSpPr/>
            <p:nvPr/>
          </p:nvSpPr>
          <p:spPr>
            <a:xfrm>
              <a:off x="2788155" y="3990445"/>
              <a:ext cx="383591" cy="314197"/>
            </a:xfrm>
            <a:custGeom>
              <a:rect b="b" l="l" r="r" t="t"/>
              <a:pathLst>
                <a:path extrusionOk="0" h="4161" w="5080">
                  <a:moveTo>
                    <a:pt x="3484" y="1"/>
                  </a:moveTo>
                  <a:lnTo>
                    <a:pt x="1" y="3484"/>
                  </a:lnTo>
                  <a:cubicBezTo>
                    <a:pt x="470" y="3718"/>
                    <a:pt x="948" y="3940"/>
                    <a:pt x="1430" y="4139"/>
                  </a:cubicBezTo>
                  <a:cubicBezTo>
                    <a:pt x="1452" y="4148"/>
                    <a:pt x="1472" y="4154"/>
                    <a:pt x="1487" y="4161"/>
                  </a:cubicBezTo>
                  <a:lnTo>
                    <a:pt x="5080" y="573"/>
                  </a:lnTo>
                  <a:cubicBezTo>
                    <a:pt x="4541" y="407"/>
                    <a:pt x="4010" y="215"/>
                    <a:pt x="34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8" name="Google Shape;16298;p40"/>
            <p:cNvSpPr/>
            <p:nvPr/>
          </p:nvSpPr>
          <p:spPr>
            <a:xfrm>
              <a:off x="3542284" y="4951172"/>
              <a:ext cx="49082" cy="52781"/>
            </a:xfrm>
            <a:custGeom>
              <a:rect b="b" l="l" r="r" t="t"/>
              <a:pathLst>
                <a:path extrusionOk="0" h="699" w="650">
                  <a:moveTo>
                    <a:pt x="650" y="0"/>
                  </a:moveTo>
                  <a:lnTo>
                    <a:pt x="1" y="651"/>
                  </a:lnTo>
                  <a:lnTo>
                    <a:pt x="457" y="699"/>
                  </a:lnTo>
                  <a:lnTo>
                    <a:pt x="6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9" name="Google Shape;16299;p40"/>
            <p:cNvSpPr/>
            <p:nvPr/>
          </p:nvSpPr>
          <p:spPr>
            <a:xfrm>
              <a:off x="2500081" y="278171"/>
              <a:ext cx="389330" cy="453589"/>
            </a:xfrm>
            <a:custGeom>
              <a:rect b="b" l="l" r="r" t="t"/>
              <a:pathLst>
                <a:path extrusionOk="0" h="6007" w="5156">
                  <a:moveTo>
                    <a:pt x="4285" y="0"/>
                  </a:moveTo>
                  <a:lnTo>
                    <a:pt x="0" y="4285"/>
                  </a:lnTo>
                  <a:lnTo>
                    <a:pt x="450" y="6007"/>
                  </a:lnTo>
                  <a:lnTo>
                    <a:pt x="5156" y="1299"/>
                  </a:lnTo>
                  <a:lnTo>
                    <a:pt x="428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0" name="Google Shape;16300;p40"/>
            <p:cNvSpPr/>
            <p:nvPr/>
          </p:nvSpPr>
          <p:spPr>
            <a:xfrm>
              <a:off x="2461495" y="252573"/>
              <a:ext cx="352783" cy="330432"/>
            </a:xfrm>
            <a:custGeom>
              <a:rect b="b" l="l" r="r" t="t"/>
              <a:pathLst>
                <a:path extrusionOk="0" h="4376" w="4672">
                  <a:moveTo>
                    <a:pt x="4575" y="1"/>
                  </a:moveTo>
                  <a:lnTo>
                    <a:pt x="1079" y="1577"/>
                  </a:lnTo>
                  <a:lnTo>
                    <a:pt x="1" y="2648"/>
                  </a:lnTo>
                  <a:lnTo>
                    <a:pt x="448" y="4375"/>
                  </a:lnTo>
                  <a:lnTo>
                    <a:pt x="4672" y="153"/>
                  </a:lnTo>
                  <a:lnTo>
                    <a:pt x="45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1" name="Google Shape;16301;p40"/>
            <p:cNvSpPr/>
            <p:nvPr/>
          </p:nvSpPr>
          <p:spPr>
            <a:xfrm>
              <a:off x="3927994" y="2537990"/>
              <a:ext cx="2017099" cy="1888807"/>
            </a:xfrm>
            <a:custGeom>
              <a:rect b="b" l="l" r="r" t="t"/>
              <a:pathLst>
                <a:path extrusionOk="0" h="25014" w="26713">
                  <a:moveTo>
                    <a:pt x="25013" y="1"/>
                  </a:moveTo>
                  <a:lnTo>
                    <a:pt x="12234" y="12786"/>
                  </a:lnTo>
                  <a:cubicBezTo>
                    <a:pt x="11175" y="14148"/>
                    <a:pt x="9953" y="15371"/>
                    <a:pt x="8598" y="16422"/>
                  </a:cubicBezTo>
                  <a:lnTo>
                    <a:pt x="0" y="25013"/>
                  </a:lnTo>
                  <a:cubicBezTo>
                    <a:pt x="20" y="25013"/>
                    <a:pt x="42" y="25007"/>
                    <a:pt x="55" y="25007"/>
                  </a:cubicBezTo>
                  <a:cubicBezTo>
                    <a:pt x="153" y="24992"/>
                    <a:pt x="249" y="24978"/>
                    <a:pt x="339" y="24958"/>
                  </a:cubicBezTo>
                  <a:cubicBezTo>
                    <a:pt x="505" y="24930"/>
                    <a:pt x="664" y="24902"/>
                    <a:pt x="830" y="24867"/>
                  </a:cubicBezTo>
                  <a:cubicBezTo>
                    <a:pt x="850" y="24867"/>
                    <a:pt x="871" y="24861"/>
                    <a:pt x="899" y="24854"/>
                  </a:cubicBezTo>
                  <a:lnTo>
                    <a:pt x="913" y="24854"/>
                  </a:lnTo>
                  <a:cubicBezTo>
                    <a:pt x="1506" y="24736"/>
                    <a:pt x="2094" y="24599"/>
                    <a:pt x="2674" y="24439"/>
                  </a:cubicBezTo>
                  <a:lnTo>
                    <a:pt x="2702" y="24481"/>
                  </a:lnTo>
                  <a:lnTo>
                    <a:pt x="20196" y="6987"/>
                  </a:lnTo>
                  <a:cubicBezTo>
                    <a:pt x="20231" y="6863"/>
                    <a:pt x="20265" y="6732"/>
                    <a:pt x="20299" y="6608"/>
                  </a:cubicBezTo>
                  <a:lnTo>
                    <a:pt x="20604" y="6588"/>
                  </a:lnTo>
                  <a:lnTo>
                    <a:pt x="26713" y="470"/>
                  </a:lnTo>
                  <a:lnTo>
                    <a:pt x="250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2" name="Google Shape;16302;p40"/>
            <p:cNvSpPr/>
            <p:nvPr/>
          </p:nvSpPr>
          <p:spPr>
            <a:xfrm>
              <a:off x="3154535" y="4098426"/>
              <a:ext cx="511505" cy="505237"/>
            </a:xfrm>
            <a:custGeom>
              <a:rect b="b" l="l" r="r" t="t"/>
              <a:pathLst>
                <a:path extrusionOk="0" h="6691" w="6774">
                  <a:moveTo>
                    <a:pt x="4658" y="1"/>
                  </a:moveTo>
                  <a:lnTo>
                    <a:pt x="0" y="4658"/>
                  </a:lnTo>
                  <a:lnTo>
                    <a:pt x="131" y="6690"/>
                  </a:lnTo>
                  <a:lnTo>
                    <a:pt x="6773" y="55"/>
                  </a:lnTo>
                  <a:lnTo>
                    <a:pt x="6773" y="55"/>
                  </a:lnTo>
                  <a:cubicBezTo>
                    <a:pt x="6605" y="59"/>
                    <a:pt x="6436" y="61"/>
                    <a:pt x="6268" y="61"/>
                  </a:cubicBezTo>
                  <a:cubicBezTo>
                    <a:pt x="5755" y="61"/>
                    <a:pt x="5244" y="43"/>
                    <a:pt x="4735" y="7"/>
                  </a:cubicBezTo>
                  <a:cubicBezTo>
                    <a:pt x="4706" y="1"/>
                    <a:pt x="4686" y="1"/>
                    <a:pt x="46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3" name="Google Shape;16303;p40"/>
            <p:cNvSpPr/>
            <p:nvPr/>
          </p:nvSpPr>
          <p:spPr>
            <a:xfrm>
              <a:off x="1136350" y="86675"/>
              <a:ext cx="4941903" cy="4941752"/>
            </a:xfrm>
            <a:custGeom>
              <a:rect b="b" l="l" r="r" t="t"/>
              <a:pathLst>
                <a:path extrusionOk="0" h="65445" w="65447">
                  <a:moveTo>
                    <a:pt x="32761" y="12552"/>
                  </a:moveTo>
                  <a:cubicBezTo>
                    <a:pt x="33258" y="12552"/>
                    <a:pt x="33764" y="12572"/>
                    <a:pt x="34262" y="12607"/>
                  </a:cubicBezTo>
                  <a:lnTo>
                    <a:pt x="34358" y="12620"/>
                  </a:lnTo>
                  <a:cubicBezTo>
                    <a:pt x="34448" y="12627"/>
                    <a:pt x="34544" y="12635"/>
                    <a:pt x="34642" y="12648"/>
                  </a:cubicBezTo>
                  <a:lnTo>
                    <a:pt x="34862" y="12668"/>
                  </a:lnTo>
                  <a:cubicBezTo>
                    <a:pt x="34967" y="12676"/>
                    <a:pt x="35063" y="12690"/>
                    <a:pt x="35166" y="12696"/>
                  </a:cubicBezTo>
                  <a:lnTo>
                    <a:pt x="35257" y="12709"/>
                  </a:lnTo>
                  <a:cubicBezTo>
                    <a:pt x="38415" y="13118"/>
                    <a:pt x="41477" y="14279"/>
                    <a:pt x="44110" y="16068"/>
                  </a:cubicBezTo>
                  <a:lnTo>
                    <a:pt x="44186" y="16125"/>
                  </a:lnTo>
                  <a:cubicBezTo>
                    <a:pt x="44269" y="16180"/>
                    <a:pt x="44345" y="16234"/>
                    <a:pt x="44422" y="16291"/>
                  </a:cubicBezTo>
                  <a:lnTo>
                    <a:pt x="44601" y="16422"/>
                  </a:lnTo>
                  <a:cubicBezTo>
                    <a:pt x="44684" y="16483"/>
                    <a:pt x="44767" y="16540"/>
                    <a:pt x="44850" y="16601"/>
                  </a:cubicBezTo>
                  <a:lnTo>
                    <a:pt x="44926" y="16664"/>
                  </a:lnTo>
                  <a:cubicBezTo>
                    <a:pt x="47456" y="18591"/>
                    <a:pt x="49529" y="21128"/>
                    <a:pt x="50911" y="23997"/>
                  </a:cubicBezTo>
                  <a:lnTo>
                    <a:pt x="50952" y="24080"/>
                  </a:lnTo>
                  <a:cubicBezTo>
                    <a:pt x="50987" y="24163"/>
                    <a:pt x="51029" y="24246"/>
                    <a:pt x="51063" y="24329"/>
                  </a:cubicBezTo>
                  <a:lnTo>
                    <a:pt x="51153" y="24528"/>
                  </a:lnTo>
                  <a:cubicBezTo>
                    <a:pt x="51194" y="24626"/>
                    <a:pt x="51243" y="24729"/>
                    <a:pt x="51284" y="24827"/>
                  </a:cubicBezTo>
                  <a:lnTo>
                    <a:pt x="51319" y="24916"/>
                  </a:lnTo>
                  <a:cubicBezTo>
                    <a:pt x="52550" y="27846"/>
                    <a:pt x="53074" y="31080"/>
                    <a:pt x="52840" y="34254"/>
                  </a:cubicBezTo>
                  <a:lnTo>
                    <a:pt x="52825" y="34356"/>
                  </a:lnTo>
                  <a:cubicBezTo>
                    <a:pt x="52818" y="34448"/>
                    <a:pt x="52812" y="34537"/>
                    <a:pt x="52805" y="34633"/>
                  </a:cubicBezTo>
                  <a:lnTo>
                    <a:pt x="52777" y="34847"/>
                  </a:lnTo>
                  <a:cubicBezTo>
                    <a:pt x="52770" y="34952"/>
                    <a:pt x="52757" y="35055"/>
                    <a:pt x="52749" y="35159"/>
                  </a:cubicBezTo>
                  <a:lnTo>
                    <a:pt x="52735" y="35262"/>
                  </a:lnTo>
                  <a:cubicBezTo>
                    <a:pt x="52327" y="38414"/>
                    <a:pt x="51166" y="41476"/>
                    <a:pt x="49376" y="44102"/>
                  </a:cubicBezTo>
                  <a:lnTo>
                    <a:pt x="49322" y="44185"/>
                  </a:lnTo>
                  <a:cubicBezTo>
                    <a:pt x="49259" y="44276"/>
                    <a:pt x="49197" y="44365"/>
                    <a:pt x="49134" y="44448"/>
                  </a:cubicBezTo>
                  <a:lnTo>
                    <a:pt x="49003" y="44627"/>
                  </a:lnTo>
                  <a:cubicBezTo>
                    <a:pt x="48948" y="44704"/>
                    <a:pt x="48900" y="44773"/>
                    <a:pt x="48844" y="44841"/>
                  </a:cubicBezTo>
                  <a:lnTo>
                    <a:pt x="48789" y="44924"/>
                  </a:lnTo>
                  <a:cubicBezTo>
                    <a:pt x="46853" y="47454"/>
                    <a:pt x="44317" y="49521"/>
                    <a:pt x="41449" y="50911"/>
                  </a:cubicBezTo>
                  <a:lnTo>
                    <a:pt x="41428" y="50917"/>
                  </a:lnTo>
                  <a:cubicBezTo>
                    <a:pt x="41408" y="50931"/>
                    <a:pt x="41386" y="50937"/>
                    <a:pt x="41366" y="50952"/>
                  </a:cubicBezTo>
                  <a:cubicBezTo>
                    <a:pt x="41270" y="50994"/>
                    <a:pt x="41172" y="51035"/>
                    <a:pt x="41076" y="51083"/>
                  </a:cubicBezTo>
                  <a:lnTo>
                    <a:pt x="40875" y="51173"/>
                  </a:lnTo>
                  <a:cubicBezTo>
                    <a:pt x="40792" y="51208"/>
                    <a:pt x="40709" y="51249"/>
                    <a:pt x="40626" y="51284"/>
                  </a:cubicBezTo>
                  <a:lnTo>
                    <a:pt x="40537" y="51317"/>
                  </a:lnTo>
                  <a:cubicBezTo>
                    <a:pt x="38065" y="52353"/>
                    <a:pt x="35384" y="52889"/>
                    <a:pt x="32706" y="52889"/>
                  </a:cubicBezTo>
                  <a:cubicBezTo>
                    <a:pt x="32201" y="52889"/>
                    <a:pt x="31696" y="52870"/>
                    <a:pt x="31193" y="52832"/>
                  </a:cubicBezTo>
                  <a:lnTo>
                    <a:pt x="31158" y="52832"/>
                  </a:lnTo>
                  <a:cubicBezTo>
                    <a:pt x="31137" y="52832"/>
                    <a:pt x="31117" y="52832"/>
                    <a:pt x="31095" y="52825"/>
                  </a:cubicBezTo>
                  <a:cubicBezTo>
                    <a:pt x="30986" y="52818"/>
                    <a:pt x="30881" y="52803"/>
                    <a:pt x="30778" y="52797"/>
                  </a:cubicBezTo>
                  <a:lnTo>
                    <a:pt x="30549" y="52777"/>
                  </a:lnTo>
                  <a:cubicBezTo>
                    <a:pt x="30467" y="52762"/>
                    <a:pt x="30377" y="52755"/>
                    <a:pt x="30287" y="52749"/>
                  </a:cubicBezTo>
                  <a:lnTo>
                    <a:pt x="30190" y="52735"/>
                  </a:lnTo>
                  <a:cubicBezTo>
                    <a:pt x="27031" y="52327"/>
                    <a:pt x="23969" y="51166"/>
                    <a:pt x="21343" y="49376"/>
                  </a:cubicBezTo>
                  <a:lnTo>
                    <a:pt x="21260" y="49320"/>
                  </a:lnTo>
                  <a:cubicBezTo>
                    <a:pt x="21171" y="49259"/>
                    <a:pt x="21088" y="49196"/>
                    <a:pt x="21005" y="49134"/>
                  </a:cubicBezTo>
                  <a:lnTo>
                    <a:pt x="20826" y="49003"/>
                  </a:lnTo>
                  <a:cubicBezTo>
                    <a:pt x="20750" y="48953"/>
                    <a:pt x="20673" y="48899"/>
                    <a:pt x="20604" y="48844"/>
                  </a:cubicBezTo>
                  <a:lnTo>
                    <a:pt x="20521" y="48781"/>
                  </a:lnTo>
                  <a:cubicBezTo>
                    <a:pt x="17991" y="46853"/>
                    <a:pt x="15924" y="44317"/>
                    <a:pt x="14542" y="41448"/>
                  </a:cubicBezTo>
                  <a:lnTo>
                    <a:pt x="14501" y="41365"/>
                  </a:lnTo>
                  <a:cubicBezTo>
                    <a:pt x="14453" y="41262"/>
                    <a:pt x="14405" y="41166"/>
                    <a:pt x="14363" y="41061"/>
                  </a:cubicBezTo>
                  <a:lnTo>
                    <a:pt x="14274" y="40867"/>
                  </a:lnTo>
                  <a:cubicBezTo>
                    <a:pt x="14239" y="40784"/>
                    <a:pt x="14197" y="40701"/>
                    <a:pt x="14163" y="40626"/>
                  </a:cubicBezTo>
                  <a:lnTo>
                    <a:pt x="14128" y="40535"/>
                  </a:lnTo>
                  <a:cubicBezTo>
                    <a:pt x="12897" y="37591"/>
                    <a:pt x="12373" y="34365"/>
                    <a:pt x="12615" y="31185"/>
                  </a:cubicBezTo>
                  <a:lnTo>
                    <a:pt x="12622" y="31095"/>
                  </a:lnTo>
                  <a:cubicBezTo>
                    <a:pt x="12628" y="30984"/>
                    <a:pt x="12642" y="30873"/>
                    <a:pt x="12648" y="30763"/>
                  </a:cubicBezTo>
                  <a:lnTo>
                    <a:pt x="12670" y="30556"/>
                  </a:lnTo>
                  <a:cubicBezTo>
                    <a:pt x="12683" y="30467"/>
                    <a:pt x="12690" y="30369"/>
                    <a:pt x="12705" y="30279"/>
                  </a:cubicBezTo>
                  <a:lnTo>
                    <a:pt x="12711" y="30190"/>
                  </a:lnTo>
                  <a:cubicBezTo>
                    <a:pt x="13119" y="27031"/>
                    <a:pt x="14280" y="23969"/>
                    <a:pt x="16077" y="21335"/>
                  </a:cubicBezTo>
                  <a:lnTo>
                    <a:pt x="16125" y="21260"/>
                  </a:lnTo>
                  <a:cubicBezTo>
                    <a:pt x="16181" y="21184"/>
                    <a:pt x="16236" y="21108"/>
                    <a:pt x="16291" y="21031"/>
                  </a:cubicBezTo>
                  <a:lnTo>
                    <a:pt x="16409" y="20866"/>
                  </a:lnTo>
                  <a:cubicBezTo>
                    <a:pt x="16472" y="20776"/>
                    <a:pt x="16540" y="20686"/>
                    <a:pt x="16603" y="20597"/>
                  </a:cubicBezTo>
                  <a:lnTo>
                    <a:pt x="16664" y="20521"/>
                  </a:lnTo>
                  <a:cubicBezTo>
                    <a:pt x="18593" y="17991"/>
                    <a:pt x="21129" y="15918"/>
                    <a:pt x="23997" y="14534"/>
                  </a:cubicBezTo>
                  <a:lnTo>
                    <a:pt x="24026" y="14527"/>
                  </a:lnTo>
                  <a:cubicBezTo>
                    <a:pt x="24045" y="14514"/>
                    <a:pt x="24067" y="14508"/>
                    <a:pt x="24080" y="14493"/>
                  </a:cubicBezTo>
                  <a:cubicBezTo>
                    <a:pt x="24170" y="14459"/>
                    <a:pt x="24253" y="14418"/>
                    <a:pt x="24342" y="14377"/>
                  </a:cubicBezTo>
                  <a:lnTo>
                    <a:pt x="24543" y="14285"/>
                  </a:lnTo>
                  <a:cubicBezTo>
                    <a:pt x="24633" y="14244"/>
                    <a:pt x="24731" y="14202"/>
                    <a:pt x="24827" y="14161"/>
                  </a:cubicBezTo>
                  <a:lnTo>
                    <a:pt x="24916" y="14128"/>
                  </a:lnTo>
                  <a:cubicBezTo>
                    <a:pt x="27391" y="13091"/>
                    <a:pt x="30080" y="12552"/>
                    <a:pt x="32761" y="12552"/>
                  </a:cubicBezTo>
                  <a:close/>
                  <a:moveTo>
                    <a:pt x="32772" y="11956"/>
                  </a:moveTo>
                  <a:cubicBezTo>
                    <a:pt x="30005" y="11956"/>
                    <a:pt x="27238" y="12507"/>
                    <a:pt x="24682" y="13574"/>
                  </a:cubicBezTo>
                  <a:lnTo>
                    <a:pt x="24654" y="13589"/>
                  </a:lnTo>
                  <a:cubicBezTo>
                    <a:pt x="24633" y="13595"/>
                    <a:pt x="24613" y="13602"/>
                    <a:pt x="24591" y="13609"/>
                  </a:cubicBezTo>
                  <a:cubicBezTo>
                    <a:pt x="24488" y="13657"/>
                    <a:pt x="24392" y="13698"/>
                    <a:pt x="24294" y="13746"/>
                  </a:cubicBezTo>
                  <a:lnTo>
                    <a:pt x="24094" y="13829"/>
                  </a:lnTo>
                  <a:cubicBezTo>
                    <a:pt x="24004" y="13871"/>
                    <a:pt x="23914" y="13912"/>
                    <a:pt x="23832" y="13954"/>
                  </a:cubicBezTo>
                  <a:cubicBezTo>
                    <a:pt x="23803" y="13968"/>
                    <a:pt x="23783" y="13975"/>
                    <a:pt x="23762" y="13988"/>
                  </a:cubicBezTo>
                  <a:lnTo>
                    <a:pt x="23742" y="13995"/>
                  </a:lnTo>
                  <a:cubicBezTo>
                    <a:pt x="20784" y="15420"/>
                    <a:pt x="18172" y="17548"/>
                    <a:pt x="16188" y="20161"/>
                  </a:cubicBezTo>
                  <a:lnTo>
                    <a:pt x="16125" y="20237"/>
                  </a:lnTo>
                  <a:cubicBezTo>
                    <a:pt x="16057" y="20333"/>
                    <a:pt x="15987" y="20423"/>
                    <a:pt x="15924" y="20514"/>
                  </a:cubicBezTo>
                  <a:lnTo>
                    <a:pt x="15808" y="20680"/>
                  </a:lnTo>
                  <a:cubicBezTo>
                    <a:pt x="15745" y="20763"/>
                    <a:pt x="15690" y="20837"/>
                    <a:pt x="15634" y="20914"/>
                  </a:cubicBezTo>
                  <a:lnTo>
                    <a:pt x="15579" y="20997"/>
                  </a:lnTo>
                  <a:cubicBezTo>
                    <a:pt x="13735" y="23707"/>
                    <a:pt x="12539" y="26865"/>
                    <a:pt x="12117" y="30113"/>
                  </a:cubicBezTo>
                  <a:lnTo>
                    <a:pt x="12109" y="30209"/>
                  </a:lnTo>
                  <a:cubicBezTo>
                    <a:pt x="12096" y="30307"/>
                    <a:pt x="12089" y="30404"/>
                    <a:pt x="12076" y="30500"/>
                  </a:cubicBezTo>
                  <a:lnTo>
                    <a:pt x="12054" y="30700"/>
                  </a:lnTo>
                  <a:cubicBezTo>
                    <a:pt x="12048" y="30812"/>
                    <a:pt x="12034" y="30929"/>
                    <a:pt x="12019" y="31047"/>
                  </a:cubicBezTo>
                  <a:lnTo>
                    <a:pt x="12013" y="31143"/>
                  </a:lnTo>
                  <a:cubicBezTo>
                    <a:pt x="11771" y="34413"/>
                    <a:pt x="12310" y="37737"/>
                    <a:pt x="13575" y="40764"/>
                  </a:cubicBezTo>
                  <a:lnTo>
                    <a:pt x="13617" y="40860"/>
                  </a:lnTo>
                  <a:cubicBezTo>
                    <a:pt x="13652" y="40943"/>
                    <a:pt x="13693" y="41026"/>
                    <a:pt x="13726" y="41116"/>
                  </a:cubicBezTo>
                  <a:lnTo>
                    <a:pt x="13818" y="41303"/>
                  </a:lnTo>
                  <a:cubicBezTo>
                    <a:pt x="13859" y="41406"/>
                    <a:pt x="13907" y="41511"/>
                    <a:pt x="13955" y="41622"/>
                  </a:cubicBezTo>
                  <a:lnTo>
                    <a:pt x="14003" y="41711"/>
                  </a:lnTo>
                  <a:cubicBezTo>
                    <a:pt x="15427" y="44662"/>
                    <a:pt x="17556" y="47275"/>
                    <a:pt x="20162" y="49259"/>
                  </a:cubicBezTo>
                  <a:lnTo>
                    <a:pt x="20245" y="49320"/>
                  </a:lnTo>
                  <a:cubicBezTo>
                    <a:pt x="20320" y="49383"/>
                    <a:pt x="20396" y="49438"/>
                    <a:pt x="20479" y="49493"/>
                  </a:cubicBezTo>
                  <a:lnTo>
                    <a:pt x="20652" y="49617"/>
                  </a:lnTo>
                  <a:cubicBezTo>
                    <a:pt x="20735" y="49680"/>
                    <a:pt x="20826" y="49750"/>
                    <a:pt x="20922" y="49811"/>
                  </a:cubicBezTo>
                  <a:lnTo>
                    <a:pt x="21005" y="49866"/>
                  </a:lnTo>
                  <a:cubicBezTo>
                    <a:pt x="23714" y="51712"/>
                    <a:pt x="26859" y="52908"/>
                    <a:pt x="30115" y="53329"/>
                  </a:cubicBezTo>
                  <a:lnTo>
                    <a:pt x="30218" y="53336"/>
                  </a:lnTo>
                  <a:cubicBezTo>
                    <a:pt x="30307" y="53349"/>
                    <a:pt x="30405" y="53357"/>
                    <a:pt x="30495" y="53371"/>
                  </a:cubicBezTo>
                  <a:lnTo>
                    <a:pt x="30709" y="53391"/>
                  </a:lnTo>
                  <a:cubicBezTo>
                    <a:pt x="30820" y="53406"/>
                    <a:pt x="30929" y="53412"/>
                    <a:pt x="31047" y="53425"/>
                  </a:cubicBezTo>
                  <a:lnTo>
                    <a:pt x="31110" y="53425"/>
                  </a:lnTo>
                  <a:lnTo>
                    <a:pt x="31143" y="53432"/>
                  </a:lnTo>
                  <a:cubicBezTo>
                    <a:pt x="31656" y="53467"/>
                    <a:pt x="32173" y="53489"/>
                    <a:pt x="32686" y="53489"/>
                  </a:cubicBezTo>
                  <a:cubicBezTo>
                    <a:pt x="35449" y="53489"/>
                    <a:pt x="38215" y="52935"/>
                    <a:pt x="40764" y="51871"/>
                  </a:cubicBezTo>
                  <a:lnTo>
                    <a:pt x="40862" y="51830"/>
                  </a:lnTo>
                  <a:cubicBezTo>
                    <a:pt x="40952" y="51795"/>
                    <a:pt x="41035" y="51753"/>
                    <a:pt x="41124" y="51712"/>
                  </a:cubicBezTo>
                  <a:lnTo>
                    <a:pt x="41318" y="51629"/>
                  </a:lnTo>
                  <a:cubicBezTo>
                    <a:pt x="41414" y="51581"/>
                    <a:pt x="41519" y="51539"/>
                    <a:pt x="41622" y="51491"/>
                  </a:cubicBezTo>
                  <a:cubicBezTo>
                    <a:pt x="41643" y="51476"/>
                    <a:pt x="41663" y="51470"/>
                    <a:pt x="41691" y="51457"/>
                  </a:cubicBezTo>
                  <a:lnTo>
                    <a:pt x="41711" y="51442"/>
                  </a:lnTo>
                  <a:cubicBezTo>
                    <a:pt x="44662" y="50025"/>
                    <a:pt x="47275" y="47890"/>
                    <a:pt x="49265" y="45284"/>
                  </a:cubicBezTo>
                  <a:lnTo>
                    <a:pt x="49322" y="45201"/>
                  </a:lnTo>
                  <a:cubicBezTo>
                    <a:pt x="49383" y="45125"/>
                    <a:pt x="49431" y="45049"/>
                    <a:pt x="49488" y="44972"/>
                  </a:cubicBezTo>
                  <a:lnTo>
                    <a:pt x="49612" y="44800"/>
                  </a:lnTo>
                  <a:cubicBezTo>
                    <a:pt x="49680" y="44710"/>
                    <a:pt x="49750" y="44621"/>
                    <a:pt x="49813" y="44525"/>
                  </a:cubicBezTo>
                  <a:lnTo>
                    <a:pt x="49867" y="44442"/>
                  </a:lnTo>
                  <a:cubicBezTo>
                    <a:pt x="51712" y="41738"/>
                    <a:pt x="52908" y="38586"/>
                    <a:pt x="53329" y="35338"/>
                  </a:cubicBezTo>
                  <a:lnTo>
                    <a:pt x="53344" y="35227"/>
                  </a:lnTo>
                  <a:cubicBezTo>
                    <a:pt x="53351" y="35124"/>
                    <a:pt x="53364" y="35013"/>
                    <a:pt x="53379" y="34904"/>
                  </a:cubicBezTo>
                  <a:lnTo>
                    <a:pt x="53399" y="34696"/>
                  </a:lnTo>
                  <a:cubicBezTo>
                    <a:pt x="53406" y="34599"/>
                    <a:pt x="53420" y="34502"/>
                    <a:pt x="53427" y="34406"/>
                  </a:cubicBezTo>
                  <a:lnTo>
                    <a:pt x="53427" y="34336"/>
                  </a:lnTo>
                  <a:lnTo>
                    <a:pt x="53434" y="34302"/>
                  </a:lnTo>
                  <a:cubicBezTo>
                    <a:pt x="53676" y="31032"/>
                    <a:pt x="53137" y="27708"/>
                    <a:pt x="51871" y="24681"/>
                  </a:cubicBezTo>
                  <a:lnTo>
                    <a:pt x="51836" y="24591"/>
                  </a:lnTo>
                  <a:cubicBezTo>
                    <a:pt x="51788" y="24487"/>
                    <a:pt x="51740" y="24384"/>
                    <a:pt x="51699" y="24279"/>
                  </a:cubicBezTo>
                  <a:lnTo>
                    <a:pt x="51609" y="24087"/>
                  </a:lnTo>
                  <a:cubicBezTo>
                    <a:pt x="51568" y="23997"/>
                    <a:pt x="51533" y="23914"/>
                    <a:pt x="51491" y="23831"/>
                  </a:cubicBezTo>
                  <a:lnTo>
                    <a:pt x="51450" y="23734"/>
                  </a:lnTo>
                  <a:cubicBezTo>
                    <a:pt x="50027" y="20783"/>
                    <a:pt x="47897" y="18170"/>
                    <a:pt x="45284" y="16186"/>
                  </a:cubicBezTo>
                  <a:lnTo>
                    <a:pt x="45210" y="16125"/>
                  </a:lnTo>
                  <a:cubicBezTo>
                    <a:pt x="45118" y="16062"/>
                    <a:pt x="45035" y="16000"/>
                    <a:pt x="44946" y="15937"/>
                  </a:cubicBezTo>
                  <a:lnTo>
                    <a:pt x="44773" y="15806"/>
                  </a:lnTo>
                  <a:cubicBezTo>
                    <a:pt x="44690" y="15752"/>
                    <a:pt x="44607" y="15689"/>
                    <a:pt x="44531" y="15634"/>
                  </a:cubicBezTo>
                  <a:cubicBezTo>
                    <a:pt x="44511" y="15621"/>
                    <a:pt x="44496" y="15612"/>
                    <a:pt x="44476" y="15599"/>
                  </a:cubicBezTo>
                  <a:lnTo>
                    <a:pt x="44448" y="15579"/>
                  </a:lnTo>
                  <a:cubicBezTo>
                    <a:pt x="41739" y="13733"/>
                    <a:pt x="38588" y="12537"/>
                    <a:pt x="35332" y="12116"/>
                  </a:cubicBezTo>
                  <a:lnTo>
                    <a:pt x="35235" y="12109"/>
                  </a:lnTo>
                  <a:cubicBezTo>
                    <a:pt x="35133" y="12096"/>
                    <a:pt x="35028" y="12081"/>
                    <a:pt x="34925" y="12074"/>
                  </a:cubicBezTo>
                  <a:lnTo>
                    <a:pt x="34703" y="12054"/>
                  </a:lnTo>
                  <a:cubicBezTo>
                    <a:pt x="34607" y="12039"/>
                    <a:pt x="34502" y="12033"/>
                    <a:pt x="34406" y="12019"/>
                  </a:cubicBezTo>
                  <a:lnTo>
                    <a:pt x="34303" y="12013"/>
                  </a:lnTo>
                  <a:cubicBezTo>
                    <a:pt x="33794" y="11975"/>
                    <a:pt x="33283" y="11956"/>
                    <a:pt x="32772" y="11956"/>
                  </a:cubicBezTo>
                  <a:close/>
                  <a:moveTo>
                    <a:pt x="33640" y="642"/>
                  </a:moveTo>
                  <a:lnTo>
                    <a:pt x="38269" y="1113"/>
                  </a:lnTo>
                  <a:lnTo>
                    <a:pt x="38789" y="8702"/>
                  </a:lnTo>
                  <a:lnTo>
                    <a:pt x="38996" y="8757"/>
                  </a:lnTo>
                  <a:cubicBezTo>
                    <a:pt x="39570" y="8909"/>
                    <a:pt x="40150" y="9082"/>
                    <a:pt x="40709" y="9276"/>
                  </a:cubicBezTo>
                  <a:lnTo>
                    <a:pt x="40792" y="9302"/>
                  </a:lnTo>
                  <a:cubicBezTo>
                    <a:pt x="40917" y="9344"/>
                    <a:pt x="41083" y="9400"/>
                    <a:pt x="41249" y="9462"/>
                  </a:cubicBezTo>
                  <a:cubicBezTo>
                    <a:pt x="41318" y="9490"/>
                    <a:pt x="41380" y="9510"/>
                    <a:pt x="41443" y="9538"/>
                  </a:cubicBezTo>
                  <a:lnTo>
                    <a:pt x="41587" y="9593"/>
                  </a:lnTo>
                  <a:cubicBezTo>
                    <a:pt x="41650" y="9614"/>
                    <a:pt x="41718" y="9641"/>
                    <a:pt x="41788" y="9669"/>
                  </a:cubicBezTo>
                  <a:cubicBezTo>
                    <a:pt x="41919" y="9717"/>
                    <a:pt x="42065" y="9780"/>
                    <a:pt x="42237" y="9848"/>
                  </a:cubicBezTo>
                  <a:lnTo>
                    <a:pt x="42320" y="9883"/>
                  </a:lnTo>
                  <a:cubicBezTo>
                    <a:pt x="42866" y="10112"/>
                    <a:pt x="43412" y="10367"/>
                    <a:pt x="43944" y="10636"/>
                  </a:cubicBezTo>
                  <a:lnTo>
                    <a:pt x="44131" y="10734"/>
                  </a:lnTo>
                  <a:lnTo>
                    <a:pt x="49556" y="5398"/>
                  </a:lnTo>
                  <a:lnTo>
                    <a:pt x="53329" y="8121"/>
                  </a:lnTo>
                  <a:lnTo>
                    <a:pt x="49985" y="14949"/>
                  </a:lnTo>
                  <a:lnTo>
                    <a:pt x="50136" y="15101"/>
                  </a:lnTo>
                  <a:cubicBezTo>
                    <a:pt x="50559" y="15523"/>
                    <a:pt x="50974" y="15959"/>
                    <a:pt x="51367" y="16409"/>
                  </a:cubicBezTo>
                  <a:lnTo>
                    <a:pt x="51422" y="16470"/>
                  </a:lnTo>
                  <a:cubicBezTo>
                    <a:pt x="51546" y="16616"/>
                    <a:pt x="51644" y="16732"/>
                    <a:pt x="51734" y="16843"/>
                  </a:cubicBezTo>
                  <a:cubicBezTo>
                    <a:pt x="51782" y="16898"/>
                    <a:pt x="51823" y="16948"/>
                    <a:pt x="51871" y="17002"/>
                  </a:cubicBezTo>
                  <a:lnTo>
                    <a:pt x="51961" y="17120"/>
                  </a:lnTo>
                  <a:cubicBezTo>
                    <a:pt x="52011" y="17175"/>
                    <a:pt x="52052" y="17230"/>
                    <a:pt x="52100" y="17286"/>
                  </a:cubicBezTo>
                  <a:cubicBezTo>
                    <a:pt x="52190" y="17395"/>
                    <a:pt x="52286" y="17520"/>
                    <a:pt x="52397" y="17672"/>
                  </a:cubicBezTo>
                  <a:lnTo>
                    <a:pt x="52452" y="17742"/>
                  </a:lnTo>
                  <a:cubicBezTo>
                    <a:pt x="52812" y="18212"/>
                    <a:pt x="53157" y="18703"/>
                    <a:pt x="53482" y="19200"/>
                  </a:cubicBezTo>
                  <a:lnTo>
                    <a:pt x="53600" y="19379"/>
                  </a:lnTo>
                  <a:lnTo>
                    <a:pt x="60960" y="17472"/>
                  </a:lnTo>
                  <a:lnTo>
                    <a:pt x="62867" y="21723"/>
                  </a:lnTo>
                  <a:lnTo>
                    <a:pt x="56738" y="25842"/>
                  </a:lnTo>
                  <a:lnTo>
                    <a:pt x="56557" y="25966"/>
                  </a:lnTo>
                  <a:lnTo>
                    <a:pt x="56614" y="26174"/>
                  </a:lnTo>
                  <a:cubicBezTo>
                    <a:pt x="56655" y="26311"/>
                    <a:pt x="56697" y="26457"/>
                    <a:pt x="56730" y="26595"/>
                  </a:cubicBezTo>
                  <a:cubicBezTo>
                    <a:pt x="56828" y="26990"/>
                    <a:pt x="56917" y="27390"/>
                    <a:pt x="57000" y="27784"/>
                  </a:cubicBezTo>
                  <a:cubicBezTo>
                    <a:pt x="57007" y="27804"/>
                    <a:pt x="57007" y="27826"/>
                    <a:pt x="57013" y="27854"/>
                  </a:cubicBezTo>
                  <a:cubicBezTo>
                    <a:pt x="57013" y="27867"/>
                    <a:pt x="57020" y="27887"/>
                    <a:pt x="57028" y="27909"/>
                  </a:cubicBezTo>
                  <a:lnTo>
                    <a:pt x="57042" y="27998"/>
                  </a:lnTo>
                  <a:cubicBezTo>
                    <a:pt x="57076" y="28186"/>
                    <a:pt x="57103" y="28337"/>
                    <a:pt x="57131" y="28476"/>
                  </a:cubicBezTo>
                  <a:cubicBezTo>
                    <a:pt x="57144" y="28544"/>
                    <a:pt x="57153" y="28614"/>
                    <a:pt x="57166" y="28675"/>
                  </a:cubicBezTo>
                  <a:lnTo>
                    <a:pt x="57186" y="28834"/>
                  </a:lnTo>
                  <a:cubicBezTo>
                    <a:pt x="57201" y="28904"/>
                    <a:pt x="57214" y="28974"/>
                    <a:pt x="57221" y="29042"/>
                  </a:cubicBezTo>
                  <a:cubicBezTo>
                    <a:pt x="57242" y="29181"/>
                    <a:pt x="57262" y="29332"/>
                    <a:pt x="57290" y="29526"/>
                  </a:cubicBezTo>
                  <a:lnTo>
                    <a:pt x="57297" y="29609"/>
                  </a:lnTo>
                  <a:cubicBezTo>
                    <a:pt x="57373" y="30196"/>
                    <a:pt x="57428" y="30798"/>
                    <a:pt x="57463" y="31392"/>
                  </a:cubicBezTo>
                  <a:lnTo>
                    <a:pt x="57470" y="31606"/>
                  </a:lnTo>
                  <a:lnTo>
                    <a:pt x="64803" y="33638"/>
                  </a:lnTo>
                  <a:lnTo>
                    <a:pt x="64333" y="38269"/>
                  </a:lnTo>
                  <a:lnTo>
                    <a:pt x="56745" y="38780"/>
                  </a:lnTo>
                  <a:lnTo>
                    <a:pt x="56688" y="38994"/>
                  </a:lnTo>
                  <a:cubicBezTo>
                    <a:pt x="56537" y="39568"/>
                    <a:pt x="56365" y="40142"/>
                    <a:pt x="56177" y="40709"/>
                  </a:cubicBezTo>
                  <a:lnTo>
                    <a:pt x="56149" y="40784"/>
                  </a:lnTo>
                  <a:cubicBezTo>
                    <a:pt x="56081" y="40971"/>
                    <a:pt x="56033" y="41116"/>
                    <a:pt x="55983" y="41249"/>
                  </a:cubicBezTo>
                  <a:cubicBezTo>
                    <a:pt x="55957" y="41310"/>
                    <a:pt x="55935" y="41380"/>
                    <a:pt x="55909" y="41441"/>
                  </a:cubicBezTo>
                  <a:lnTo>
                    <a:pt x="55880" y="41517"/>
                  </a:lnTo>
                  <a:cubicBezTo>
                    <a:pt x="55874" y="41545"/>
                    <a:pt x="55859" y="41572"/>
                    <a:pt x="55846" y="41607"/>
                  </a:cubicBezTo>
                  <a:cubicBezTo>
                    <a:pt x="55832" y="41648"/>
                    <a:pt x="55817" y="41690"/>
                    <a:pt x="55804" y="41731"/>
                  </a:cubicBezTo>
                  <a:lnTo>
                    <a:pt x="55784" y="41779"/>
                  </a:lnTo>
                  <a:cubicBezTo>
                    <a:pt x="55728" y="41919"/>
                    <a:pt x="55673" y="42056"/>
                    <a:pt x="55597" y="42235"/>
                  </a:cubicBezTo>
                  <a:lnTo>
                    <a:pt x="55562" y="42312"/>
                  </a:lnTo>
                  <a:cubicBezTo>
                    <a:pt x="55335" y="42858"/>
                    <a:pt x="55079" y="43405"/>
                    <a:pt x="54809" y="43936"/>
                  </a:cubicBezTo>
                  <a:lnTo>
                    <a:pt x="54713" y="44130"/>
                  </a:lnTo>
                  <a:lnTo>
                    <a:pt x="60047" y="49549"/>
                  </a:lnTo>
                  <a:lnTo>
                    <a:pt x="57325" y="53329"/>
                  </a:lnTo>
                  <a:lnTo>
                    <a:pt x="50496" y="49984"/>
                  </a:lnTo>
                  <a:lnTo>
                    <a:pt x="50343" y="50136"/>
                  </a:lnTo>
                  <a:cubicBezTo>
                    <a:pt x="49922" y="50557"/>
                    <a:pt x="49488" y="50972"/>
                    <a:pt x="49038" y="51359"/>
                  </a:cubicBezTo>
                  <a:lnTo>
                    <a:pt x="48907" y="51476"/>
                  </a:lnTo>
                  <a:cubicBezTo>
                    <a:pt x="48831" y="51546"/>
                    <a:pt x="48754" y="51607"/>
                    <a:pt x="48678" y="51677"/>
                  </a:cubicBezTo>
                  <a:cubicBezTo>
                    <a:pt x="48665" y="51684"/>
                    <a:pt x="48652" y="51690"/>
                    <a:pt x="48643" y="51705"/>
                  </a:cubicBezTo>
                  <a:cubicBezTo>
                    <a:pt x="48630" y="51712"/>
                    <a:pt x="48617" y="51725"/>
                    <a:pt x="48602" y="51732"/>
                  </a:cubicBezTo>
                  <a:cubicBezTo>
                    <a:pt x="48547" y="51782"/>
                    <a:pt x="48492" y="51830"/>
                    <a:pt x="48436" y="51871"/>
                  </a:cubicBezTo>
                  <a:lnTo>
                    <a:pt x="48320" y="51967"/>
                  </a:lnTo>
                  <a:cubicBezTo>
                    <a:pt x="48270" y="52009"/>
                    <a:pt x="48215" y="52057"/>
                    <a:pt x="48161" y="52098"/>
                  </a:cubicBezTo>
                  <a:cubicBezTo>
                    <a:pt x="48049" y="52188"/>
                    <a:pt x="47925" y="52286"/>
                    <a:pt x="47772" y="52395"/>
                  </a:cubicBezTo>
                  <a:cubicBezTo>
                    <a:pt x="47766" y="52404"/>
                    <a:pt x="47753" y="52417"/>
                    <a:pt x="47746" y="52424"/>
                  </a:cubicBezTo>
                  <a:lnTo>
                    <a:pt x="47711" y="52452"/>
                  </a:lnTo>
                  <a:cubicBezTo>
                    <a:pt x="47233" y="52810"/>
                    <a:pt x="46744" y="53157"/>
                    <a:pt x="46246" y="53482"/>
                  </a:cubicBezTo>
                  <a:lnTo>
                    <a:pt x="46066" y="53598"/>
                  </a:lnTo>
                  <a:lnTo>
                    <a:pt x="47973" y="60960"/>
                  </a:lnTo>
                  <a:lnTo>
                    <a:pt x="43723" y="62867"/>
                  </a:lnTo>
                  <a:lnTo>
                    <a:pt x="39487" y="56557"/>
                  </a:lnTo>
                  <a:lnTo>
                    <a:pt x="39280" y="56612"/>
                  </a:lnTo>
                  <a:cubicBezTo>
                    <a:pt x="38706" y="56771"/>
                    <a:pt x="38118" y="56909"/>
                    <a:pt x="37538" y="57020"/>
                  </a:cubicBezTo>
                  <a:lnTo>
                    <a:pt x="37516" y="57027"/>
                  </a:lnTo>
                  <a:cubicBezTo>
                    <a:pt x="37510" y="57027"/>
                    <a:pt x="37496" y="57033"/>
                    <a:pt x="37488" y="57033"/>
                  </a:cubicBezTo>
                  <a:lnTo>
                    <a:pt x="37447" y="57040"/>
                  </a:lnTo>
                  <a:cubicBezTo>
                    <a:pt x="37261" y="57075"/>
                    <a:pt x="37108" y="57103"/>
                    <a:pt x="36971" y="57131"/>
                  </a:cubicBezTo>
                  <a:cubicBezTo>
                    <a:pt x="36901" y="57138"/>
                    <a:pt x="36840" y="57151"/>
                    <a:pt x="36770" y="57164"/>
                  </a:cubicBezTo>
                  <a:lnTo>
                    <a:pt x="36611" y="57186"/>
                  </a:lnTo>
                  <a:cubicBezTo>
                    <a:pt x="36543" y="57199"/>
                    <a:pt x="36473" y="57206"/>
                    <a:pt x="36403" y="57221"/>
                  </a:cubicBezTo>
                  <a:cubicBezTo>
                    <a:pt x="36390" y="57221"/>
                    <a:pt x="36377" y="57227"/>
                    <a:pt x="36355" y="57227"/>
                  </a:cubicBezTo>
                  <a:cubicBezTo>
                    <a:pt x="36342" y="57227"/>
                    <a:pt x="36327" y="57234"/>
                    <a:pt x="36307" y="57234"/>
                  </a:cubicBezTo>
                  <a:cubicBezTo>
                    <a:pt x="36211" y="57247"/>
                    <a:pt x="36106" y="57262"/>
                    <a:pt x="36010" y="57275"/>
                  </a:cubicBezTo>
                  <a:lnTo>
                    <a:pt x="35838" y="57297"/>
                  </a:lnTo>
                  <a:cubicBezTo>
                    <a:pt x="35249" y="57372"/>
                    <a:pt x="34648" y="57428"/>
                    <a:pt x="34054" y="57463"/>
                  </a:cubicBezTo>
                  <a:lnTo>
                    <a:pt x="33839" y="57470"/>
                  </a:lnTo>
                  <a:lnTo>
                    <a:pt x="31807" y="64795"/>
                  </a:lnTo>
                  <a:lnTo>
                    <a:pt x="27177" y="64332"/>
                  </a:lnTo>
                  <a:lnTo>
                    <a:pt x="26665" y="56743"/>
                  </a:lnTo>
                  <a:lnTo>
                    <a:pt x="26457" y="56688"/>
                  </a:lnTo>
                  <a:cubicBezTo>
                    <a:pt x="25877" y="56536"/>
                    <a:pt x="25304" y="56363"/>
                    <a:pt x="24737" y="56169"/>
                  </a:cubicBezTo>
                  <a:lnTo>
                    <a:pt x="24654" y="56143"/>
                  </a:lnTo>
                  <a:cubicBezTo>
                    <a:pt x="24475" y="56080"/>
                    <a:pt x="24329" y="56031"/>
                    <a:pt x="24198" y="55983"/>
                  </a:cubicBezTo>
                  <a:cubicBezTo>
                    <a:pt x="24128" y="55955"/>
                    <a:pt x="24067" y="55935"/>
                    <a:pt x="23997" y="55907"/>
                  </a:cubicBezTo>
                  <a:lnTo>
                    <a:pt x="23860" y="55852"/>
                  </a:lnTo>
                  <a:cubicBezTo>
                    <a:pt x="23797" y="55831"/>
                    <a:pt x="23729" y="55804"/>
                    <a:pt x="23666" y="55776"/>
                  </a:cubicBezTo>
                  <a:cubicBezTo>
                    <a:pt x="23528" y="55728"/>
                    <a:pt x="23389" y="55665"/>
                    <a:pt x="23209" y="55597"/>
                  </a:cubicBezTo>
                  <a:lnTo>
                    <a:pt x="23133" y="55562"/>
                  </a:lnTo>
                  <a:cubicBezTo>
                    <a:pt x="22587" y="55333"/>
                    <a:pt x="22042" y="55078"/>
                    <a:pt x="21509" y="54809"/>
                  </a:cubicBezTo>
                  <a:lnTo>
                    <a:pt x="21315" y="54711"/>
                  </a:lnTo>
                  <a:lnTo>
                    <a:pt x="15898" y="60047"/>
                  </a:lnTo>
                  <a:lnTo>
                    <a:pt x="12117" y="57324"/>
                  </a:lnTo>
                  <a:lnTo>
                    <a:pt x="15461" y="50496"/>
                  </a:lnTo>
                  <a:lnTo>
                    <a:pt x="15310" y="50344"/>
                  </a:lnTo>
                  <a:cubicBezTo>
                    <a:pt x="14887" y="49922"/>
                    <a:pt x="14473" y="49486"/>
                    <a:pt x="14086" y="49036"/>
                  </a:cubicBezTo>
                  <a:lnTo>
                    <a:pt x="14032" y="48975"/>
                  </a:lnTo>
                  <a:cubicBezTo>
                    <a:pt x="13907" y="48829"/>
                    <a:pt x="13803" y="48713"/>
                    <a:pt x="13713" y="48602"/>
                  </a:cubicBezTo>
                  <a:cubicBezTo>
                    <a:pt x="13665" y="48547"/>
                    <a:pt x="13617" y="48491"/>
                    <a:pt x="13575" y="48436"/>
                  </a:cubicBezTo>
                  <a:lnTo>
                    <a:pt x="13486" y="48325"/>
                  </a:lnTo>
                  <a:cubicBezTo>
                    <a:pt x="13436" y="48270"/>
                    <a:pt x="13395" y="48215"/>
                    <a:pt x="13346" y="48159"/>
                  </a:cubicBezTo>
                  <a:cubicBezTo>
                    <a:pt x="13264" y="48049"/>
                    <a:pt x="13167" y="47932"/>
                    <a:pt x="13050" y="47772"/>
                  </a:cubicBezTo>
                  <a:lnTo>
                    <a:pt x="13030" y="47744"/>
                  </a:lnTo>
                  <a:cubicBezTo>
                    <a:pt x="13015" y="47731"/>
                    <a:pt x="13008" y="47718"/>
                    <a:pt x="12995" y="47703"/>
                  </a:cubicBezTo>
                  <a:cubicBezTo>
                    <a:pt x="12635" y="47233"/>
                    <a:pt x="12290" y="46742"/>
                    <a:pt x="11965" y="46245"/>
                  </a:cubicBezTo>
                  <a:lnTo>
                    <a:pt x="11847" y="46059"/>
                  </a:lnTo>
                  <a:lnTo>
                    <a:pt x="4487" y="47973"/>
                  </a:lnTo>
                  <a:lnTo>
                    <a:pt x="2579" y="43722"/>
                  </a:lnTo>
                  <a:lnTo>
                    <a:pt x="8889" y="39485"/>
                  </a:lnTo>
                  <a:lnTo>
                    <a:pt x="8833" y="39278"/>
                  </a:lnTo>
                  <a:cubicBezTo>
                    <a:pt x="8675" y="38697"/>
                    <a:pt x="8536" y="38117"/>
                    <a:pt x="8427" y="37530"/>
                  </a:cubicBezTo>
                  <a:lnTo>
                    <a:pt x="8405" y="37447"/>
                  </a:lnTo>
                  <a:cubicBezTo>
                    <a:pt x="8370" y="37259"/>
                    <a:pt x="8344" y="37108"/>
                    <a:pt x="8315" y="36969"/>
                  </a:cubicBezTo>
                  <a:cubicBezTo>
                    <a:pt x="8309" y="36901"/>
                    <a:pt x="8294" y="36831"/>
                    <a:pt x="8287" y="36762"/>
                  </a:cubicBezTo>
                  <a:lnTo>
                    <a:pt x="8261" y="36617"/>
                  </a:lnTo>
                  <a:cubicBezTo>
                    <a:pt x="8246" y="36548"/>
                    <a:pt x="8239" y="36471"/>
                    <a:pt x="8226" y="36403"/>
                  </a:cubicBezTo>
                  <a:cubicBezTo>
                    <a:pt x="8204" y="36264"/>
                    <a:pt x="8184" y="36106"/>
                    <a:pt x="8156" y="35919"/>
                  </a:cubicBezTo>
                  <a:lnTo>
                    <a:pt x="8150" y="35836"/>
                  </a:lnTo>
                  <a:cubicBezTo>
                    <a:pt x="8073" y="35249"/>
                    <a:pt x="8019" y="34647"/>
                    <a:pt x="7990" y="34053"/>
                  </a:cubicBezTo>
                  <a:lnTo>
                    <a:pt x="7977" y="33839"/>
                  </a:lnTo>
                  <a:lnTo>
                    <a:pt x="650" y="31807"/>
                  </a:lnTo>
                  <a:lnTo>
                    <a:pt x="1120" y="27176"/>
                  </a:lnTo>
                  <a:lnTo>
                    <a:pt x="8702" y="26658"/>
                  </a:lnTo>
                  <a:lnTo>
                    <a:pt x="8758" y="26451"/>
                  </a:lnTo>
                  <a:cubicBezTo>
                    <a:pt x="8909" y="25877"/>
                    <a:pt x="9082" y="25296"/>
                    <a:pt x="9276" y="24736"/>
                  </a:cubicBezTo>
                  <a:lnTo>
                    <a:pt x="9304" y="24661"/>
                  </a:lnTo>
                  <a:cubicBezTo>
                    <a:pt x="9365" y="24480"/>
                    <a:pt x="9414" y="24336"/>
                    <a:pt x="9463" y="24196"/>
                  </a:cubicBezTo>
                  <a:cubicBezTo>
                    <a:pt x="9490" y="24128"/>
                    <a:pt x="9511" y="24065"/>
                    <a:pt x="9538" y="24004"/>
                  </a:cubicBezTo>
                  <a:lnTo>
                    <a:pt x="9594" y="23858"/>
                  </a:lnTo>
                  <a:cubicBezTo>
                    <a:pt x="9614" y="23797"/>
                    <a:pt x="9642" y="23727"/>
                    <a:pt x="9671" y="23657"/>
                  </a:cubicBezTo>
                  <a:cubicBezTo>
                    <a:pt x="9719" y="23533"/>
                    <a:pt x="9774" y="23389"/>
                    <a:pt x="9850" y="23209"/>
                  </a:cubicBezTo>
                  <a:lnTo>
                    <a:pt x="9885" y="23127"/>
                  </a:lnTo>
                  <a:cubicBezTo>
                    <a:pt x="10112" y="22579"/>
                    <a:pt x="10367" y="22033"/>
                    <a:pt x="10638" y="21501"/>
                  </a:cubicBezTo>
                  <a:lnTo>
                    <a:pt x="10734" y="21315"/>
                  </a:lnTo>
                  <a:lnTo>
                    <a:pt x="5399" y="15889"/>
                  </a:lnTo>
                  <a:lnTo>
                    <a:pt x="8121" y="12116"/>
                  </a:lnTo>
                  <a:lnTo>
                    <a:pt x="14951" y="15461"/>
                  </a:lnTo>
                  <a:lnTo>
                    <a:pt x="15103" y="15309"/>
                  </a:lnTo>
                  <a:cubicBezTo>
                    <a:pt x="15524" y="14887"/>
                    <a:pt x="15959" y="14473"/>
                    <a:pt x="16409" y="14078"/>
                  </a:cubicBezTo>
                  <a:lnTo>
                    <a:pt x="16526" y="13975"/>
                  </a:lnTo>
                  <a:cubicBezTo>
                    <a:pt x="16609" y="13905"/>
                    <a:pt x="16686" y="13837"/>
                    <a:pt x="16769" y="13768"/>
                  </a:cubicBezTo>
                  <a:cubicBezTo>
                    <a:pt x="16782" y="13761"/>
                    <a:pt x="16795" y="13746"/>
                    <a:pt x="16803" y="13740"/>
                  </a:cubicBezTo>
                  <a:cubicBezTo>
                    <a:pt x="16817" y="13733"/>
                    <a:pt x="16830" y="13720"/>
                    <a:pt x="16845" y="13713"/>
                  </a:cubicBezTo>
                  <a:cubicBezTo>
                    <a:pt x="16900" y="13663"/>
                    <a:pt x="16948" y="13622"/>
                    <a:pt x="17002" y="13580"/>
                  </a:cubicBezTo>
                  <a:lnTo>
                    <a:pt x="17120" y="13477"/>
                  </a:lnTo>
                  <a:cubicBezTo>
                    <a:pt x="17177" y="13436"/>
                    <a:pt x="17231" y="13395"/>
                    <a:pt x="17286" y="13346"/>
                  </a:cubicBezTo>
                  <a:cubicBezTo>
                    <a:pt x="17397" y="13257"/>
                    <a:pt x="17522" y="13166"/>
                    <a:pt x="17674" y="13050"/>
                  </a:cubicBezTo>
                  <a:lnTo>
                    <a:pt x="17742" y="12993"/>
                  </a:lnTo>
                  <a:cubicBezTo>
                    <a:pt x="17757" y="12980"/>
                    <a:pt x="17777" y="12967"/>
                    <a:pt x="17790" y="12952"/>
                  </a:cubicBezTo>
                  <a:cubicBezTo>
                    <a:pt x="17812" y="12938"/>
                    <a:pt x="17825" y="12925"/>
                    <a:pt x="17847" y="12917"/>
                  </a:cubicBezTo>
                  <a:cubicBezTo>
                    <a:pt x="18164" y="12668"/>
                    <a:pt x="18504" y="12434"/>
                    <a:pt x="18835" y="12205"/>
                  </a:cubicBezTo>
                  <a:cubicBezTo>
                    <a:pt x="18951" y="12129"/>
                    <a:pt x="19076" y="12046"/>
                    <a:pt x="19209" y="11963"/>
                  </a:cubicBezTo>
                  <a:lnTo>
                    <a:pt x="19388" y="11847"/>
                  </a:lnTo>
                  <a:lnTo>
                    <a:pt x="17480" y="4485"/>
                  </a:lnTo>
                  <a:lnTo>
                    <a:pt x="21723" y="2578"/>
                  </a:lnTo>
                  <a:lnTo>
                    <a:pt x="25960" y="8888"/>
                  </a:lnTo>
                  <a:lnTo>
                    <a:pt x="26167" y="8833"/>
                  </a:lnTo>
                  <a:cubicBezTo>
                    <a:pt x="26748" y="8674"/>
                    <a:pt x="27328" y="8536"/>
                    <a:pt x="27917" y="8418"/>
                  </a:cubicBezTo>
                  <a:lnTo>
                    <a:pt x="27930" y="8418"/>
                  </a:lnTo>
                  <a:cubicBezTo>
                    <a:pt x="27944" y="8418"/>
                    <a:pt x="27950" y="8412"/>
                    <a:pt x="27965" y="8412"/>
                  </a:cubicBezTo>
                  <a:lnTo>
                    <a:pt x="28000" y="8405"/>
                  </a:lnTo>
                  <a:cubicBezTo>
                    <a:pt x="28186" y="8370"/>
                    <a:pt x="28338" y="8342"/>
                    <a:pt x="28476" y="8314"/>
                  </a:cubicBezTo>
                  <a:cubicBezTo>
                    <a:pt x="28546" y="8307"/>
                    <a:pt x="28622" y="8294"/>
                    <a:pt x="28690" y="8281"/>
                  </a:cubicBezTo>
                  <a:lnTo>
                    <a:pt x="28829" y="8259"/>
                  </a:lnTo>
                  <a:cubicBezTo>
                    <a:pt x="28904" y="8246"/>
                    <a:pt x="28974" y="8239"/>
                    <a:pt x="29043" y="8224"/>
                  </a:cubicBezTo>
                  <a:cubicBezTo>
                    <a:pt x="29063" y="8224"/>
                    <a:pt x="29078" y="8218"/>
                    <a:pt x="29098" y="8218"/>
                  </a:cubicBezTo>
                  <a:cubicBezTo>
                    <a:pt x="29111" y="8211"/>
                    <a:pt x="29126" y="8211"/>
                    <a:pt x="29140" y="8211"/>
                  </a:cubicBezTo>
                  <a:cubicBezTo>
                    <a:pt x="29244" y="8198"/>
                    <a:pt x="29347" y="8183"/>
                    <a:pt x="29451" y="8169"/>
                  </a:cubicBezTo>
                  <a:lnTo>
                    <a:pt x="29609" y="8148"/>
                  </a:lnTo>
                  <a:cubicBezTo>
                    <a:pt x="30198" y="8073"/>
                    <a:pt x="30798" y="8017"/>
                    <a:pt x="31392" y="7982"/>
                  </a:cubicBezTo>
                  <a:lnTo>
                    <a:pt x="31608" y="7975"/>
                  </a:lnTo>
                  <a:lnTo>
                    <a:pt x="33640" y="642"/>
                  </a:lnTo>
                  <a:close/>
                  <a:moveTo>
                    <a:pt x="33197" y="0"/>
                  </a:moveTo>
                  <a:lnTo>
                    <a:pt x="31152" y="7401"/>
                  </a:lnTo>
                  <a:cubicBezTo>
                    <a:pt x="30613" y="7436"/>
                    <a:pt x="30065" y="7484"/>
                    <a:pt x="29534" y="7554"/>
                  </a:cubicBezTo>
                  <a:lnTo>
                    <a:pt x="29375" y="7576"/>
                  </a:lnTo>
                  <a:cubicBezTo>
                    <a:pt x="29264" y="7589"/>
                    <a:pt x="29161" y="7602"/>
                    <a:pt x="29050" y="7617"/>
                  </a:cubicBezTo>
                  <a:cubicBezTo>
                    <a:pt x="29037" y="7624"/>
                    <a:pt x="29015" y="7624"/>
                    <a:pt x="28995" y="7624"/>
                  </a:cubicBezTo>
                  <a:cubicBezTo>
                    <a:pt x="28980" y="7630"/>
                    <a:pt x="28967" y="7630"/>
                    <a:pt x="28954" y="7630"/>
                  </a:cubicBezTo>
                  <a:cubicBezTo>
                    <a:pt x="28884" y="7644"/>
                    <a:pt x="28808" y="7659"/>
                    <a:pt x="28731" y="7672"/>
                  </a:cubicBezTo>
                  <a:lnTo>
                    <a:pt x="28594" y="7692"/>
                  </a:lnTo>
                  <a:cubicBezTo>
                    <a:pt x="28518" y="7707"/>
                    <a:pt x="28448" y="7713"/>
                    <a:pt x="28373" y="7727"/>
                  </a:cubicBezTo>
                  <a:cubicBezTo>
                    <a:pt x="28227" y="7755"/>
                    <a:pt x="28083" y="7783"/>
                    <a:pt x="27882" y="7816"/>
                  </a:cubicBezTo>
                  <a:lnTo>
                    <a:pt x="27854" y="7824"/>
                  </a:lnTo>
                  <a:cubicBezTo>
                    <a:pt x="27841" y="7824"/>
                    <a:pt x="27826" y="7831"/>
                    <a:pt x="27813" y="7831"/>
                  </a:cubicBezTo>
                  <a:lnTo>
                    <a:pt x="27799" y="7838"/>
                  </a:lnTo>
                  <a:cubicBezTo>
                    <a:pt x="27273" y="7941"/>
                    <a:pt x="26741" y="8058"/>
                    <a:pt x="26223" y="8198"/>
                  </a:cubicBezTo>
                  <a:lnTo>
                    <a:pt x="21937" y="1825"/>
                  </a:lnTo>
                  <a:lnTo>
                    <a:pt x="16775" y="4147"/>
                  </a:lnTo>
                  <a:lnTo>
                    <a:pt x="18696" y="11583"/>
                  </a:lnTo>
                  <a:cubicBezTo>
                    <a:pt x="18635" y="11625"/>
                    <a:pt x="18565" y="11666"/>
                    <a:pt x="18495" y="11714"/>
                  </a:cubicBezTo>
                  <a:cubicBezTo>
                    <a:pt x="18157" y="11943"/>
                    <a:pt x="17819" y="12185"/>
                    <a:pt x="17487" y="12434"/>
                  </a:cubicBezTo>
                  <a:cubicBezTo>
                    <a:pt x="17467" y="12454"/>
                    <a:pt x="17445" y="12469"/>
                    <a:pt x="17425" y="12482"/>
                  </a:cubicBezTo>
                  <a:cubicBezTo>
                    <a:pt x="17410" y="12495"/>
                    <a:pt x="17397" y="12510"/>
                    <a:pt x="17376" y="12524"/>
                  </a:cubicBezTo>
                  <a:lnTo>
                    <a:pt x="17362" y="12530"/>
                  </a:lnTo>
                  <a:cubicBezTo>
                    <a:pt x="17356" y="12537"/>
                    <a:pt x="17342" y="12544"/>
                    <a:pt x="17334" y="12552"/>
                  </a:cubicBezTo>
                  <a:lnTo>
                    <a:pt x="17308" y="12572"/>
                  </a:lnTo>
                  <a:cubicBezTo>
                    <a:pt x="17155" y="12690"/>
                    <a:pt x="17031" y="12786"/>
                    <a:pt x="16913" y="12875"/>
                  </a:cubicBezTo>
                  <a:cubicBezTo>
                    <a:pt x="16858" y="12925"/>
                    <a:pt x="16803" y="12973"/>
                    <a:pt x="16747" y="13015"/>
                  </a:cubicBezTo>
                  <a:lnTo>
                    <a:pt x="16623" y="13111"/>
                  </a:lnTo>
                  <a:cubicBezTo>
                    <a:pt x="16568" y="13159"/>
                    <a:pt x="16513" y="13207"/>
                    <a:pt x="16457" y="13249"/>
                  </a:cubicBezTo>
                  <a:lnTo>
                    <a:pt x="16430" y="13277"/>
                  </a:lnTo>
                  <a:cubicBezTo>
                    <a:pt x="16415" y="13290"/>
                    <a:pt x="16402" y="13298"/>
                    <a:pt x="16380" y="13312"/>
                  </a:cubicBezTo>
                  <a:cubicBezTo>
                    <a:pt x="16297" y="13381"/>
                    <a:pt x="16214" y="13456"/>
                    <a:pt x="16140" y="13526"/>
                  </a:cubicBezTo>
                  <a:lnTo>
                    <a:pt x="16049" y="13602"/>
                  </a:lnTo>
                  <a:cubicBezTo>
                    <a:pt x="16042" y="13609"/>
                    <a:pt x="16029" y="13622"/>
                    <a:pt x="16015" y="13630"/>
                  </a:cubicBezTo>
                  <a:cubicBezTo>
                    <a:pt x="15607" y="13988"/>
                    <a:pt x="15213" y="14355"/>
                    <a:pt x="14833" y="14735"/>
                  </a:cubicBezTo>
                  <a:lnTo>
                    <a:pt x="7936" y="11356"/>
                  </a:lnTo>
                  <a:lnTo>
                    <a:pt x="4625" y="15952"/>
                  </a:lnTo>
                  <a:lnTo>
                    <a:pt x="10009" y="21426"/>
                  </a:lnTo>
                  <a:cubicBezTo>
                    <a:pt x="9767" y="21909"/>
                    <a:pt x="9538" y="22407"/>
                    <a:pt x="9331" y="22898"/>
                  </a:cubicBezTo>
                  <a:cubicBezTo>
                    <a:pt x="9324" y="22911"/>
                    <a:pt x="9317" y="22932"/>
                    <a:pt x="9311" y="22946"/>
                  </a:cubicBezTo>
                  <a:lnTo>
                    <a:pt x="9297" y="22981"/>
                  </a:lnTo>
                  <a:cubicBezTo>
                    <a:pt x="9221" y="23168"/>
                    <a:pt x="9165" y="23306"/>
                    <a:pt x="9110" y="23443"/>
                  </a:cubicBezTo>
                  <a:cubicBezTo>
                    <a:pt x="9082" y="23513"/>
                    <a:pt x="9055" y="23583"/>
                    <a:pt x="9034" y="23651"/>
                  </a:cubicBezTo>
                  <a:lnTo>
                    <a:pt x="8979" y="23790"/>
                  </a:lnTo>
                  <a:cubicBezTo>
                    <a:pt x="8951" y="23858"/>
                    <a:pt x="8931" y="23921"/>
                    <a:pt x="8903" y="23989"/>
                  </a:cubicBezTo>
                  <a:cubicBezTo>
                    <a:pt x="8855" y="24128"/>
                    <a:pt x="8800" y="24279"/>
                    <a:pt x="8737" y="24467"/>
                  </a:cubicBezTo>
                  <a:lnTo>
                    <a:pt x="8709" y="24543"/>
                  </a:lnTo>
                  <a:cubicBezTo>
                    <a:pt x="8536" y="25054"/>
                    <a:pt x="8377" y="25573"/>
                    <a:pt x="8233" y="26091"/>
                  </a:cubicBezTo>
                  <a:lnTo>
                    <a:pt x="574" y="26617"/>
                  </a:lnTo>
                  <a:lnTo>
                    <a:pt x="0" y="32250"/>
                  </a:lnTo>
                  <a:lnTo>
                    <a:pt x="7403" y="34302"/>
                  </a:lnTo>
                  <a:cubicBezTo>
                    <a:pt x="7438" y="34834"/>
                    <a:pt x="7486" y="35380"/>
                    <a:pt x="7556" y="35912"/>
                  </a:cubicBezTo>
                  <a:lnTo>
                    <a:pt x="7569" y="35995"/>
                  </a:lnTo>
                  <a:cubicBezTo>
                    <a:pt x="7589" y="36189"/>
                    <a:pt x="7610" y="36347"/>
                    <a:pt x="7639" y="36493"/>
                  </a:cubicBezTo>
                  <a:cubicBezTo>
                    <a:pt x="7645" y="36569"/>
                    <a:pt x="7659" y="36637"/>
                    <a:pt x="7672" y="36713"/>
                  </a:cubicBezTo>
                  <a:lnTo>
                    <a:pt x="7693" y="36859"/>
                  </a:lnTo>
                  <a:cubicBezTo>
                    <a:pt x="7707" y="36927"/>
                    <a:pt x="7713" y="37004"/>
                    <a:pt x="7728" y="37073"/>
                  </a:cubicBezTo>
                  <a:cubicBezTo>
                    <a:pt x="7755" y="37211"/>
                    <a:pt x="7783" y="37370"/>
                    <a:pt x="7818" y="37564"/>
                  </a:cubicBezTo>
                  <a:lnTo>
                    <a:pt x="7824" y="37599"/>
                  </a:lnTo>
                  <a:cubicBezTo>
                    <a:pt x="7831" y="37619"/>
                    <a:pt x="7831" y="37632"/>
                    <a:pt x="7838" y="37647"/>
                  </a:cubicBezTo>
                  <a:cubicBezTo>
                    <a:pt x="7942" y="38172"/>
                    <a:pt x="8060" y="38704"/>
                    <a:pt x="8204" y="39230"/>
                  </a:cubicBezTo>
                  <a:lnTo>
                    <a:pt x="1825" y="43508"/>
                  </a:lnTo>
                  <a:lnTo>
                    <a:pt x="4147" y="48678"/>
                  </a:lnTo>
                  <a:lnTo>
                    <a:pt x="11585" y="46749"/>
                  </a:lnTo>
                  <a:cubicBezTo>
                    <a:pt x="11882" y="47198"/>
                    <a:pt x="12200" y="47641"/>
                    <a:pt x="12517" y="48069"/>
                  </a:cubicBezTo>
                  <a:cubicBezTo>
                    <a:pt x="12532" y="48083"/>
                    <a:pt x="12545" y="48098"/>
                    <a:pt x="12552" y="48111"/>
                  </a:cubicBezTo>
                  <a:lnTo>
                    <a:pt x="12574" y="48139"/>
                  </a:lnTo>
                  <a:cubicBezTo>
                    <a:pt x="12698" y="48298"/>
                    <a:pt x="12794" y="48414"/>
                    <a:pt x="12884" y="48532"/>
                  </a:cubicBezTo>
                  <a:cubicBezTo>
                    <a:pt x="12925" y="48589"/>
                    <a:pt x="12973" y="48643"/>
                    <a:pt x="13021" y="48705"/>
                  </a:cubicBezTo>
                  <a:lnTo>
                    <a:pt x="13104" y="48809"/>
                  </a:lnTo>
                  <a:cubicBezTo>
                    <a:pt x="13154" y="48871"/>
                    <a:pt x="13202" y="48927"/>
                    <a:pt x="13250" y="48988"/>
                  </a:cubicBezTo>
                  <a:cubicBezTo>
                    <a:pt x="13346" y="49099"/>
                    <a:pt x="13451" y="49224"/>
                    <a:pt x="13575" y="49368"/>
                  </a:cubicBezTo>
                  <a:lnTo>
                    <a:pt x="13637" y="49431"/>
                  </a:lnTo>
                  <a:cubicBezTo>
                    <a:pt x="13990" y="49839"/>
                    <a:pt x="14357" y="50232"/>
                    <a:pt x="14737" y="50612"/>
                  </a:cubicBezTo>
                  <a:lnTo>
                    <a:pt x="11356" y="57511"/>
                  </a:lnTo>
                  <a:lnTo>
                    <a:pt x="15952" y="60829"/>
                  </a:lnTo>
                  <a:lnTo>
                    <a:pt x="21426" y="55438"/>
                  </a:lnTo>
                  <a:cubicBezTo>
                    <a:pt x="21911" y="55680"/>
                    <a:pt x="22408" y="55907"/>
                    <a:pt x="22899" y="56114"/>
                  </a:cubicBezTo>
                  <a:cubicBezTo>
                    <a:pt x="22913" y="56121"/>
                    <a:pt x="22932" y="56128"/>
                    <a:pt x="22947" y="56136"/>
                  </a:cubicBezTo>
                  <a:lnTo>
                    <a:pt x="22982" y="56149"/>
                  </a:lnTo>
                  <a:cubicBezTo>
                    <a:pt x="23161" y="56219"/>
                    <a:pt x="23306" y="56280"/>
                    <a:pt x="23445" y="56335"/>
                  </a:cubicBezTo>
                  <a:cubicBezTo>
                    <a:pt x="23513" y="56363"/>
                    <a:pt x="23583" y="56391"/>
                    <a:pt x="23652" y="56411"/>
                  </a:cubicBezTo>
                  <a:lnTo>
                    <a:pt x="23790" y="56468"/>
                  </a:lnTo>
                  <a:cubicBezTo>
                    <a:pt x="23860" y="56494"/>
                    <a:pt x="23921" y="56516"/>
                    <a:pt x="23991" y="56542"/>
                  </a:cubicBezTo>
                  <a:cubicBezTo>
                    <a:pt x="24128" y="56592"/>
                    <a:pt x="24281" y="56647"/>
                    <a:pt x="24460" y="56708"/>
                  </a:cubicBezTo>
                  <a:lnTo>
                    <a:pt x="24550" y="56736"/>
                  </a:lnTo>
                  <a:cubicBezTo>
                    <a:pt x="25056" y="56909"/>
                    <a:pt x="25573" y="57068"/>
                    <a:pt x="26099" y="57214"/>
                  </a:cubicBezTo>
                  <a:lnTo>
                    <a:pt x="26617" y="64871"/>
                  </a:lnTo>
                  <a:lnTo>
                    <a:pt x="32250" y="65445"/>
                  </a:lnTo>
                  <a:lnTo>
                    <a:pt x="34303" y="58043"/>
                  </a:lnTo>
                  <a:cubicBezTo>
                    <a:pt x="34842" y="58009"/>
                    <a:pt x="35381" y="57961"/>
                    <a:pt x="35912" y="57891"/>
                  </a:cubicBezTo>
                  <a:lnTo>
                    <a:pt x="36086" y="57869"/>
                  </a:lnTo>
                  <a:cubicBezTo>
                    <a:pt x="36189" y="57856"/>
                    <a:pt x="36294" y="57843"/>
                    <a:pt x="36397" y="57828"/>
                  </a:cubicBezTo>
                  <a:cubicBezTo>
                    <a:pt x="36418" y="57821"/>
                    <a:pt x="36438" y="57821"/>
                    <a:pt x="36451" y="57815"/>
                  </a:cubicBezTo>
                  <a:lnTo>
                    <a:pt x="36493" y="57808"/>
                  </a:lnTo>
                  <a:cubicBezTo>
                    <a:pt x="36563" y="57801"/>
                    <a:pt x="36639" y="57786"/>
                    <a:pt x="36708" y="57780"/>
                  </a:cubicBezTo>
                  <a:lnTo>
                    <a:pt x="36866" y="57753"/>
                  </a:lnTo>
                  <a:cubicBezTo>
                    <a:pt x="36936" y="57738"/>
                    <a:pt x="37005" y="57732"/>
                    <a:pt x="37073" y="57718"/>
                  </a:cubicBezTo>
                  <a:cubicBezTo>
                    <a:pt x="37219" y="57690"/>
                    <a:pt x="37372" y="57662"/>
                    <a:pt x="37564" y="57629"/>
                  </a:cubicBezTo>
                  <a:lnTo>
                    <a:pt x="37593" y="57621"/>
                  </a:lnTo>
                  <a:cubicBezTo>
                    <a:pt x="37606" y="57621"/>
                    <a:pt x="37621" y="57614"/>
                    <a:pt x="37634" y="57614"/>
                  </a:cubicBezTo>
                  <a:lnTo>
                    <a:pt x="37647" y="57607"/>
                  </a:lnTo>
                  <a:cubicBezTo>
                    <a:pt x="38173" y="57504"/>
                    <a:pt x="38706" y="57387"/>
                    <a:pt x="39230" y="57247"/>
                  </a:cubicBezTo>
                  <a:lnTo>
                    <a:pt x="43509" y="63620"/>
                  </a:lnTo>
                  <a:lnTo>
                    <a:pt x="48678" y="61298"/>
                  </a:lnTo>
                  <a:lnTo>
                    <a:pt x="46751" y="53862"/>
                  </a:lnTo>
                  <a:cubicBezTo>
                    <a:pt x="47200" y="53565"/>
                    <a:pt x="47641" y="53246"/>
                    <a:pt x="48071" y="52921"/>
                  </a:cubicBezTo>
                  <a:lnTo>
                    <a:pt x="48084" y="52915"/>
                  </a:lnTo>
                  <a:cubicBezTo>
                    <a:pt x="48091" y="52908"/>
                    <a:pt x="48104" y="52901"/>
                    <a:pt x="48112" y="52893"/>
                  </a:cubicBezTo>
                  <a:lnTo>
                    <a:pt x="48139" y="52873"/>
                  </a:lnTo>
                  <a:cubicBezTo>
                    <a:pt x="48292" y="52755"/>
                    <a:pt x="48416" y="52659"/>
                    <a:pt x="48534" y="52561"/>
                  </a:cubicBezTo>
                  <a:cubicBezTo>
                    <a:pt x="48589" y="52520"/>
                    <a:pt x="48643" y="52472"/>
                    <a:pt x="48700" y="52430"/>
                  </a:cubicBezTo>
                  <a:lnTo>
                    <a:pt x="48809" y="52341"/>
                  </a:lnTo>
                  <a:cubicBezTo>
                    <a:pt x="48872" y="52293"/>
                    <a:pt x="48934" y="52244"/>
                    <a:pt x="48990" y="52196"/>
                  </a:cubicBezTo>
                  <a:lnTo>
                    <a:pt x="49016" y="52168"/>
                  </a:lnTo>
                  <a:cubicBezTo>
                    <a:pt x="49031" y="52155"/>
                    <a:pt x="49051" y="52147"/>
                    <a:pt x="49066" y="52133"/>
                  </a:cubicBezTo>
                  <a:cubicBezTo>
                    <a:pt x="49141" y="52064"/>
                    <a:pt x="49224" y="51996"/>
                    <a:pt x="49300" y="51926"/>
                  </a:cubicBezTo>
                  <a:lnTo>
                    <a:pt x="49431" y="51808"/>
                  </a:lnTo>
                  <a:cubicBezTo>
                    <a:pt x="49839" y="51457"/>
                    <a:pt x="50234" y="51090"/>
                    <a:pt x="50620" y="50710"/>
                  </a:cubicBezTo>
                  <a:lnTo>
                    <a:pt x="57511" y="54089"/>
                  </a:lnTo>
                  <a:lnTo>
                    <a:pt x="60829" y="49493"/>
                  </a:lnTo>
                  <a:lnTo>
                    <a:pt x="55438" y="44019"/>
                  </a:lnTo>
                  <a:cubicBezTo>
                    <a:pt x="55680" y="43536"/>
                    <a:pt x="55909" y="43038"/>
                    <a:pt x="56116" y="42547"/>
                  </a:cubicBezTo>
                  <a:cubicBezTo>
                    <a:pt x="56123" y="42534"/>
                    <a:pt x="56129" y="42512"/>
                    <a:pt x="56136" y="42499"/>
                  </a:cubicBezTo>
                  <a:lnTo>
                    <a:pt x="56149" y="42464"/>
                  </a:lnTo>
                  <a:cubicBezTo>
                    <a:pt x="56225" y="42285"/>
                    <a:pt x="56282" y="42139"/>
                    <a:pt x="56337" y="42002"/>
                  </a:cubicBezTo>
                  <a:lnTo>
                    <a:pt x="56356" y="41945"/>
                  </a:lnTo>
                  <a:cubicBezTo>
                    <a:pt x="56378" y="41904"/>
                    <a:pt x="56391" y="41856"/>
                    <a:pt x="56413" y="41814"/>
                  </a:cubicBezTo>
                  <a:cubicBezTo>
                    <a:pt x="56420" y="41788"/>
                    <a:pt x="56433" y="41759"/>
                    <a:pt x="56439" y="41725"/>
                  </a:cubicBezTo>
                  <a:lnTo>
                    <a:pt x="56468" y="41655"/>
                  </a:lnTo>
                  <a:cubicBezTo>
                    <a:pt x="56496" y="41587"/>
                    <a:pt x="56522" y="41524"/>
                    <a:pt x="56544" y="41456"/>
                  </a:cubicBezTo>
                  <a:cubicBezTo>
                    <a:pt x="56592" y="41317"/>
                    <a:pt x="56647" y="41166"/>
                    <a:pt x="56710" y="40985"/>
                  </a:cubicBezTo>
                  <a:lnTo>
                    <a:pt x="56738" y="40902"/>
                  </a:lnTo>
                  <a:cubicBezTo>
                    <a:pt x="56917" y="40391"/>
                    <a:pt x="57070" y="39872"/>
                    <a:pt x="57214" y="39354"/>
                  </a:cubicBezTo>
                  <a:lnTo>
                    <a:pt x="64873" y="38828"/>
                  </a:lnTo>
                  <a:lnTo>
                    <a:pt x="65446" y="33195"/>
                  </a:lnTo>
                  <a:lnTo>
                    <a:pt x="58043" y="31143"/>
                  </a:lnTo>
                  <a:cubicBezTo>
                    <a:pt x="58009" y="30604"/>
                    <a:pt x="57961" y="30065"/>
                    <a:pt x="57891" y="29533"/>
                  </a:cubicBezTo>
                  <a:lnTo>
                    <a:pt x="57884" y="29485"/>
                  </a:lnTo>
                  <a:lnTo>
                    <a:pt x="57884" y="29450"/>
                  </a:lnTo>
                  <a:cubicBezTo>
                    <a:pt x="57858" y="29256"/>
                    <a:pt x="57836" y="29098"/>
                    <a:pt x="57816" y="28952"/>
                  </a:cubicBezTo>
                  <a:cubicBezTo>
                    <a:pt x="57801" y="28882"/>
                    <a:pt x="57788" y="28808"/>
                    <a:pt x="57781" y="28738"/>
                  </a:cubicBezTo>
                  <a:lnTo>
                    <a:pt x="57753" y="28586"/>
                  </a:lnTo>
                  <a:cubicBezTo>
                    <a:pt x="57740" y="28509"/>
                    <a:pt x="57733" y="28441"/>
                    <a:pt x="57718" y="28372"/>
                  </a:cubicBezTo>
                  <a:cubicBezTo>
                    <a:pt x="57692" y="28227"/>
                    <a:pt x="57664" y="28075"/>
                    <a:pt x="57629" y="27881"/>
                  </a:cubicBezTo>
                  <a:lnTo>
                    <a:pt x="57622" y="27846"/>
                  </a:lnTo>
                  <a:cubicBezTo>
                    <a:pt x="57615" y="27826"/>
                    <a:pt x="57615" y="27813"/>
                    <a:pt x="57609" y="27798"/>
                  </a:cubicBezTo>
                  <a:cubicBezTo>
                    <a:pt x="57609" y="27778"/>
                    <a:pt x="57601" y="27756"/>
                    <a:pt x="57601" y="27743"/>
                  </a:cubicBezTo>
                  <a:cubicBezTo>
                    <a:pt x="57594" y="27715"/>
                    <a:pt x="57594" y="27688"/>
                    <a:pt x="57587" y="27660"/>
                  </a:cubicBezTo>
                  <a:cubicBezTo>
                    <a:pt x="57504" y="27258"/>
                    <a:pt x="57408" y="26850"/>
                    <a:pt x="57310" y="26451"/>
                  </a:cubicBezTo>
                  <a:cubicBezTo>
                    <a:pt x="57290" y="26374"/>
                    <a:pt x="57269" y="26298"/>
                    <a:pt x="57249" y="26215"/>
                  </a:cubicBezTo>
                  <a:lnTo>
                    <a:pt x="63622" y="21937"/>
                  </a:lnTo>
                  <a:lnTo>
                    <a:pt x="61300" y="16767"/>
                  </a:lnTo>
                  <a:lnTo>
                    <a:pt x="53862" y="18696"/>
                  </a:lnTo>
                  <a:cubicBezTo>
                    <a:pt x="53565" y="18246"/>
                    <a:pt x="53255" y="17804"/>
                    <a:pt x="52929" y="17376"/>
                  </a:cubicBezTo>
                  <a:lnTo>
                    <a:pt x="52873" y="17306"/>
                  </a:lnTo>
                  <a:cubicBezTo>
                    <a:pt x="52757" y="17155"/>
                    <a:pt x="52659" y="17031"/>
                    <a:pt x="52570" y="16913"/>
                  </a:cubicBezTo>
                  <a:cubicBezTo>
                    <a:pt x="52521" y="16856"/>
                    <a:pt x="52473" y="16802"/>
                    <a:pt x="52425" y="16740"/>
                  </a:cubicBezTo>
                  <a:lnTo>
                    <a:pt x="52334" y="16629"/>
                  </a:lnTo>
                  <a:cubicBezTo>
                    <a:pt x="52286" y="16566"/>
                    <a:pt x="52244" y="16511"/>
                    <a:pt x="52196" y="16457"/>
                  </a:cubicBezTo>
                  <a:cubicBezTo>
                    <a:pt x="52100" y="16345"/>
                    <a:pt x="51996" y="16228"/>
                    <a:pt x="51871" y="16077"/>
                  </a:cubicBezTo>
                  <a:lnTo>
                    <a:pt x="51845" y="16049"/>
                  </a:lnTo>
                  <a:cubicBezTo>
                    <a:pt x="51836" y="16035"/>
                    <a:pt x="51823" y="16027"/>
                    <a:pt x="51816" y="16014"/>
                  </a:cubicBezTo>
                  <a:cubicBezTo>
                    <a:pt x="51463" y="15606"/>
                    <a:pt x="51090" y="15213"/>
                    <a:pt x="50710" y="14824"/>
                  </a:cubicBezTo>
                  <a:lnTo>
                    <a:pt x="54091" y="7934"/>
                  </a:lnTo>
                  <a:lnTo>
                    <a:pt x="49494" y="4616"/>
                  </a:lnTo>
                  <a:lnTo>
                    <a:pt x="44020" y="10007"/>
                  </a:lnTo>
                  <a:cubicBezTo>
                    <a:pt x="43536" y="9765"/>
                    <a:pt x="43045" y="9538"/>
                    <a:pt x="42547" y="9331"/>
                  </a:cubicBezTo>
                  <a:lnTo>
                    <a:pt x="42464" y="9296"/>
                  </a:lnTo>
                  <a:cubicBezTo>
                    <a:pt x="42292" y="9226"/>
                    <a:pt x="42141" y="9165"/>
                    <a:pt x="42002" y="9110"/>
                  </a:cubicBezTo>
                  <a:cubicBezTo>
                    <a:pt x="41934" y="9082"/>
                    <a:pt x="41864" y="9054"/>
                    <a:pt x="41801" y="9034"/>
                  </a:cubicBezTo>
                  <a:lnTo>
                    <a:pt x="41657" y="8977"/>
                  </a:lnTo>
                  <a:cubicBezTo>
                    <a:pt x="41587" y="8951"/>
                    <a:pt x="41526" y="8929"/>
                    <a:pt x="41456" y="8903"/>
                  </a:cubicBezTo>
                  <a:cubicBezTo>
                    <a:pt x="41283" y="8840"/>
                    <a:pt x="41117" y="8778"/>
                    <a:pt x="40986" y="8737"/>
                  </a:cubicBezTo>
                  <a:lnTo>
                    <a:pt x="40952" y="8722"/>
                  </a:lnTo>
                  <a:cubicBezTo>
                    <a:pt x="40930" y="8715"/>
                    <a:pt x="40917" y="8709"/>
                    <a:pt x="40903" y="8709"/>
                  </a:cubicBezTo>
                  <a:cubicBezTo>
                    <a:pt x="40391" y="8536"/>
                    <a:pt x="39873" y="8377"/>
                    <a:pt x="39354" y="8231"/>
                  </a:cubicBezTo>
                  <a:lnTo>
                    <a:pt x="38830" y="574"/>
                  </a:lnTo>
                  <a:lnTo>
                    <a:pt x="331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4" name="Google Shape;16304;p40"/>
            <p:cNvSpPr/>
            <p:nvPr/>
          </p:nvSpPr>
          <p:spPr>
            <a:xfrm>
              <a:off x="3567882" y="2881263"/>
              <a:ext cx="772996" cy="713570"/>
            </a:xfrm>
            <a:custGeom>
              <a:rect b="b" l="l" r="r" t="t"/>
              <a:pathLst>
                <a:path extrusionOk="0" h="9450" w="10237">
                  <a:moveTo>
                    <a:pt x="4865" y="597"/>
                  </a:moveTo>
                  <a:cubicBezTo>
                    <a:pt x="5356" y="597"/>
                    <a:pt x="5854" y="686"/>
                    <a:pt x="6332" y="866"/>
                  </a:cubicBezTo>
                  <a:cubicBezTo>
                    <a:pt x="7360" y="1260"/>
                    <a:pt x="8176" y="2027"/>
                    <a:pt x="8626" y="3037"/>
                  </a:cubicBezTo>
                  <a:cubicBezTo>
                    <a:pt x="9558" y="5110"/>
                    <a:pt x="8633" y="7557"/>
                    <a:pt x="6559" y="8489"/>
                  </a:cubicBezTo>
                  <a:cubicBezTo>
                    <a:pt x="6012" y="8733"/>
                    <a:pt x="5439" y="8848"/>
                    <a:pt x="4875" y="8848"/>
                  </a:cubicBezTo>
                  <a:cubicBezTo>
                    <a:pt x="3297" y="8848"/>
                    <a:pt x="1789" y="7944"/>
                    <a:pt x="1107" y="6416"/>
                  </a:cubicBezTo>
                  <a:cubicBezTo>
                    <a:pt x="651" y="5414"/>
                    <a:pt x="616" y="4294"/>
                    <a:pt x="1009" y="3264"/>
                  </a:cubicBezTo>
                  <a:cubicBezTo>
                    <a:pt x="1404" y="2227"/>
                    <a:pt x="2170" y="1411"/>
                    <a:pt x="3172" y="963"/>
                  </a:cubicBezTo>
                  <a:cubicBezTo>
                    <a:pt x="3711" y="721"/>
                    <a:pt x="4285" y="597"/>
                    <a:pt x="4865" y="597"/>
                  </a:cubicBezTo>
                  <a:close/>
                  <a:moveTo>
                    <a:pt x="4855" y="0"/>
                  </a:moveTo>
                  <a:cubicBezTo>
                    <a:pt x="4199" y="0"/>
                    <a:pt x="3545" y="139"/>
                    <a:pt x="2931" y="416"/>
                  </a:cubicBezTo>
                  <a:cubicBezTo>
                    <a:pt x="1777" y="935"/>
                    <a:pt x="899" y="1867"/>
                    <a:pt x="450" y="3050"/>
                  </a:cubicBezTo>
                  <a:cubicBezTo>
                    <a:pt x="0" y="4225"/>
                    <a:pt x="42" y="5510"/>
                    <a:pt x="559" y="6665"/>
                  </a:cubicBezTo>
                  <a:cubicBezTo>
                    <a:pt x="1341" y="8406"/>
                    <a:pt x="3069" y="9450"/>
                    <a:pt x="4872" y="9450"/>
                  </a:cubicBezTo>
                  <a:cubicBezTo>
                    <a:pt x="5516" y="9450"/>
                    <a:pt x="6173" y="9312"/>
                    <a:pt x="6801" y="9035"/>
                  </a:cubicBezTo>
                  <a:cubicBezTo>
                    <a:pt x="9178" y="7963"/>
                    <a:pt x="10237" y="5165"/>
                    <a:pt x="9172" y="2788"/>
                  </a:cubicBezTo>
                  <a:cubicBezTo>
                    <a:pt x="8654" y="1640"/>
                    <a:pt x="7720" y="756"/>
                    <a:pt x="6539" y="313"/>
                  </a:cubicBezTo>
                  <a:cubicBezTo>
                    <a:pt x="5993" y="104"/>
                    <a:pt x="5423" y="0"/>
                    <a:pt x="48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5" name="Google Shape;16305;p40"/>
            <p:cNvSpPr/>
            <p:nvPr/>
          </p:nvSpPr>
          <p:spPr>
            <a:xfrm>
              <a:off x="2542896" y="2506653"/>
              <a:ext cx="772920" cy="713570"/>
            </a:xfrm>
            <a:custGeom>
              <a:rect b="b" l="l" r="r" t="t"/>
              <a:pathLst>
                <a:path extrusionOk="0" h="9450" w="10236">
                  <a:moveTo>
                    <a:pt x="5370" y="601"/>
                  </a:moveTo>
                  <a:cubicBezTo>
                    <a:pt x="6946" y="601"/>
                    <a:pt x="8452" y="1507"/>
                    <a:pt x="9137" y="3035"/>
                  </a:cubicBezTo>
                  <a:cubicBezTo>
                    <a:pt x="9587" y="4037"/>
                    <a:pt x="9622" y="5156"/>
                    <a:pt x="9233" y="6193"/>
                  </a:cubicBezTo>
                  <a:cubicBezTo>
                    <a:pt x="8840" y="7223"/>
                    <a:pt x="8072" y="8039"/>
                    <a:pt x="7064" y="8487"/>
                  </a:cubicBezTo>
                  <a:cubicBezTo>
                    <a:pt x="6523" y="8730"/>
                    <a:pt x="5948" y="8852"/>
                    <a:pt x="5371" y="8852"/>
                  </a:cubicBezTo>
                  <a:cubicBezTo>
                    <a:pt x="4879" y="8852"/>
                    <a:pt x="4386" y="8763"/>
                    <a:pt x="3912" y="8585"/>
                  </a:cubicBezTo>
                  <a:cubicBezTo>
                    <a:pt x="2882" y="8190"/>
                    <a:pt x="2066" y="7424"/>
                    <a:pt x="1610" y="6414"/>
                  </a:cubicBezTo>
                  <a:cubicBezTo>
                    <a:pt x="684" y="4340"/>
                    <a:pt x="1610" y="1894"/>
                    <a:pt x="3683" y="961"/>
                  </a:cubicBezTo>
                  <a:cubicBezTo>
                    <a:pt x="4231" y="719"/>
                    <a:pt x="4803" y="601"/>
                    <a:pt x="5370" y="601"/>
                  </a:cubicBezTo>
                  <a:close/>
                  <a:moveTo>
                    <a:pt x="5374" y="1"/>
                  </a:moveTo>
                  <a:cubicBezTo>
                    <a:pt x="4716" y="1"/>
                    <a:pt x="4059" y="140"/>
                    <a:pt x="3443" y="416"/>
                  </a:cubicBezTo>
                  <a:cubicBezTo>
                    <a:pt x="1064" y="1487"/>
                    <a:pt x="1" y="4286"/>
                    <a:pt x="1071" y="6663"/>
                  </a:cubicBezTo>
                  <a:cubicBezTo>
                    <a:pt x="1583" y="7810"/>
                    <a:pt x="2522" y="8695"/>
                    <a:pt x="3698" y="9137"/>
                  </a:cubicBezTo>
                  <a:cubicBezTo>
                    <a:pt x="4244" y="9345"/>
                    <a:pt x="4811" y="9449"/>
                    <a:pt x="5377" y="9449"/>
                  </a:cubicBezTo>
                  <a:cubicBezTo>
                    <a:pt x="6034" y="9449"/>
                    <a:pt x="6690" y="9310"/>
                    <a:pt x="7313" y="9035"/>
                  </a:cubicBezTo>
                  <a:cubicBezTo>
                    <a:pt x="8460" y="8515"/>
                    <a:pt x="9345" y="7583"/>
                    <a:pt x="9794" y="6401"/>
                  </a:cubicBezTo>
                  <a:cubicBezTo>
                    <a:pt x="10235" y="5226"/>
                    <a:pt x="10202" y="3941"/>
                    <a:pt x="9683" y="2786"/>
                  </a:cubicBezTo>
                  <a:cubicBezTo>
                    <a:pt x="9165" y="1638"/>
                    <a:pt x="8231" y="761"/>
                    <a:pt x="7050" y="311"/>
                  </a:cubicBezTo>
                  <a:cubicBezTo>
                    <a:pt x="6507" y="103"/>
                    <a:pt x="5940" y="1"/>
                    <a:pt x="53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6" name="Google Shape;16306;p40"/>
            <p:cNvSpPr/>
            <p:nvPr/>
          </p:nvSpPr>
          <p:spPr>
            <a:xfrm>
              <a:off x="3503094" y="2446320"/>
              <a:ext cx="240726" cy="222150"/>
            </a:xfrm>
            <a:custGeom>
              <a:rect b="b" l="l" r="r" t="t"/>
              <a:pathLst>
                <a:path extrusionOk="0" h="2942" w="3188">
                  <a:moveTo>
                    <a:pt x="1674" y="599"/>
                  </a:moveTo>
                  <a:cubicBezTo>
                    <a:pt x="1777" y="599"/>
                    <a:pt x="1882" y="619"/>
                    <a:pt x="1978" y="654"/>
                  </a:cubicBezTo>
                  <a:cubicBezTo>
                    <a:pt x="2199" y="737"/>
                    <a:pt x="2371" y="903"/>
                    <a:pt x="2469" y="1117"/>
                  </a:cubicBezTo>
                  <a:cubicBezTo>
                    <a:pt x="2565" y="1324"/>
                    <a:pt x="2572" y="1566"/>
                    <a:pt x="2489" y="1780"/>
                  </a:cubicBezTo>
                  <a:cubicBezTo>
                    <a:pt x="2406" y="2003"/>
                    <a:pt x="2240" y="2175"/>
                    <a:pt x="2026" y="2271"/>
                  </a:cubicBezTo>
                  <a:cubicBezTo>
                    <a:pt x="1915" y="2319"/>
                    <a:pt x="1795" y="2344"/>
                    <a:pt x="1674" y="2344"/>
                  </a:cubicBezTo>
                  <a:cubicBezTo>
                    <a:pt x="1568" y="2344"/>
                    <a:pt x="1462" y="2325"/>
                    <a:pt x="1363" y="2286"/>
                  </a:cubicBezTo>
                  <a:cubicBezTo>
                    <a:pt x="1142" y="2203"/>
                    <a:pt x="969" y="2044"/>
                    <a:pt x="878" y="1830"/>
                  </a:cubicBezTo>
                  <a:cubicBezTo>
                    <a:pt x="679" y="1394"/>
                    <a:pt x="872" y="876"/>
                    <a:pt x="1314" y="676"/>
                  </a:cubicBezTo>
                  <a:cubicBezTo>
                    <a:pt x="1426" y="627"/>
                    <a:pt x="1550" y="599"/>
                    <a:pt x="1674" y="599"/>
                  </a:cubicBezTo>
                  <a:close/>
                  <a:moveTo>
                    <a:pt x="1667" y="1"/>
                  </a:moveTo>
                  <a:cubicBezTo>
                    <a:pt x="1462" y="1"/>
                    <a:pt x="1258" y="45"/>
                    <a:pt x="1066" y="130"/>
                  </a:cubicBezTo>
                  <a:cubicBezTo>
                    <a:pt x="326" y="468"/>
                    <a:pt x="1" y="1339"/>
                    <a:pt x="333" y="2079"/>
                  </a:cubicBezTo>
                  <a:cubicBezTo>
                    <a:pt x="492" y="2437"/>
                    <a:pt x="782" y="2708"/>
                    <a:pt x="1149" y="2845"/>
                  </a:cubicBezTo>
                  <a:cubicBezTo>
                    <a:pt x="1321" y="2915"/>
                    <a:pt x="1494" y="2941"/>
                    <a:pt x="1674" y="2941"/>
                  </a:cubicBezTo>
                  <a:cubicBezTo>
                    <a:pt x="1874" y="2941"/>
                    <a:pt x="2081" y="2900"/>
                    <a:pt x="2275" y="2810"/>
                  </a:cubicBezTo>
                  <a:cubicBezTo>
                    <a:pt x="2635" y="2651"/>
                    <a:pt x="2904" y="2361"/>
                    <a:pt x="3043" y="1996"/>
                  </a:cubicBezTo>
                  <a:cubicBezTo>
                    <a:pt x="3187" y="1629"/>
                    <a:pt x="3174" y="1228"/>
                    <a:pt x="3015" y="868"/>
                  </a:cubicBezTo>
                  <a:cubicBezTo>
                    <a:pt x="2849" y="510"/>
                    <a:pt x="2559" y="239"/>
                    <a:pt x="2192" y="102"/>
                  </a:cubicBezTo>
                  <a:cubicBezTo>
                    <a:pt x="2022" y="34"/>
                    <a:pt x="1844" y="1"/>
                    <a:pt x="16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7" name="Google Shape;16307;p40"/>
            <p:cNvSpPr/>
            <p:nvPr/>
          </p:nvSpPr>
          <p:spPr>
            <a:xfrm>
              <a:off x="3903906" y="1895013"/>
              <a:ext cx="811581" cy="713418"/>
            </a:xfrm>
            <a:custGeom>
              <a:rect b="b" l="l" r="r" t="t"/>
              <a:pathLst>
                <a:path extrusionOk="0" h="9448" w="10748">
                  <a:moveTo>
                    <a:pt x="5372" y="602"/>
                  </a:moveTo>
                  <a:cubicBezTo>
                    <a:pt x="6941" y="602"/>
                    <a:pt x="8447" y="1507"/>
                    <a:pt x="9139" y="3035"/>
                  </a:cubicBezTo>
                  <a:cubicBezTo>
                    <a:pt x="10071" y="5109"/>
                    <a:pt x="9139" y="7555"/>
                    <a:pt x="7065" y="8487"/>
                  </a:cubicBezTo>
                  <a:cubicBezTo>
                    <a:pt x="6520" y="8731"/>
                    <a:pt x="5948" y="8846"/>
                    <a:pt x="5385" y="8846"/>
                  </a:cubicBezTo>
                  <a:cubicBezTo>
                    <a:pt x="3809" y="8846"/>
                    <a:pt x="2300" y="7942"/>
                    <a:pt x="1611" y="6414"/>
                  </a:cubicBezTo>
                  <a:cubicBezTo>
                    <a:pt x="679" y="4341"/>
                    <a:pt x="1611" y="1894"/>
                    <a:pt x="3685" y="962"/>
                  </a:cubicBezTo>
                  <a:cubicBezTo>
                    <a:pt x="4231" y="713"/>
                    <a:pt x="4805" y="602"/>
                    <a:pt x="5372" y="602"/>
                  </a:cubicBezTo>
                  <a:close/>
                  <a:moveTo>
                    <a:pt x="5367" y="1"/>
                  </a:moveTo>
                  <a:cubicBezTo>
                    <a:pt x="4720" y="1"/>
                    <a:pt x="4063" y="134"/>
                    <a:pt x="3436" y="414"/>
                  </a:cubicBezTo>
                  <a:cubicBezTo>
                    <a:pt x="1066" y="1486"/>
                    <a:pt x="1" y="4286"/>
                    <a:pt x="1066" y="6656"/>
                  </a:cubicBezTo>
                  <a:cubicBezTo>
                    <a:pt x="1583" y="7811"/>
                    <a:pt x="2517" y="8688"/>
                    <a:pt x="3698" y="9138"/>
                  </a:cubicBezTo>
                  <a:cubicBezTo>
                    <a:pt x="4246" y="9345"/>
                    <a:pt x="4811" y="9448"/>
                    <a:pt x="5378" y="9448"/>
                  </a:cubicBezTo>
                  <a:cubicBezTo>
                    <a:pt x="6035" y="9448"/>
                    <a:pt x="6692" y="9310"/>
                    <a:pt x="7314" y="9027"/>
                  </a:cubicBezTo>
                  <a:cubicBezTo>
                    <a:pt x="9685" y="7962"/>
                    <a:pt x="10748" y="5163"/>
                    <a:pt x="9685" y="2786"/>
                  </a:cubicBezTo>
                  <a:cubicBezTo>
                    <a:pt x="8896" y="1035"/>
                    <a:pt x="7170" y="1"/>
                    <a:pt x="53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8" name="Google Shape;16308;p40"/>
            <p:cNvSpPr/>
            <p:nvPr/>
          </p:nvSpPr>
          <p:spPr>
            <a:xfrm>
              <a:off x="2917581" y="1520252"/>
              <a:ext cx="811581" cy="713570"/>
            </a:xfrm>
            <a:custGeom>
              <a:rect b="b" l="l" r="r" t="t"/>
              <a:pathLst>
                <a:path extrusionOk="0" h="9450" w="10748">
                  <a:moveTo>
                    <a:pt x="5371" y="602"/>
                  </a:moveTo>
                  <a:cubicBezTo>
                    <a:pt x="5869" y="602"/>
                    <a:pt x="6360" y="691"/>
                    <a:pt x="6836" y="872"/>
                  </a:cubicBezTo>
                  <a:cubicBezTo>
                    <a:pt x="7866" y="1259"/>
                    <a:pt x="8682" y="2033"/>
                    <a:pt x="9138" y="3035"/>
                  </a:cubicBezTo>
                  <a:cubicBezTo>
                    <a:pt x="10070" y="5109"/>
                    <a:pt x="9138" y="7555"/>
                    <a:pt x="7065" y="8487"/>
                  </a:cubicBezTo>
                  <a:cubicBezTo>
                    <a:pt x="6518" y="8734"/>
                    <a:pt x="5946" y="8850"/>
                    <a:pt x="5382" y="8850"/>
                  </a:cubicBezTo>
                  <a:cubicBezTo>
                    <a:pt x="3807" y="8850"/>
                    <a:pt x="2298" y="7941"/>
                    <a:pt x="1611" y="6414"/>
                  </a:cubicBezTo>
                  <a:cubicBezTo>
                    <a:pt x="678" y="4341"/>
                    <a:pt x="1611" y="1894"/>
                    <a:pt x="3684" y="962"/>
                  </a:cubicBezTo>
                  <a:cubicBezTo>
                    <a:pt x="4223" y="719"/>
                    <a:pt x="4797" y="602"/>
                    <a:pt x="5371" y="602"/>
                  </a:cubicBezTo>
                  <a:close/>
                  <a:moveTo>
                    <a:pt x="5372" y="1"/>
                  </a:moveTo>
                  <a:cubicBezTo>
                    <a:pt x="4713" y="1"/>
                    <a:pt x="4056" y="140"/>
                    <a:pt x="3435" y="416"/>
                  </a:cubicBezTo>
                  <a:cubicBezTo>
                    <a:pt x="1065" y="1487"/>
                    <a:pt x="0" y="4286"/>
                    <a:pt x="1065" y="6663"/>
                  </a:cubicBezTo>
                  <a:cubicBezTo>
                    <a:pt x="1853" y="8413"/>
                    <a:pt x="3581" y="9450"/>
                    <a:pt x="5378" y="9450"/>
                  </a:cubicBezTo>
                  <a:cubicBezTo>
                    <a:pt x="6028" y="9450"/>
                    <a:pt x="6683" y="9317"/>
                    <a:pt x="7314" y="9035"/>
                  </a:cubicBezTo>
                  <a:cubicBezTo>
                    <a:pt x="9684" y="7963"/>
                    <a:pt x="10747" y="5163"/>
                    <a:pt x="9684" y="2786"/>
                  </a:cubicBezTo>
                  <a:cubicBezTo>
                    <a:pt x="9165" y="1638"/>
                    <a:pt x="8232" y="761"/>
                    <a:pt x="7050" y="311"/>
                  </a:cubicBezTo>
                  <a:cubicBezTo>
                    <a:pt x="6504" y="104"/>
                    <a:pt x="5937" y="1"/>
                    <a:pt x="53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312" name="Shape 163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13" name="Google Shape;16313;p41"/>
          <p:cNvSpPr txBox="1"/>
          <p:nvPr>
            <p:ph type="title"/>
          </p:nvPr>
        </p:nvSpPr>
        <p:spPr>
          <a:xfrm>
            <a:off x="720000" y="445025"/>
            <a:ext cx="7704000" cy="68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Before This Summer</a:t>
            </a:r>
            <a:endParaRPr/>
          </a:p>
        </p:txBody>
      </p:sp>
      <p:sp>
        <p:nvSpPr>
          <p:cNvPr id="16314" name="Google Shape;16314;p41"/>
          <p:cNvSpPr txBox="1"/>
          <p:nvPr/>
        </p:nvSpPr>
        <p:spPr>
          <a:xfrm>
            <a:off x="720000" y="1402425"/>
            <a:ext cx="5616000" cy="314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Poppins"/>
              <a:buChar char="●"/>
            </a:pPr>
            <a:r>
              <a:rPr lang="en" sz="16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Previous vehicle </a:t>
            </a:r>
            <a:endParaRPr sz="1600">
              <a:solidFill>
                <a:schemeClr val="dk2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indent="-330200" lvl="1" marL="9144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Poppins"/>
              <a:buChar char="○"/>
            </a:pPr>
            <a:r>
              <a:rPr lang="en" sz="16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No longer adheres to Shell’s safety standards</a:t>
            </a:r>
            <a:endParaRPr sz="1600">
              <a:solidFill>
                <a:schemeClr val="dk2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indent="-330200" lvl="1" marL="9144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Poppins"/>
              <a:buChar char="○"/>
            </a:pPr>
            <a:r>
              <a:rPr lang="en" sz="16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Needs a complete rebuild before competition ready</a:t>
            </a:r>
            <a:endParaRPr sz="1600">
              <a:solidFill>
                <a:schemeClr val="dk2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600">
              <a:solidFill>
                <a:schemeClr val="dk2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600">
              <a:solidFill>
                <a:schemeClr val="dk2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Poppins"/>
              <a:buChar char="●"/>
            </a:pPr>
            <a:r>
              <a:rPr lang="en" sz="16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Revitalization w/ Ben, Jano, and Justin</a:t>
            </a:r>
            <a:endParaRPr sz="1600">
              <a:solidFill>
                <a:schemeClr val="dk2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indent="-330200" lvl="1" marL="9144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Poppins"/>
              <a:buChar char="○"/>
            </a:pPr>
            <a:r>
              <a:rPr lang="en" sz="16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Materials testing</a:t>
            </a:r>
            <a:endParaRPr sz="1600">
              <a:solidFill>
                <a:schemeClr val="dk2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indent="-330200" lvl="1" marL="9144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Poppins"/>
              <a:buChar char="○"/>
            </a:pPr>
            <a:r>
              <a:rPr lang="en" sz="16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Preliminary Chassis Design</a:t>
            </a:r>
            <a:endParaRPr sz="1600">
              <a:solidFill>
                <a:schemeClr val="dk2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indent="-330200" lvl="1" marL="9144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Poppins"/>
              <a:buChar char="○"/>
            </a:pPr>
            <a:r>
              <a:rPr lang="en" sz="16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Rear Brakes and Suspension system</a:t>
            </a:r>
            <a:endParaRPr sz="1600">
              <a:solidFill>
                <a:schemeClr val="dk2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600">
              <a:solidFill>
                <a:schemeClr val="dk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6315" name="Google Shape;16315;p41"/>
          <p:cNvSpPr/>
          <p:nvPr/>
        </p:nvSpPr>
        <p:spPr>
          <a:xfrm>
            <a:off x="5525025" y="1710200"/>
            <a:ext cx="2448000" cy="2449500"/>
          </a:xfrm>
          <a:prstGeom prst="rec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6316" name="Google Shape;16316;p41"/>
          <p:cNvSpPr/>
          <p:nvPr/>
        </p:nvSpPr>
        <p:spPr>
          <a:xfrm>
            <a:off x="5641475" y="1767350"/>
            <a:ext cx="3036000" cy="2335200"/>
          </a:xfrm>
          <a:prstGeom prst="rect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Poppins"/>
              <a:ea typeface="Poppins"/>
              <a:cs typeface="Poppins"/>
              <a:sym typeface="Poppins"/>
            </a:endParaRPr>
          </a:p>
        </p:txBody>
      </p:sp>
      <p:pic>
        <p:nvPicPr>
          <p:cNvPr id="16317" name="Google Shape;16317;p4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724450" y="1870754"/>
            <a:ext cx="2870052" cy="21525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321" name="Shape 16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22" name="Google Shape;16322;p42"/>
          <p:cNvSpPr txBox="1"/>
          <p:nvPr>
            <p:ph type="title"/>
          </p:nvPr>
        </p:nvSpPr>
        <p:spPr>
          <a:xfrm>
            <a:off x="720000" y="445025"/>
            <a:ext cx="8091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Rough Design From Ben and Justin</a:t>
            </a:r>
            <a:endParaRPr/>
          </a:p>
        </p:txBody>
      </p:sp>
      <p:pic>
        <p:nvPicPr>
          <p:cNvPr id="16323" name="Google Shape;16323;p4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153325" y="1382050"/>
            <a:ext cx="7224949" cy="28491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327" name="Shape 163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28" name="Google Shape;16328;p43"/>
          <p:cNvSpPr txBox="1"/>
          <p:nvPr>
            <p:ph type="title"/>
          </p:nvPr>
        </p:nvSpPr>
        <p:spPr>
          <a:xfrm>
            <a:off x="1115550" y="1506000"/>
            <a:ext cx="6912900" cy="213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7700"/>
              <a:t>Goal:</a:t>
            </a:r>
            <a:endParaRPr sz="77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6400"/>
              <a:t>New Front End</a:t>
            </a:r>
            <a:endParaRPr sz="6400"/>
          </a:p>
        </p:txBody>
      </p:sp>
      <p:grpSp>
        <p:nvGrpSpPr>
          <p:cNvPr id="16329" name="Google Shape;16329;p43"/>
          <p:cNvGrpSpPr/>
          <p:nvPr/>
        </p:nvGrpSpPr>
        <p:grpSpPr>
          <a:xfrm>
            <a:off x="-627763" y="2887648"/>
            <a:ext cx="2681971" cy="2681889"/>
            <a:chOff x="1136350" y="86675"/>
            <a:chExt cx="4941903" cy="4941752"/>
          </a:xfrm>
        </p:grpSpPr>
        <p:sp>
          <p:nvSpPr>
            <p:cNvPr id="16330" name="Google Shape;16330;p43"/>
            <p:cNvSpPr/>
            <p:nvPr/>
          </p:nvSpPr>
          <p:spPr>
            <a:xfrm>
              <a:off x="2290236" y="1256492"/>
              <a:ext cx="2767668" cy="2601848"/>
            </a:xfrm>
            <a:custGeom>
              <a:rect b="b" l="l" r="r" t="t"/>
              <a:pathLst>
                <a:path extrusionOk="0" h="34457" w="36653">
                  <a:moveTo>
                    <a:pt x="17728" y="598"/>
                  </a:moveTo>
                  <a:cubicBezTo>
                    <a:pt x="19719" y="598"/>
                    <a:pt x="21717" y="965"/>
                    <a:pt x="23632" y="1690"/>
                  </a:cubicBezTo>
                  <a:cubicBezTo>
                    <a:pt x="27785" y="3265"/>
                    <a:pt x="31075" y="6369"/>
                    <a:pt x="32893" y="10413"/>
                  </a:cubicBezTo>
                  <a:cubicBezTo>
                    <a:pt x="36653" y="18775"/>
                    <a:pt x="32906" y="28631"/>
                    <a:pt x="24551" y="32392"/>
                  </a:cubicBezTo>
                  <a:cubicBezTo>
                    <a:pt x="22370" y="33369"/>
                    <a:pt x="20054" y="33861"/>
                    <a:pt x="17733" y="33861"/>
                  </a:cubicBezTo>
                  <a:cubicBezTo>
                    <a:pt x="15742" y="33861"/>
                    <a:pt x="13748" y="33499"/>
                    <a:pt x="11833" y="32771"/>
                  </a:cubicBezTo>
                  <a:cubicBezTo>
                    <a:pt x="7679" y="31196"/>
                    <a:pt x="4397" y="28092"/>
                    <a:pt x="2572" y="24048"/>
                  </a:cubicBezTo>
                  <a:cubicBezTo>
                    <a:pt x="754" y="19999"/>
                    <a:pt x="616" y="15479"/>
                    <a:pt x="2192" y="11332"/>
                  </a:cubicBezTo>
                  <a:cubicBezTo>
                    <a:pt x="3768" y="7178"/>
                    <a:pt x="6872" y="3894"/>
                    <a:pt x="10921" y="2069"/>
                  </a:cubicBezTo>
                  <a:cubicBezTo>
                    <a:pt x="13099" y="1096"/>
                    <a:pt x="15406" y="598"/>
                    <a:pt x="17728" y="598"/>
                  </a:cubicBezTo>
                  <a:close/>
                  <a:moveTo>
                    <a:pt x="17726" y="0"/>
                  </a:moveTo>
                  <a:cubicBezTo>
                    <a:pt x="15324" y="0"/>
                    <a:pt x="12928" y="509"/>
                    <a:pt x="10672" y="1524"/>
                  </a:cubicBezTo>
                  <a:cubicBezTo>
                    <a:pt x="6477" y="3411"/>
                    <a:pt x="3270" y="6818"/>
                    <a:pt x="1638" y="11118"/>
                  </a:cubicBezTo>
                  <a:cubicBezTo>
                    <a:pt x="1" y="15416"/>
                    <a:pt x="145" y="20095"/>
                    <a:pt x="2026" y="24290"/>
                  </a:cubicBezTo>
                  <a:cubicBezTo>
                    <a:pt x="3912" y="28485"/>
                    <a:pt x="7319" y="31693"/>
                    <a:pt x="11619" y="33324"/>
                  </a:cubicBezTo>
                  <a:cubicBezTo>
                    <a:pt x="13609" y="34084"/>
                    <a:pt x="15676" y="34457"/>
                    <a:pt x="17743" y="34457"/>
                  </a:cubicBezTo>
                  <a:cubicBezTo>
                    <a:pt x="20142" y="34457"/>
                    <a:pt x="22539" y="33946"/>
                    <a:pt x="24793" y="32937"/>
                  </a:cubicBezTo>
                  <a:cubicBezTo>
                    <a:pt x="28988" y="31050"/>
                    <a:pt x="32194" y="27643"/>
                    <a:pt x="33833" y="23343"/>
                  </a:cubicBezTo>
                  <a:cubicBezTo>
                    <a:pt x="35464" y="19045"/>
                    <a:pt x="35326" y="14366"/>
                    <a:pt x="33438" y="10171"/>
                  </a:cubicBezTo>
                  <a:cubicBezTo>
                    <a:pt x="31552" y="5976"/>
                    <a:pt x="28145" y="2768"/>
                    <a:pt x="23846" y="1131"/>
                  </a:cubicBezTo>
                  <a:cubicBezTo>
                    <a:pt x="21859" y="376"/>
                    <a:pt x="19790" y="0"/>
                    <a:pt x="177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1" name="Google Shape;16331;p43"/>
            <p:cNvSpPr/>
            <p:nvPr/>
          </p:nvSpPr>
          <p:spPr>
            <a:xfrm>
              <a:off x="3371629" y="4691867"/>
              <a:ext cx="291771" cy="306344"/>
            </a:xfrm>
            <a:custGeom>
              <a:rect b="b" l="l" r="r" t="t"/>
              <a:pathLst>
                <a:path extrusionOk="0" h="4057" w="3864">
                  <a:moveTo>
                    <a:pt x="3863" y="1"/>
                  </a:moveTo>
                  <a:lnTo>
                    <a:pt x="0" y="3857"/>
                  </a:lnTo>
                  <a:lnTo>
                    <a:pt x="1971" y="4056"/>
                  </a:lnTo>
                  <a:lnTo>
                    <a:pt x="3034" y="2993"/>
                  </a:lnTo>
                  <a:lnTo>
                    <a:pt x="386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2" name="Google Shape;16332;p43"/>
            <p:cNvSpPr/>
            <p:nvPr/>
          </p:nvSpPr>
          <p:spPr>
            <a:xfrm>
              <a:off x="2162396" y="3506570"/>
              <a:ext cx="322126" cy="335189"/>
            </a:xfrm>
            <a:custGeom>
              <a:rect b="b" l="l" r="r" t="t"/>
              <a:pathLst>
                <a:path extrusionOk="0" h="4439" w="4266">
                  <a:moveTo>
                    <a:pt x="3276" y="1"/>
                  </a:moveTo>
                  <a:lnTo>
                    <a:pt x="0" y="3277"/>
                  </a:lnTo>
                  <a:cubicBezTo>
                    <a:pt x="63" y="3353"/>
                    <a:pt x="125" y="3430"/>
                    <a:pt x="188" y="3506"/>
                  </a:cubicBezTo>
                  <a:cubicBezTo>
                    <a:pt x="291" y="3630"/>
                    <a:pt x="395" y="3755"/>
                    <a:pt x="505" y="3879"/>
                  </a:cubicBezTo>
                  <a:cubicBezTo>
                    <a:pt x="526" y="3899"/>
                    <a:pt x="539" y="3927"/>
                    <a:pt x="561" y="3947"/>
                  </a:cubicBezTo>
                  <a:cubicBezTo>
                    <a:pt x="705" y="4113"/>
                    <a:pt x="858" y="4272"/>
                    <a:pt x="1002" y="4438"/>
                  </a:cubicBezTo>
                  <a:lnTo>
                    <a:pt x="4265" y="1175"/>
                  </a:lnTo>
                  <a:cubicBezTo>
                    <a:pt x="3920" y="795"/>
                    <a:pt x="3588" y="402"/>
                    <a:pt x="32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3" name="Google Shape;16333;p43"/>
            <p:cNvSpPr/>
            <p:nvPr/>
          </p:nvSpPr>
          <p:spPr>
            <a:xfrm>
              <a:off x="4141917" y="3099490"/>
              <a:ext cx="1301188" cy="1399276"/>
            </a:xfrm>
            <a:custGeom>
              <a:rect b="b" l="l" r="r" t="t"/>
              <a:pathLst>
                <a:path extrusionOk="0" h="18531" w="17232">
                  <a:moveTo>
                    <a:pt x="17232" y="1"/>
                  </a:moveTo>
                  <a:lnTo>
                    <a:pt x="0" y="17232"/>
                  </a:lnTo>
                  <a:lnTo>
                    <a:pt x="871" y="18531"/>
                  </a:lnTo>
                  <a:lnTo>
                    <a:pt x="15890" y="3513"/>
                  </a:lnTo>
                  <a:cubicBezTo>
                    <a:pt x="16042" y="3187"/>
                    <a:pt x="16188" y="2862"/>
                    <a:pt x="16326" y="2531"/>
                  </a:cubicBezTo>
                  <a:cubicBezTo>
                    <a:pt x="16339" y="2502"/>
                    <a:pt x="16346" y="2476"/>
                    <a:pt x="16361" y="2454"/>
                  </a:cubicBezTo>
                  <a:cubicBezTo>
                    <a:pt x="16422" y="2303"/>
                    <a:pt x="16485" y="2144"/>
                    <a:pt x="16547" y="1991"/>
                  </a:cubicBezTo>
                  <a:cubicBezTo>
                    <a:pt x="16547" y="1985"/>
                    <a:pt x="16553" y="1978"/>
                    <a:pt x="16553" y="1963"/>
                  </a:cubicBezTo>
                  <a:cubicBezTo>
                    <a:pt x="16562" y="1957"/>
                    <a:pt x="16562" y="1950"/>
                    <a:pt x="16568" y="1943"/>
                  </a:cubicBezTo>
                  <a:cubicBezTo>
                    <a:pt x="16595" y="1867"/>
                    <a:pt x="16623" y="1797"/>
                    <a:pt x="16651" y="1723"/>
                  </a:cubicBezTo>
                  <a:cubicBezTo>
                    <a:pt x="16686" y="1632"/>
                    <a:pt x="16719" y="1542"/>
                    <a:pt x="16754" y="1452"/>
                  </a:cubicBezTo>
                  <a:cubicBezTo>
                    <a:pt x="16810" y="1293"/>
                    <a:pt x="16865" y="1142"/>
                    <a:pt x="16913" y="983"/>
                  </a:cubicBezTo>
                  <a:cubicBezTo>
                    <a:pt x="16926" y="961"/>
                    <a:pt x="16935" y="935"/>
                    <a:pt x="16948" y="907"/>
                  </a:cubicBezTo>
                  <a:cubicBezTo>
                    <a:pt x="17044" y="603"/>
                    <a:pt x="17142" y="304"/>
                    <a:pt x="172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4" name="Google Shape;16334;p43"/>
            <p:cNvSpPr/>
            <p:nvPr/>
          </p:nvSpPr>
          <p:spPr>
            <a:xfrm>
              <a:off x="1766869" y="1154401"/>
              <a:ext cx="477978" cy="451021"/>
            </a:xfrm>
            <a:custGeom>
              <a:rect b="b" l="l" r="r" t="t"/>
              <a:pathLst>
                <a:path extrusionOk="0" h="5973" w="6330">
                  <a:moveTo>
                    <a:pt x="4878" y="1"/>
                  </a:moveTo>
                  <a:lnTo>
                    <a:pt x="0" y="4881"/>
                  </a:lnTo>
                  <a:lnTo>
                    <a:pt x="1072" y="5973"/>
                  </a:lnTo>
                  <a:lnTo>
                    <a:pt x="6330" y="713"/>
                  </a:lnTo>
                  <a:lnTo>
                    <a:pt x="48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5" name="Google Shape;16335;p43"/>
            <p:cNvSpPr/>
            <p:nvPr/>
          </p:nvSpPr>
          <p:spPr>
            <a:xfrm>
              <a:off x="1673915" y="1092784"/>
              <a:ext cx="445207" cy="418174"/>
            </a:xfrm>
            <a:custGeom>
              <a:rect b="b" l="l" r="r" t="t"/>
              <a:pathLst>
                <a:path extrusionOk="0" h="5538" w="5896">
                  <a:moveTo>
                    <a:pt x="4444" y="1"/>
                  </a:moveTo>
                  <a:lnTo>
                    <a:pt x="0" y="4445"/>
                  </a:lnTo>
                  <a:lnTo>
                    <a:pt x="1072" y="5538"/>
                  </a:lnTo>
                  <a:lnTo>
                    <a:pt x="5895" y="712"/>
                  </a:lnTo>
                  <a:lnTo>
                    <a:pt x="444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6" name="Google Shape;16336;p43"/>
            <p:cNvSpPr/>
            <p:nvPr/>
          </p:nvSpPr>
          <p:spPr>
            <a:xfrm>
              <a:off x="1188001" y="2095344"/>
              <a:ext cx="357540" cy="357691"/>
            </a:xfrm>
            <a:custGeom>
              <a:rect b="b" l="l" r="r" t="t"/>
              <a:pathLst>
                <a:path extrusionOk="0" h="4737" w="4735">
                  <a:moveTo>
                    <a:pt x="4735" y="1"/>
                  </a:moveTo>
                  <a:lnTo>
                    <a:pt x="2406" y="160"/>
                  </a:lnTo>
                  <a:lnTo>
                    <a:pt x="243" y="2323"/>
                  </a:lnTo>
                  <a:lnTo>
                    <a:pt x="1" y="4736"/>
                  </a:lnTo>
                  <a:lnTo>
                    <a:pt x="47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7" name="Google Shape;16337;p43"/>
            <p:cNvSpPr/>
            <p:nvPr/>
          </p:nvSpPr>
          <p:spPr>
            <a:xfrm>
              <a:off x="2451452" y="390909"/>
              <a:ext cx="48175" cy="42890"/>
            </a:xfrm>
            <a:custGeom>
              <a:rect b="b" l="l" r="r" t="t"/>
              <a:pathLst>
                <a:path extrusionOk="0" h="568" w="638">
                  <a:moveTo>
                    <a:pt x="638" y="0"/>
                  </a:moveTo>
                  <a:lnTo>
                    <a:pt x="1" y="290"/>
                  </a:lnTo>
                  <a:lnTo>
                    <a:pt x="70" y="567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8" name="Google Shape;16338;p43"/>
            <p:cNvSpPr/>
            <p:nvPr/>
          </p:nvSpPr>
          <p:spPr>
            <a:xfrm>
              <a:off x="4217050" y="3411653"/>
              <a:ext cx="1180599" cy="1199401"/>
            </a:xfrm>
            <a:custGeom>
              <a:rect b="b" l="l" r="r" t="t"/>
              <a:pathLst>
                <a:path extrusionOk="0" h="15884" w="15635">
                  <a:moveTo>
                    <a:pt x="14591" y="1"/>
                  </a:moveTo>
                  <a:lnTo>
                    <a:pt x="1" y="14583"/>
                  </a:lnTo>
                  <a:lnTo>
                    <a:pt x="872" y="15883"/>
                  </a:lnTo>
                  <a:lnTo>
                    <a:pt x="6138" y="10617"/>
                  </a:lnTo>
                  <a:lnTo>
                    <a:pt x="5896" y="9698"/>
                  </a:lnTo>
                  <a:cubicBezTo>
                    <a:pt x="6402" y="9373"/>
                    <a:pt x="6899" y="9019"/>
                    <a:pt x="7382" y="8653"/>
                  </a:cubicBezTo>
                  <a:cubicBezTo>
                    <a:pt x="7382" y="8653"/>
                    <a:pt x="7389" y="8646"/>
                    <a:pt x="7397" y="8646"/>
                  </a:cubicBezTo>
                  <a:cubicBezTo>
                    <a:pt x="7410" y="8633"/>
                    <a:pt x="7430" y="8620"/>
                    <a:pt x="7445" y="8605"/>
                  </a:cubicBezTo>
                  <a:cubicBezTo>
                    <a:pt x="7576" y="8502"/>
                    <a:pt x="7707" y="8404"/>
                    <a:pt x="7838" y="8301"/>
                  </a:cubicBezTo>
                  <a:cubicBezTo>
                    <a:pt x="7915" y="8238"/>
                    <a:pt x="7984" y="8177"/>
                    <a:pt x="8061" y="8122"/>
                  </a:cubicBezTo>
                  <a:cubicBezTo>
                    <a:pt x="8135" y="8059"/>
                    <a:pt x="8212" y="7997"/>
                    <a:pt x="8288" y="7928"/>
                  </a:cubicBezTo>
                  <a:cubicBezTo>
                    <a:pt x="8316" y="7906"/>
                    <a:pt x="8336" y="7893"/>
                    <a:pt x="8364" y="7873"/>
                  </a:cubicBezTo>
                  <a:cubicBezTo>
                    <a:pt x="8460" y="7782"/>
                    <a:pt x="8565" y="7699"/>
                    <a:pt x="8661" y="7609"/>
                  </a:cubicBezTo>
                  <a:cubicBezTo>
                    <a:pt x="8683" y="7596"/>
                    <a:pt x="8709" y="7574"/>
                    <a:pt x="8731" y="7555"/>
                  </a:cubicBezTo>
                  <a:cubicBezTo>
                    <a:pt x="9187" y="7153"/>
                    <a:pt x="9628" y="6738"/>
                    <a:pt x="10051" y="6311"/>
                  </a:cubicBezTo>
                  <a:lnTo>
                    <a:pt x="10313" y="6442"/>
                  </a:lnTo>
                  <a:lnTo>
                    <a:pt x="15635" y="1120"/>
                  </a:lnTo>
                  <a:lnTo>
                    <a:pt x="14571" y="42"/>
                  </a:lnTo>
                  <a:cubicBezTo>
                    <a:pt x="14578" y="27"/>
                    <a:pt x="14585" y="14"/>
                    <a:pt x="145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9" name="Google Shape;16339;p43"/>
            <p:cNvSpPr/>
            <p:nvPr/>
          </p:nvSpPr>
          <p:spPr>
            <a:xfrm>
              <a:off x="3201503" y="3840631"/>
              <a:ext cx="1289182" cy="1140428"/>
            </a:xfrm>
            <a:custGeom>
              <a:rect b="b" l="l" r="r" t="t"/>
              <a:pathLst>
                <a:path extrusionOk="0" h="15103" w="17073">
                  <a:moveTo>
                    <a:pt x="17072" y="1"/>
                  </a:moveTo>
                  <a:lnTo>
                    <a:pt x="17072" y="1"/>
                  </a:lnTo>
                  <a:cubicBezTo>
                    <a:pt x="16256" y="547"/>
                    <a:pt x="15405" y="1038"/>
                    <a:pt x="14521" y="1459"/>
                  </a:cubicBezTo>
                  <a:cubicBezTo>
                    <a:pt x="14493" y="1479"/>
                    <a:pt x="14467" y="1494"/>
                    <a:pt x="14432" y="1507"/>
                  </a:cubicBezTo>
                  <a:cubicBezTo>
                    <a:pt x="14301" y="1570"/>
                    <a:pt x="14176" y="1625"/>
                    <a:pt x="14045" y="1680"/>
                  </a:cubicBezTo>
                  <a:cubicBezTo>
                    <a:pt x="13921" y="1736"/>
                    <a:pt x="13803" y="1791"/>
                    <a:pt x="13685" y="1845"/>
                  </a:cubicBezTo>
                  <a:cubicBezTo>
                    <a:pt x="13650" y="1852"/>
                    <a:pt x="13622" y="1867"/>
                    <a:pt x="13589" y="1880"/>
                  </a:cubicBezTo>
                  <a:cubicBezTo>
                    <a:pt x="13284" y="2011"/>
                    <a:pt x="12974" y="2129"/>
                    <a:pt x="12662" y="2247"/>
                  </a:cubicBezTo>
                  <a:lnTo>
                    <a:pt x="0" y="14902"/>
                  </a:lnTo>
                  <a:lnTo>
                    <a:pt x="1969" y="15102"/>
                  </a:lnTo>
                  <a:lnTo>
                    <a:pt x="6241" y="10831"/>
                  </a:lnTo>
                  <a:lnTo>
                    <a:pt x="7009" y="8046"/>
                  </a:lnTo>
                  <a:cubicBezTo>
                    <a:pt x="7609" y="8011"/>
                    <a:pt x="8211" y="7956"/>
                    <a:pt x="8812" y="7880"/>
                  </a:cubicBezTo>
                  <a:cubicBezTo>
                    <a:pt x="8847" y="7880"/>
                    <a:pt x="8875" y="7873"/>
                    <a:pt x="8903" y="7873"/>
                  </a:cubicBezTo>
                  <a:cubicBezTo>
                    <a:pt x="9019" y="7852"/>
                    <a:pt x="9130" y="7839"/>
                    <a:pt x="9248" y="7824"/>
                  </a:cubicBezTo>
                  <a:lnTo>
                    <a:pt x="170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0" name="Google Shape;16340;p43"/>
            <p:cNvSpPr/>
            <p:nvPr/>
          </p:nvSpPr>
          <p:spPr>
            <a:xfrm>
              <a:off x="1458331" y="1690379"/>
              <a:ext cx="891471" cy="926508"/>
            </a:xfrm>
            <a:custGeom>
              <a:rect b="b" l="l" r="r" t="t"/>
              <a:pathLst>
                <a:path extrusionOk="0" h="12270" w="11806">
                  <a:moveTo>
                    <a:pt x="11806" y="1"/>
                  </a:moveTo>
                  <a:lnTo>
                    <a:pt x="0" y="11800"/>
                  </a:lnTo>
                  <a:lnTo>
                    <a:pt x="1701" y="12269"/>
                  </a:lnTo>
                  <a:lnTo>
                    <a:pt x="9538" y="4438"/>
                  </a:lnTo>
                  <a:cubicBezTo>
                    <a:pt x="10112" y="2875"/>
                    <a:pt x="10872" y="1383"/>
                    <a:pt x="118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1" name="Google Shape;16341;p43"/>
            <p:cNvSpPr/>
            <p:nvPr/>
          </p:nvSpPr>
          <p:spPr>
            <a:xfrm>
              <a:off x="5911669" y="2868275"/>
              <a:ext cx="137806" cy="137881"/>
            </a:xfrm>
            <a:custGeom>
              <a:rect b="b" l="l" r="r" t="t"/>
              <a:pathLst>
                <a:path extrusionOk="0" h="1826" w="1825">
                  <a:moveTo>
                    <a:pt x="1825" y="1"/>
                  </a:moveTo>
                  <a:lnTo>
                    <a:pt x="0" y="1825"/>
                  </a:lnTo>
                  <a:lnTo>
                    <a:pt x="1652" y="1716"/>
                  </a:lnTo>
                  <a:lnTo>
                    <a:pt x="18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2" name="Google Shape;16342;p43"/>
            <p:cNvSpPr/>
            <p:nvPr/>
          </p:nvSpPr>
          <p:spPr>
            <a:xfrm>
              <a:off x="1739685" y="2312061"/>
              <a:ext cx="363807" cy="511958"/>
            </a:xfrm>
            <a:custGeom>
              <a:rect b="b" l="l" r="r" t="t"/>
              <a:pathLst>
                <a:path extrusionOk="0" h="6780" w="4818">
                  <a:moveTo>
                    <a:pt x="4817" y="0"/>
                  </a:moveTo>
                  <a:lnTo>
                    <a:pt x="0" y="4811"/>
                  </a:lnTo>
                  <a:cubicBezTo>
                    <a:pt x="35" y="5342"/>
                    <a:pt x="83" y="5874"/>
                    <a:pt x="153" y="6400"/>
                  </a:cubicBezTo>
                  <a:cubicBezTo>
                    <a:pt x="153" y="6428"/>
                    <a:pt x="159" y="6455"/>
                    <a:pt x="159" y="6489"/>
                  </a:cubicBezTo>
                  <a:cubicBezTo>
                    <a:pt x="173" y="6586"/>
                    <a:pt x="188" y="6683"/>
                    <a:pt x="201" y="6780"/>
                  </a:cubicBezTo>
                  <a:lnTo>
                    <a:pt x="4575" y="2412"/>
                  </a:lnTo>
                  <a:cubicBezTo>
                    <a:pt x="4583" y="2170"/>
                    <a:pt x="4596" y="1928"/>
                    <a:pt x="4616" y="1692"/>
                  </a:cubicBezTo>
                  <a:cubicBezTo>
                    <a:pt x="4616" y="1659"/>
                    <a:pt x="4616" y="1631"/>
                    <a:pt x="4625" y="1596"/>
                  </a:cubicBezTo>
                  <a:cubicBezTo>
                    <a:pt x="4631" y="1458"/>
                    <a:pt x="4651" y="1312"/>
                    <a:pt x="4666" y="1168"/>
                  </a:cubicBezTo>
                  <a:cubicBezTo>
                    <a:pt x="4679" y="1037"/>
                    <a:pt x="4686" y="904"/>
                    <a:pt x="4708" y="773"/>
                  </a:cubicBezTo>
                  <a:cubicBezTo>
                    <a:pt x="4708" y="747"/>
                    <a:pt x="4714" y="712"/>
                    <a:pt x="4714" y="684"/>
                  </a:cubicBezTo>
                  <a:cubicBezTo>
                    <a:pt x="4749" y="456"/>
                    <a:pt x="4776" y="228"/>
                    <a:pt x="48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3" name="Google Shape;16343;p43"/>
            <p:cNvSpPr/>
            <p:nvPr/>
          </p:nvSpPr>
          <p:spPr>
            <a:xfrm>
              <a:off x="1757959" y="2518735"/>
              <a:ext cx="330960" cy="463480"/>
            </a:xfrm>
            <a:custGeom>
              <a:rect b="b" l="l" r="r" t="t"/>
              <a:pathLst>
                <a:path extrusionOk="0" h="6138" w="4383">
                  <a:moveTo>
                    <a:pt x="4320" y="0"/>
                  </a:moveTo>
                  <a:lnTo>
                    <a:pt x="0" y="4320"/>
                  </a:lnTo>
                  <a:cubicBezTo>
                    <a:pt x="14" y="4388"/>
                    <a:pt x="20" y="4457"/>
                    <a:pt x="35" y="4527"/>
                  </a:cubicBezTo>
                  <a:cubicBezTo>
                    <a:pt x="48" y="4623"/>
                    <a:pt x="62" y="4719"/>
                    <a:pt x="83" y="4811"/>
                  </a:cubicBezTo>
                  <a:cubicBezTo>
                    <a:pt x="111" y="4977"/>
                    <a:pt x="138" y="5134"/>
                    <a:pt x="173" y="5300"/>
                  </a:cubicBezTo>
                  <a:cubicBezTo>
                    <a:pt x="179" y="5328"/>
                    <a:pt x="179" y="5356"/>
                    <a:pt x="186" y="5383"/>
                  </a:cubicBezTo>
                  <a:cubicBezTo>
                    <a:pt x="236" y="5640"/>
                    <a:pt x="291" y="5889"/>
                    <a:pt x="352" y="6138"/>
                  </a:cubicBezTo>
                  <a:lnTo>
                    <a:pt x="4383" y="2107"/>
                  </a:lnTo>
                  <a:cubicBezTo>
                    <a:pt x="4326" y="1410"/>
                    <a:pt x="4306" y="705"/>
                    <a:pt x="43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4" name="Google Shape;16344;p43"/>
            <p:cNvSpPr/>
            <p:nvPr/>
          </p:nvSpPr>
          <p:spPr>
            <a:xfrm>
              <a:off x="5389812" y="3792077"/>
              <a:ext cx="332017" cy="350291"/>
            </a:xfrm>
            <a:custGeom>
              <a:rect b="b" l="l" r="r" t="t"/>
              <a:pathLst>
                <a:path extrusionOk="0" h="4639" w="4397">
                  <a:moveTo>
                    <a:pt x="3953" y="0"/>
                  </a:moveTo>
                  <a:lnTo>
                    <a:pt x="1" y="3961"/>
                  </a:lnTo>
                  <a:lnTo>
                    <a:pt x="1382" y="4638"/>
                  </a:lnTo>
                  <a:lnTo>
                    <a:pt x="4396" y="450"/>
                  </a:lnTo>
                  <a:lnTo>
                    <a:pt x="395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5" name="Google Shape;16345;p43"/>
            <p:cNvSpPr/>
            <p:nvPr/>
          </p:nvSpPr>
          <p:spPr>
            <a:xfrm>
              <a:off x="2051772" y="3786943"/>
              <a:ext cx="736449" cy="709265"/>
            </a:xfrm>
            <a:custGeom>
              <a:rect b="b" l="l" r="r" t="t"/>
              <a:pathLst>
                <a:path extrusionOk="0" h="9393" w="9753">
                  <a:moveTo>
                    <a:pt x="8480" y="0"/>
                  </a:moveTo>
                  <a:lnTo>
                    <a:pt x="1" y="8480"/>
                  </a:lnTo>
                  <a:lnTo>
                    <a:pt x="1258" y="9392"/>
                  </a:lnTo>
                  <a:lnTo>
                    <a:pt x="9753" y="891"/>
                  </a:lnTo>
                  <a:cubicBezTo>
                    <a:pt x="9615" y="801"/>
                    <a:pt x="9476" y="712"/>
                    <a:pt x="9338" y="614"/>
                  </a:cubicBezTo>
                  <a:cubicBezTo>
                    <a:pt x="9310" y="601"/>
                    <a:pt x="9283" y="581"/>
                    <a:pt x="9255" y="559"/>
                  </a:cubicBezTo>
                  <a:cubicBezTo>
                    <a:pt x="9137" y="476"/>
                    <a:pt x="9026" y="393"/>
                    <a:pt x="8910" y="310"/>
                  </a:cubicBezTo>
                  <a:cubicBezTo>
                    <a:pt x="8799" y="234"/>
                    <a:pt x="8694" y="158"/>
                    <a:pt x="8591" y="83"/>
                  </a:cubicBezTo>
                  <a:cubicBezTo>
                    <a:pt x="8563" y="62"/>
                    <a:pt x="8537" y="42"/>
                    <a:pt x="8508" y="20"/>
                  </a:cubicBezTo>
                  <a:cubicBezTo>
                    <a:pt x="8502" y="14"/>
                    <a:pt x="8487" y="7"/>
                    <a:pt x="84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6" name="Google Shape;16346;p43"/>
            <p:cNvSpPr/>
            <p:nvPr/>
          </p:nvSpPr>
          <p:spPr>
            <a:xfrm>
              <a:off x="1536636" y="972797"/>
              <a:ext cx="330507" cy="348705"/>
            </a:xfrm>
            <a:custGeom>
              <a:rect b="b" l="l" r="r" t="t"/>
              <a:pathLst>
                <a:path extrusionOk="0" h="4618" w="4377">
                  <a:moveTo>
                    <a:pt x="3021" y="1"/>
                  </a:moveTo>
                  <a:lnTo>
                    <a:pt x="0" y="4189"/>
                  </a:lnTo>
                  <a:lnTo>
                    <a:pt x="430" y="4617"/>
                  </a:lnTo>
                  <a:lnTo>
                    <a:pt x="4376" y="671"/>
                  </a:lnTo>
                  <a:lnTo>
                    <a:pt x="30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7" name="Google Shape;16347;p43"/>
            <p:cNvSpPr/>
            <p:nvPr/>
          </p:nvSpPr>
          <p:spPr>
            <a:xfrm>
              <a:off x="5737918" y="1690379"/>
              <a:ext cx="196326" cy="175938"/>
            </a:xfrm>
            <a:custGeom>
              <a:rect b="b" l="l" r="r" t="t"/>
              <a:pathLst>
                <a:path extrusionOk="0" h="2330" w="2600">
                  <a:moveTo>
                    <a:pt x="2329" y="1"/>
                  </a:moveTo>
                  <a:lnTo>
                    <a:pt x="0" y="2330"/>
                  </a:lnTo>
                  <a:lnTo>
                    <a:pt x="2600" y="588"/>
                  </a:lnTo>
                  <a:lnTo>
                    <a:pt x="232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8" name="Google Shape;16348;p43"/>
            <p:cNvSpPr/>
            <p:nvPr/>
          </p:nvSpPr>
          <p:spPr>
            <a:xfrm>
              <a:off x="1409324" y="2863669"/>
              <a:ext cx="737506" cy="817849"/>
            </a:xfrm>
            <a:custGeom>
              <a:rect b="b" l="l" r="r" t="t"/>
              <a:pathLst>
                <a:path extrusionOk="0" h="10831" w="9767">
                  <a:moveTo>
                    <a:pt x="9338" y="0"/>
                  </a:moveTo>
                  <a:lnTo>
                    <a:pt x="1" y="9338"/>
                  </a:lnTo>
                  <a:lnTo>
                    <a:pt x="671" y="10831"/>
                  </a:lnTo>
                  <a:lnTo>
                    <a:pt x="9766" y="1736"/>
                  </a:lnTo>
                  <a:cubicBezTo>
                    <a:pt x="9600" y="1162"/>
                    <a:pt x="9456" y="581"/>
                    <a:pt x="93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9" name="Google Shape;16349;p43"/>
            <p:cNvSpPr/>
            <p:nvPr/>
          </p:nvSpPr>
          <p:spPr>
            <a:xfrm>
              <a:off x="1467694" y="3013483"/>
              <a:ext cx="727690" cy="722253"/>
            </a:xfrm>
            <a:custGeom>
              <a:rect b="b" l="l" r="r" t="t"/>
              <a:pathLst>
                <a:path extrusionOk="0" h="9565" w="9637">
                  <a:moveTo>
                    <a:pt x="9069" y="0"/>
                  </a:moveTo>
                  <a:lnTo>
                    <a:pt x="1" y="9067"/>
                  </a:lnTo>
                  <a:lnTo>
                    <a:pt x="223" y="9565"/>
                  </a:lnTo>
                  <a:lnTo>
                    <a:pt x="2179" y="9054"/>
                  </a:lnTo>
                  <a:lnTo>
                    <a:pt x="9637" y="1596"/>
                  </a:lnTo>
                  <a:cubicBezTo>
                    <a:pt x="9421" y="1070"/>
                    <a:pt x="9235" y="539"/>
                    <a:pt x="90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0" name="Google Shape;16350;p43"/>
            <p:cNvSpPr/>
            <p:nvPr/>
          </p:nvSpPr>
          <p:spPr>
            <a:xfrm>
              <a:off x="1351332" y="2699735"/>
              <a:ext cx="759480" cy="852432"/>
            </a:xfrm>
            <a:custGeom>
              <a:rect b="b" l="l" r="r" t="t"/>
              <a:pathLst>
                <a:path extrusionOk="0" h="11289" w="10058">
                  <a:moveTo>
                    <a:pt x="9788" y="0"/>
                  </a:moveTo>
                  <a:lnTo>
                    <a:pt x="5793" y="3996"/>
                  </a:lnTo>
                  <a:cubicBezTo>
                    <a:pt x="5855" y="4252"/>
                    <a:pt x="5918" y="4500"/>
                    <a:pt x="5986" y="4749"/>
                  </a:cubicBezTo>
                  <a:lnTo>
                    <a:pt x="3111" y="6685"/>
                  </a:lnTo>
                  <a:lnTo>
                    <a:pt x="1" y="9795"/>
                  </a:lnTo>
                  <a:lnTo>
                    <a:pt x="671" y="11288"/>
                  </a:lnTo>
                  <a:lnTo>
                    <a:pt x="10058" y="1901"/>
                  </a:lnTo>
                  <a:cubicBezTo>
                    <a:pt x="9940" y="1272"/>
                    <a:pt x="9851" y="644"/>
                    <a:pt x="97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1" name="Google Shape;16351;p43"/>
            <p:cNvSpPr/>
            <p:nvPr/>
          </p:nvSpPr>
          <p:spPr>
            <a:xfrm>
              <a:off x="2236547" y="3607831"/>
              <a:ext cx="340852" cy="423385"/>
            </a:xfrm>
            <a:custGeom>
              <a:rect b="b" l="l" r="r" t="t"/>
              <a:pathLst>
                <a:path extrusionOk="0" h="5607" w="4514">
                  <a:moveTo>
                    <a:pt x="3436" y="0"/>
                  </a:moveTo>
                  <a:lnTo>
                    <a:pt x="173" y="3263"/>
                  </a:lnTo>
                  <a:cubicBezTo>
                    <a:pt x="387" y="3484"/>
                    <a:pt x="601" y="3706"/>
                    <a:pt x="823" y="3926"/>
                  </a:cubicBezTo>
                  <a:lnTo>
                    <a:pt x="0" y="5607"/>
                  </a:lnTo>
                  <a:lnTo>
                    <a:pt x="4514" y="1087"/>
                  </a:lnTo>
                  <a:cubicBezTo>
                    <a:pt x="4141" y="740"/>
                    <a:pt x="3781" y="373"/>
                    <a:pt x="34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2" name="Google Shape;16352;p43"/>
            <p:cNvSpPr/>
            <p:nvPr/>
          </p:nvSpPr>
          <p:spPr>
            <a:xfrm>
              <a:off x="2080995" y="3397004"/>
              <a:ext cx="318426" cy="344024"/>
            </a:xfrm>
            <a:custGeom>
              <a:rect b="b" l="l" r="r" t="t"/>
              <a:pathLst>
                <a:path extrusionOk="0" h="4556" w="4217">
                  <a:moveTo>
                    <a:pt x="3318" y="1"/>
                  </a:moveTo>
                  <a:lnTo>
                    <a:pt x="0" y="3318"/>
                  </a:lnTo>
                  <a:cubicBezTo>
                    <a:pt x="179" y="3560"/>
                    <a:pt x="354" y="3809"/>
                    <a:pt x="539" y="4051"/>
                  </a:cubicBezTo>
                  <a:cubicBezTo>
                    <a:pt x="553" y="4071"/>
                    <a:pt x="574" y="4093"/>
                    <a:pt x="594" y="4119"/>
                  </a:cubicBezTo>
                  <a:cubicBezTo>
                    <a:pt x="692" y="4244"/>
                    <a:pt x="795" y="4376"/>
                    <a:pt x="893" y="4507"/>
                  </a:cubicBezTo>
                  <a:cubicBezTo>
                    <a:pt x="906" y="4521"/>
                    <a:pt x="919" y="4534"/>
                    <a:pt x="934" y="4555"/>
                  </a:cubicBezTo>
                  <a:lnTo>
                    <a:pt x="4217" y="1273"/>
                  </a:lnTo>
                  <a:cubicBezTo>
                    <a:pt x="3898" y="858"/>
                    <a:pt x="3601" y="437"/>
                    <a:pt x="33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3" name="Google Shape;16353;p43"/>
            <p:cNvSpPr/>
            <p:nvPr/>
          </p:nvSpPr>
          <p:spPr>
            <a:xfrm>
              <a:off x="4443659" y="4530575"/>
              <a:ext cx="352783" cy="331489"/>
            </a:xfrm>
            <a:custGeom>
              <a:rect b="b" l="l" r="r" t="t"/>
              <a:pathLst>
                <a:path extrusionOk="0" h="4390" w="4672">
                  <a:moveTo>
                    <a:pt x="4222" y="0"/>
                  </a:moveTo>
                  <a:lnTo>
                    <a:pt x="0" y="4230"/>
                  </a:lnTo>
                  <a:lnTo>
                    <a:pt x="110" y="4389"/>
                  </a:lnTo>
                  <a:lnTo>
                    <a:pt x="3545" y="2848"/>
                  </a:lnTo>
                  <a:lnTo>
                    <a:pt x="4671" y="1722"/>
                  </a:lnTo>
                  <a:lnTo>
                    <a:pt x="422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4" name="Google Shape;16354;p43"/>
            <p:cNvSpPr/>
            <p:nvPr/>
          </p:nvSpPr>
          <p:spPr>
            <a:xfrm>
              <a:off x="1311688" y="688347"/>
              <a:ext cx="2015588" cy="1888279"/>
            </a:xfrm>
            <a:custGeom>
              <a:rect b="b" l="l" r="r" t="t"/>
              <a:pathLst>
                <a:path extrusionOk="0" h="25007" w="26693">
                  <a:moveTo>
                    <a:pt x="26693" y="1"/>
                  </a:moveTo>
                  <a:lnTo>
                    <a:pt x="26687" y="7"/>
                  </a:lnTo>
                  <a:lnTo>
                    <a:pt x="26687" y="7"/>
                  </a:lnTo>
                  <a:cubicBezTo>
                    <a:pt x="26690" y="6"/>
                    <a:pt x="26693" y="5"/>
                    <a:pt x="26693" y="1"/>
                  </a:cubicBezTo>
                  <a:close/>
                  <a:moveTo>
                    <a:pt x="26687" y="7"/>
                  </a:moveTo>
                  <a:cubicBezTo>
                    <a:pt x="26684" y="7"/>
                    <a:pt x="26682" y="7"/>
                    <a:pt x="26680" y="7"/>
                  </a:cubicBezTo>
                  <a:cubicBezTo>
                    <a:pt x="26582" y="22"/>
                    <a:pt x="26492" y="36"/>
                    <a:pt x="26396" y="55"/>
                  </a:cubicBezTo>
                  <a:cubicBezTo>
                    <a:pt x="26230" y="84"/>
                    <a:pt x="26071" y="112"/>
                    <a:pt x="25912" y="147"/>
                  </a:cubicBezTo>
                  <a:cubicBezTo>
                    <a:pt x="25885" y="147"/>
                    <a:pt x="25863" y="153"/>
                    <a:pt x="25844" y="160"/>
                  </a:cubicBezTo>
                  <a:lnTo>
                    <a:pt x="25822" y="160"/>
                  </a:lnTo>
                  <a:cubicBezTo>
                    <a:pt x="25228" y="278"/>
                    <a:pt x="24641" y="415"/>
                    <a:pt x="24060" y="575"/>
                  </a:cubicBezTo>
                  <a:lnTo>
                    <a:pt x="24019" y="512"/>
                  </a:lnTo>
                  <a:lnTo>
                    <a:pt x="6552" y="17978"/>
                  </a:lnTo>
                  <a:cubicBezTo>
                    <a:pt x="6511" y="18123"/>
                    <a:pt x="6478" y="18269"/>
                    <a:pt x="6436" y="18406"/>
                  </a:cubicBezTo>
                  <a:lnTo>
                    <a:pt x="6104" y="18435"/>
                  </a:lnTo>
                  <a:lnTo>
                    <a:pt x="0" y="24537"/>
                  </a:lnTo>
                  <a:lnTo>
                    <a:pt x="1694" y="25007"/>
                  </a:lnTo>
                  <a:lnTo>
                    <a:pt x="14619" y="12082"/>
                  </a:lnTo>
                  <a:cubicBezTo>
                    <a:pt x="15607" y="10824"/>
                    <a:pt x="16747" y="9691"/>
                    <a:pt x="17998" y="8703"/>
                  </a:cubicBezTo>
                  <a:lnTo>
                    <a:pt x="26687" y="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5" name="Google Shape;16355;p43"/>
            <p:cNvSpPr/>
            <p:nvPr/>
          </p:nvSpPr>
          <p:spPr>
            <a:xfrm>
              <a:off x="5263406" y="3697613"/>
              <a:ext cx="413417" cy="385705"/>
            </a:xfrm>
            <a:custGeom>
              <a:rect b="b" l="l" r="r" t="t"/>
              <a:pathLst>
                <a:path extrusionOk="0" h="5108" w="5475">
                  <a:moveTo>
                    <a:pt x="4397" y="1"/>
                  </a:moveTo>
                  <a:lnTo>
                    <a:pt x="1" y="4396"/>
                  </a:lnTo>
                  <a:lnTo>
                    <a:pt x="1461" y="5108"/>
                  </a:lnTo>
                  <a:lnTo>
                    <a:pt x="5475" y="1092"/>
                  </a:lnTo>
                  <a:lnTo>
                    <a:pt x="43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6" name="Google Shape;16356;p43"/>
            <p:cNvSpPr/>
            <p:nvPr/>
          </p:nvSpPr>
          <p:spPr>
            <a:xfrm>
              <a:off x="1182791" y="2081828"/>
              <a:ext cx="563682" cy="454117"/>
            </a:xfrm>
            <a:custGeom>
              <a:rect b="b" l="l" r="r" t="t"/>
              <a:pathLst>
                <a:path extrusionOk="0" h="6014" w="7465">
                  <a:moveTo>
                    <a:pt x="7465" y="0"/>
                  </a:moveTo>
                  <a:lnTo>
                    <a:pt x="5142" y="160"/>
                  </a:lnTo>
                  <a:lnTo>
                    <a:pt x="35" y="5267"/>
                  </a:lnTo>
                  <a:lnTo>
                    <a:pt x="0" y="5605"/>
                  </a:lnTo>
                  <a:lnTo>
                    <a:pt x="1458" y="6013"/>
                  </a:lnTo>
                  <a:lnTo>
                    <a:pt x="74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7" name="Google Shape;16357;p43"/>
            <p:cNvSpPr/>
            <p:nvPr/>
          </p:nvSpPr>
          <p:spPr>
            <a:xfrm>
              <a:off x="4367846" y="4381290"/>
              <a:ext cx="390009" cy="454117"/>
            </a:xfrm>
            <a:custGeom>
              <a:rect b="b" l="l" r="r" t="t"/>
              <a:pathLst>
                <a:path extrusionOk="0" h="6014" w="5165">
                  <a:moveTo>
                    <a:pt x="4715" y="0"/>
                  </a:moveTo>
                  <a:lnTo>
                    <a:pt x="1" y="4714"/>
                  </a:lnTo>
                  <a:lnTo>
                    <a:pt x="872" y="6013"/>
                  </a:lnTo>
                  <a:lnTo>
                    <a:pt x="5165" y="1722"/>
                  </a:lnTo>
                  <a:lnTo>
                    <a:pt x="47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8" name="Google Shape;16358;p43"/>
            <p:cNvSpPr/>
            <p:nvPr/>
          </p:nvSpPr>
          <p:spPr>
            <a:xfrm>
              <a:off x="4292712" y="4232609"/>
              <a:ext cx="426556" cy="490664"/>
            </a:xfrm>
            <a:custGeom>
              <a:rect b="b" l="l" r="r" t="t"/>
              <a:pathLst>
                <a:path extrusionOk="0" h="6498" w="5649">
                  <a:moveTo>
                    <a:pt x="5199" y="0"/>
                  </a:moveTo>
                  <a:lnTo>
                    <a:pt x="1" y="5197"/>
                  </a:lnTo>
                  <a:lnTo>
                    <a:pt x="871" y="6497"/>
                  </a:lnTo>
                  <a:lnTo>
                    <a:pt x="5649" y="1720"/>
                  </a:lnTo>
                  <a:lnTo>
                    <a:pt x="519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9" name="Google Shape;16359;p43"/>
            <p:cNvSpPr/>
            <p:nvPr/>
          </p:nvSpPr>
          <p:spPr>
            <a:xfrm>
              <a:off x="3667557" y="111216"/>
              <a:ext cx="46590" cy="49686"/>
            </a:xfrm>
            <a:custGeom>
              <a:rect b="b" l="l" r="r" t="t"/>
              <a:pathLst>
                <a:path extrusionOk="0" h="658" w="617">
                  <a:moveTo>
                    <a:pt x="186" y="0"/>
                  </a:moveTo>
                  <a:lnTo>
                    <a:pt x="1" y="657"/>
                  </a:lnTo>
                  <a:lnTo>
                    <a:pt x="1" y="657"/>
                  </a:lnTo>
                  <a:lnTo>
                    <a:pt x="616" y="42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0" name="Google Shape;16360;p43"/>
            <p:cNvSpPr/>
            <p:nvPr/>
          </p:nvSpPr>
          <p:spPr>
            <a:xfrm>
              <a:off x="1664476" y="3151291"/>
              <a:ext cx="589809" cy="537480"/>
            </a:xfrm>
            <a:custGeom>
              <a:rect b="b" l="l" r="r" t="t"/>
              <a:pathLst>
                <a:path extrusionOk="0" h="7118" w="7811">
                  <a:moveTo>
                    <a:pt x="7120" y="0"/>
                  </a:moveTo>
                  <a:lnTo>
                    <a:pt x="1" y="7118"/>
                  </a:lnTo>
                  <a:lnTo>
                    <a:pt x="2925" y="6358"/>
                  </a:lnTo>
                  <a:lnTo>
                    <a:pt x="7810" y="1478"/>
                  </a:lnTo>
                  <a:cubicBezTo>
                    <a:pt x="7727" y="1319"/>
                    <a:pt x="7644" y="1161"/>
                    <a:pt x="7570" y="995"/>
                  </a:cubicBezTo>
                  <a:cubicBezTo>
                    <a:pt x="7555" y="967"/>
                    <a:pt x="7535" y="932"/>
                    <a:pt x="7520" y="904"/>
                  </a:cubicBezTo>
                  <a:cubicBezTo>
                    <a:pt x="7459" y="773"/>
                    <a:pt x="7404" y="642"/>
                    <a:pt x="7341" y="511"/>
                  </a:cubicBezTo>
                  <a:cubicBezTo>
                    <a:pt x="7293" y="393"/>
                    <a:pt x="7238" y="275"/>
                    <a:pt x="7188" y="158"/>
                  </a:cubicBezTo>
                  <a:cubicBezTo>
                    <a:pt x="7175" y="124"/>
                    <a:pt x="7162" y="96"/>
                    <a:pt x="7147" y="61"/>
                  </a:cubicBezTo>
                  <a:cubicBezTo>
                    <a:pt x="7140" y="41"/>
                    <a:pt x="7127" y="20"/>
                    <a:pt x="7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1" name="Google Shape;16361;p43"/>
            <p:cNvSpPr/>
            <p:nvPr/>
          </p:nvSpPr>
          <p:spPr>
            <a:xfrm>
              <a:off x="1917664" y="3278527"/>
              <a:ext cx="404507" cy="355048"/>
            </a:xfrm>
            <a:custGeom>
              <a:rect b="b" l="l" r="r" t="t"/>
              <a:pathLst>
                <a:path extrusionOk="0" h="4702" w="5357">
                  <a:moveTo>
                    <a:pt x="4562" y="0"/>
                  </a:moveTo>
                  <a:lnTo>
                    <a:pt x="0" y="4562"/>
                  </a:lnTo>
                  <a:lnTo>
                    <a:pt x="1659" y="4134"/>
                  </a:lnTo>
                  <a:cubicBezTo>
                    <a:pt x="1783" y="4328"/>
                    <a:pt x="1908" y="4514"/>
                    <a:pt x="2039" y="4701"/>
                  </a:cubicBezTo>
                  <a:lnTo>
                    <a:pt x="5356" y="1375"/>
                  </a:lnTo>
                  <a:cubicBezTo>
                    <a:pt x="5079" y="928"/>
                    <a:pt x="4811" y="471"/>
                    <a:pt x="45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2" name="Google Shape;16362;p43"/>
            <p:cNvSpPr/>
            <p:nvPr/>
          </p:nvSpPr>
          <p:spPr>
            <a:xfrm>
              <a:off x="5137681" y="3603149"/>
              <a:ext cx="445887" cy="418703"/>
            </a:xfrm>
            <a:custGeom>
              <a:rect b="b" l="l" r="r" t="t"/>
              <a:pathLst>
                <a:path extrusionOk="0" h="5545" w="5905">
                  <a:moveTo>
                    <a:pt x="4833" y="1"/>
                  </a:moveTo>
                  <a:lnTo>
                    <a:pt x="1" y="4825"/>
                  </a:lnTo>
                  <a:lnTo>
                    <a:pt x="1459" y="5544"/>
                  </a:lnTo>
                  <a:lnTo>
                    <a:pt x="5904" y="1092"/>
                  </a:lnTo>
                  <a:lnTo>
                    <a:pt x="48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3" name="Google Shape;16363;p43"/>
            <p:cNvSpPr/>
            <p:nvPr/>
          </p:nvSpPr>
          <p:spPr>
            <a:xfrm>
              <a:off x="5011955" y="3508760"/>
              <a:ext cx="478658" cy="450946"/>
            </a:xfrm>
            <a:custGeom>
              <a:rect b="b" l="l" r="r" t="t"/>
              <a:pathLst>
                <a:path extrusionOk="0" h="5972" w="6339">
                  <a:moveTo>
                    <a:pt x="5267" y="0"/>
                  </a:moveTo>
                  <a:lnTo>
                    <a:pt x="0" y="5260"/>
                  </a:lnTo>
                  <a:lnTo>
                    <a:pt x="1452" y="5972"/>
                  </a:lnTo>
                  <a:lnTo>
                    <a:pt x="6338" y="1092"/>
                  </a:lnTo>
                  <a:lnTo>
                    <a:pt x="52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4" name="Google Shape;16364;p43"/>
            <p:cNvSpPr/>
            <p:nvPr/>
          </p:nvSpPr>
          <p:spPr>
            <a:xfrm>
              <a:off x="1605502" y="2062044"/>
              <a:ext cx="560058" cy="595547"/>
            </a:xfrm>
            <a:custGeom>
              <a:rect b="b" l="l" r="r" t="t"/>
              <a:pathLst>
                <a:path extrusionOk="0" h="7887" w="7417">
                  <a:moveTo>
                    <a:pt x="7417" y="0"/>
                  </a:moveTo>
                  <a:lnTo>
                    <a:pt x="1" y="7417"/>
                  </a:lnTo>
                  <a:lnTo>
                    <a:pt x="1694" y="7886"/>
                  </a:lnTo>
                  <a:lnTo>
                    <a:pt x="6657" y="2930"/>
                  </a:lnTo>
                  <a:cubicBezTo>
                    <a:pt x="6836" y="1935"/>
                    <a:pt x="7092" y="954"/>
                    <a:pt x="7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5" name="Google Shape;16365;p43"/>
            <p:cNvSpPr/>
            <p:nvPr/>
          </p:nvSpPr>
          <p:spPr>
            <a:xfrm>
              <a:off x="4754689" y="4679332"/>
              <a:ext cx="52781" cy="47043"/>
            </a:xfrm>
            <a:custGeom>
              <a:rect b="b" l="l" r="r" t="t"/>
              <a:pathLst>
                <a:path extrusionOk="0" h="623" w="699">
                  <a:moveTo>
                    <a:pt x="615" y="1"/>
                  </a:moveTo>
                  <a:lnTo>
                    <a:pt x="0" y="623"/>
                  </a:lnTo>
                  <a:lnTo>
                    <a:pt x="698" y="304"/>
                  </a:lnTo>
                  <a:lnTo>
                    <a:pt x="61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6" name="Google Shape;16366;p43"/>
            <p:cNvSpPr/>
            <p:nvPr/>
          </p:nvSpPr>
          <p:spPr>
            <a:xfrm>
              <a:off x="5111101" y="1431527"/>
              <a:ext cx="737506" cy="817924"/>
            </a:xfrm>
            <a:custGeom>
              <a:rect b="b" l="l" r="r" t="t"/>
              <a:pathLst>
                <a:path extrusionOk="0" h="10832" w="9767">
                  <a:moveTo>
                    <a:pt x="9089" y="0"/>
                  </a:moveTo>
                  <a:lnTo>
                    <a:pt x="1" y="9097"/>
                  </a:lnTo>
                  <a:cubicBezTo>
                    <a:pt x="167" y="9671"/>
                    <a:pt x="311" y="10251"/>
                    <a:pt x="429" y="10832"/>
                  </a:cubicBezTo>
                  <a:lnTo>
                    <a:pt x="9766" y="1501"/>
                  </a:lnTo>
                  <a:lnTo>
                    <a:pt x="908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7" name="Google Shape;16367;p43"/>
            <p:cNvSpPr/>
            <p:nvPr/>
          </p:nvSpPr>
          <p:spPr>
            <a:xfrm>
              <a:off x="4935311" y="1480609"/>
              <a:ext cx="402317" cy="354444"/>
            </a:xfrm>
            <a:custGeom>
              <a:rect b="b" l="l" r="r" t="t"/>
              <a:pathLst>
                <a:path extrusionOk="0" h="4694" w="5328">
                  <a:moveTo>
                    <a:pt x="3324" y="0"/>
                  </a:moveTo>
                  <a:lnTo>
                    <a:pt x="0" y="3318"/>
                  </a:lnTo>
                  <a:cubicBezTo>
                    <a:pt x="282" y="3767"/>
                    <a:pt x="546" y="4224"/>
                    <a:pt x="795" y="4693"/>
                  </a:cubicBezTo>
                  <a:lnTo>
                    <a:pt x="5328" y="160"/>
                  </a:lnTo>
                  <a:lnTo>
                    <a:pt x="3711" y="581"/>
                  </a:lnTo>
                  <a:cubicBezTo>
                    <a:pt x="3586" y="387"/>
                    <a:pt x="3455" y="194"/>
                    <a:pt x="33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8" name="Google Shape;16368;p43"/>
            <p:cNvSpPr/>
            <p:nvPr/>
          </p:nvSpPr>
          <p:spPr>
            <a:xfrm>
              <a:off x="5062547" y="1379424"/>
              <a:ext cx="727690" cy="720743"/>
            </a:xfrm>
            <a:custGeom>
              <a:rect b="b" l="l" r="r" t="t"/>
              <a:pathLst>
                <a:path extrusionOk="0" h="9545" w="9637">
                  <a:moveTo>
                    <a:pt x="9420" y="0"/>
                  </a:moveTo>
                  <a:lnTo>
                    <a:pt x="7423" y="518"/>
                  </a:lnTo>
                  <a:lnTo>
                    <a:pt x="0" y="7941"/>
                  </a:lnTo>
                  <a:cubicBezTo>
                    <a:pt x="214" y="8466"/>
                    <a:pt x="402" y="9006"/>
                    <a:pt x="568" y="9545"/>
                  </a:cubicBezTo>
                  <a:lnTo>
                    <a:pt x="9636" y="476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9" name="Google Shape;16369;p43"/>
            <p:cNvSpPr/>
            <p:nvPr/>
          </p:nvSpPr>
          <p:spPr>
            <a:xfrm>
              <a:off x="5003573" y="1426845"/>
              <a:ext cx="587241" cy="535592"/>
            </a:xfrm>
            <a:custGeom>
              <a:rect b="b" l="l" r="r" t="t"/>
              <a:pathLst>
                <a:path extrusionOk="0" h="7093" w="7777">
                  <a:moveTo>
                    <a:pt x="7776" y="1"/>
                  </a:moveTo>
                  <a:lnTo>
                    <a:pt x="4852" y="761"/>
                  </a:lnTo>
                  <a:lnTo>
                    <a:pt x="0" y="5612"/>
                  </a:lnTo>
                  <a:cubicBezTo>
                    <a:pt x="91" y="5778"/>
                    <a:pt x="174" y="5951"/>
                    <a:pt x="257" y="6117"/>
                  </a:cubicBezTo>
                  <a:cubicBezTo>
                    <a:pt x="270" y="6145"/>
                    <a:pt x="284" y="6180"/>
                    <a:pt x="299" y="6208"/>
                  </a:cubicBezTo>
                  <a:cubicBezTo>
                    <a:pt x="353" y="6324"/>
                    <a:pt x="401" y="6442"/>
                    <a:pt x="456" y="6566"/>
                  </a:cubicBezTo>
                  <a:cubicBezTo>
                    <a:pt x="519" y="6697"/>
                    <a:pt x="581" y="6830"/>
                    <a:pt x="637" y="6961"/>
                  </a:cubicBezTo>
                  <a:cubicBezTo>
                    <a:pt x="650" y="6988"/>
                    <a:pt x="664" y="7022"/>
                    <a:pt x="672" y="7051"/>
                  </a:cubicBezTo>
                  <a:cubicBezTo>
                    <a:pt x="678" y="7064"/>
                    <a:pt x="685" y="7079"/>
                    <a:pt x="692" y="7092"/>
                  </a:cubicBezTo>
                  <a:lnTo>
                    <a:pt x="77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0" name="Google Shape;16370;p43"/>
            <p:cNvSpPr/>
            <p:nvPr/>
          </p:nvSpPr>
          <p:spPr>
            <a:xfrm>
              <a:off x="4679480" y="1079268"/>
              <a:ext cx="345081" cy="426480"/>
            </a:xfrm>
            <a:custGeom>
              <a:rect b="b" l="l" r="r" t="t"/>
              <a:pathLst>
                <a:path extrusionOk="0" h="5648" w="4570">
                  <a:moveTo>
                    <a:pt x="4569" y="1"/>
                  </a:moveTo>
                  <a:lnTo>
                    <a:pt x="1" y="4569"/>
                  </a:lnTo>
                  <a:cubicBezTo>
                    <a:pt x="381" y="4914"/>
                    <a:pt x="741" y="5274"/>
                    <a:pt x="1086" y="5647"/>
                  </a:cubicBezTo>
                  <a:lnTo>
                    <a:pt x="4348" y="2393"/>
                  </a:lnTo>
                  <a:cubicBezTo>
                    <a:pt x="4141" y="2170"/>
                    <a:pt x="3927" y="1956"/>
                    <a:pt x="3711" y="1742"/>
                  </a:cubicBezTo>
                  <a:lnTo>
                    <a:pt x="45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1" name="Google Shape;16371;p43"/>
            <p:cNvSpPr/>
            <p:nvPr/>
          </p:nvSpPr>
          <p:spPr>
            <a:xfrm>
              <a:off x="4857988" y="1373157"/>
              <a:ext cx="318501" cy="343344"/>
            </a:xfrm>
            <a:custGeom>
              <a:rect b="b" l="l" r="r" t="t"/>
              <a:pathLst>
                <a:path extrusionOk="0" h="4547" w="4218">
                  <a:moveTo>
                    <a:pt x="3283" y="0"/>
                  </a:moveTo>
                  <a:lnTo>
                    <a:pt x="1" y="3276"/>
                  </a:lnTo>
                  <a:cubicBezTo>
                    <a:pt x="319" y="3691"/>
                    <a:pt x="616" y="4119"/>
                    <a:pt x="900" y="4547"/>
                  </a:cubicBezTo>
                  <a:lnTo>
                    <a:pt x="4217" y="1238"/>
                  </a:lnTo>
                  <a:cubicBezTo>
                    <a:pt x="4043" y="995"/>
                    <a:pt x="3870" y="753"/>
                    <a:pt x="3691" y="518"/>
                  </a:cubicBezTo>
                  <a:cubicBezTo>
                    <a:pt x="3678" y="498"/>
                    <a:pt x="3656" y="476"/>
                    <a:pt x="3643" y="450"/>
                  </a:cubicBezTo>
                  <a:cubicBezTo>
                    <a:pt x="3539" y="317"/>
                    <a:pt x="3443" y="193"/>
                    <a:pt x="3338" y="62"/>
                  </a:cubicBezTo>
                  <a:cubicBezTo>
                    <a:pt x="3318" y="42"/>
                    <a:pt x="3305" y="20"/>
                    <a:pt x="32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2" name="Google Shape;16372;p43"/>
            <p:cNvSpPr/>
            <p:nvPr/>
          </p:nvSpPr>
          <p:spPr>
            <a:xfrm>
              <a:off x="1324827" y="3253457"/>
              <a:ext cx="188473" cy="169142"/>
            </a:xfrm>
            <a:custGeom>
              <a:rect b="b" l="l" r="r" t="t"/>
              <a:pathLst>
                <a:path extrusionOk="0" h="2240" w="2496">
                  <a:moveTo>
                    <a:pt x="2495" y="1"/>
                  </a:moveTo>
                  <a:lnTo>
                    <a:pt x="0" y="1681"/>
                  </a:lnTo>
                  <a:lnTo>
                    <a:pt x="249" y="2240"/>
                  </a:lnTo>
                  <a:lnTo>
                    <a:pt x="249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3" name="Google Shape;16373;p43"/>
            <p:cNvSpPr/>
            <p:nvPr/>
          </p:nvSpPr>
          <p:spPr>
            <a:xfrm>
              <a:off x="4772962" y="1272425"/>
              <a:ext cx="322579" cy="335113"/>
            </a:xfrm>
            <a:custGeom>
              <a:rect b="b" l="l" r="r" t="t"/>
              <a:pathLst>
                <a:path extrusionOk="0" h="4438" w="4272">
                  <a:moveTo>
                    <a:pt x="3261" y="1"/>
                  </a:moveTo>
                  <a:lnTo>
                    <a:pt x="0" y="3255"/>
                  </a:lnTo>
                  <a:cubicBezTo>
                    <a:pt x="345" y="3635"/>
                    <a:pt x="677" y="4030"/>
                    <a:pt x="989" y="4438"/>
                  </a:cubicBezTo>
                  <a:lnTo>
                    <a:pt x="4272" y="1153"/>
                  </a:lnTo>
                  <a:cubicBezTo>
                    <a:pt x="4209" y="1085"/>
                    <a:pt x="4154" y="1016"/>
                    <a:pt x="4099" y="946"/>
                  </a:cubicBezTo>
                  <a:cubicBezTo>
                    <a:pt x="3988" y="822"/>
                    <a:pt x="3883" y="697"/>
                    <a:pt x="3774" y="573"/>
                  </a:cubicBezTo>
                  <a:cubicBezTo>
                    <a:pt x="3752" y="546"/>
                    <a:pt x="3739" y="525"/>
                    <a:pt x="3718" y="505"/>
                  </a:cubicBezTo>
                  <a:cubicBezTo>
                    <a:pt x="3567" y="332"/>
                    <a:pt x="3414" y="166"/>
                    <a:pt x="32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4" name="Google Shape;16374;p43"/>
            <p:cNvSpPr/>
            <p:nvPr/>
          </p:nvSpPr>
          <p:spPr>
            <a:xfrm>
              <a:off x="5155501" y="2289030"/>
              <a:ext cx="363279" cy="511580"/>
            </a:xfrm>
            <a:custGeom>
              <a:rect b="b" l="l" r="r" t="t"/>
              <a:pathLst>
                <a:path extrusionOk="0" h="6775" w="4811">
                  <a:moveTo>
                    <a:pt x="4603" y="0"/>
                  </a:moveTo>
                  <a:lnTo>
                    <a:pt x="242" y="4369"/>
                  </a:lnTo>
                  <a:cubicBezTo>
                    <a:pt x="227" y="4618"/>
                    <a:pt x="214" y="4859"/>
                    <a:pt x="201" y="5107"/>
                  </a:cubicBezTo>
                  <a:cubicBezTo>
                    <a:pt x="194" y="5142"/>
                    <a:pt x="194" y="5177"/>
                    <a:pt x="194" y="5219"/>
                  </a:cubicBezTo>
                  <a:cubicBezTo>
                    <a:pt x="179" y="5343"/>
                    <a:pt x="166" y="5474"/>
                    <a:pt x="153" y="5605"/>
                  </a:cubicBezTo>
                  <a:cubicBezTo>
                    <a:pt x="138" y="5751"/>
                    <a:pt x="125" y="5889"/>
                    <a:pt x="111" y="6028"/>
                  </a:cubicBezTo>
                  <a:cubicBezTo>
                    <a:pt x="103" y="6061"/>
                    <a:pt x="96" y="6096"/>
                    <a:pt x="96" y="6131"/>
                  </a:cubicBezTo>
                  <a:cubicBezTo>
                    <a:pt x="70" y="6345"/>
                    <a:pt x="35" y="6559"/>
                    <a:pt x="0" y="6774"/>
                  </a:cubicBezTo>
                  <a:lnTo>
                    <a:pt x="4811" y="1964"/>
                  </a:lnTo>
                  <a:cubicBezTo>
                    <a:pt x="4776" y="1445"/>
                    <a:pt x="4728" y="927"/>
                    <a:pt x="4658" y="408"/>
                  </a:cubicBezTo>
                  <a:cubicBezTo>
                    <a:pt x="4658" y="373"/>
                    <a:pt x="4651" y="347"/>
                    <a:pt x="4651" y="319"/>
                  </a:cubicBezTo>
                  <a:cubicBezTo>
                    <a:pt x="4638" y="214"/>
                    <a:pt x="4623" y="105"/>
                    <a:pt x="46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5" name="Google Shape;16375;p43"/>
            <p:cNvSpPr/>
            <p:nvPr/>
          </p:nvSpPr>
          <p:spPr>
            <a:xfrm>
              <a:off x="1209446" y="2109012"/>
              <a:ext cx="134710" cy="135238"/>
            </a:xfrm>
            <a:custGeom>
              <a:rect b="b" l="l" r="r" t="t"/>
              <a:pathLst>
                <a:path extrusionOk="0" h="1791" w="1784">
                  <a:moveTo>
                    <a:pt x="1784" y="0"/>
                  </a:moveTo>
                  <a:lnTo>
                    <a:pt x="166" y="110"/>
                  </a:lnTo>
                  <a:lnTo>
                    <a:pt x="1" y="1790"/>
                  </a:lnTo>
                  <a:lnTo>
                    <a:pt x="17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6" name="Google Shape;16376;p43"/>
            <p:cNvSpPr/>
            <p:nvPr/>
          </p:nvSpPr>
          <p:spPr>
            <a:xfrm>
              <a:off x="5094337" y="2457118"/>
              <a:ext cx="556962" cy="592376"/>
            </a:xfrm>
            <a:custGeom>
              <a:rect b="b" l="l" r="r" t="t"/>
              <a:pathLst>
                <a:path extrusionOk="0" h="7845" w="7376">
                  <a:moveTo>
                    <a:pt x="5675" y="0"/>
                  </a:moveTo>
                  <a:lnTo>
                    <a:pt x="747" y="4928"/>
                  </a:lnTo>
                  <a:cubicBezTo>
                    <a:pt x="568" y="5917"/>
                    <a:pt x="319" y="6891"/>
                    <a:pt x="1" y="7844"/>
                  </a:cubicBezTo>
                  <a:lnTo>
                    <a:pt x="7376" y="470"/>
                  </a:lnTo>
                  <a:lnTo>
                    <a:pt x="567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7" name="Google Shape;16377;p43"/>
            <p:cNvSpPr/>
            <p:nvPr/>
          </p:nvSpPr>
          <p:spPr>
            <a:xfrm>
              <a:off x="4913337" y="2497290"/>
              <a:ext cx="884600" cy="920693"/>
            </a:xfrm>
            <a:custGeom>
              <a:rect b="b" l="l" r="r" t="t"/>
              <a:pathLst>
                <a:path extrusionOk="0" h="12193" w="11715">
                  <a:moveTo>
                    <a:pt x="10021" y="1"/>
                  </a:moveTo>
                  <a:lnTo>
                    <a:pt x="2225" y="7797"/>
                  </a:lnTo>
                  <a:cubicBezTo>
                    <a:pt x="1666" y="9344"/>
                    <a:pt x="920" y="10817"/>
                    <a:pt x="1" y="12193"/>
                  </a:cubicBezTo>
                  <a:lnTo>
                    <a:pt x="11715" y="470"/>
                  </a:lnTo>
                  <a:lnTo>
                    <a:pt x="100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8" name="Google Shape;16378;p43"/>
            <p:cNvSpPr/>
            <p:nvPr/>
          </p:nvSpPr>
          <p:spPr>
            <a:xfrm>
              <a:off x="1816404" y="614875"/>
              <a:ext cx="1299603" cy="1397615"/>
            </a:xfrm>
            <a:custGeom>
              <a:rect b="b" l="l" r="r" t="t"/>
              <a:pathLst>
                <a:path extrusionOk="0" h="18509" w="17211">
                  <a:moveTo>
                    <a:pt x="16340" y="0"/>
                  </a:moveTo>
                  <a:lnTo>
                    <a:pt x="1361" y="14977"/>
                  </a:lnTo>
                  <a:cubicBezTo>
                    <a:pt x="1195" y="15322"/>
                    <a:pt x="1038" y="15667"/>
                    <a:pt x="892" y="16020"/>
                  </a:cubicBezTo>
                  <a:cubicBezTo>
                    <a:pt x="878" y="16049"/>
                    <a:pt x="872" y="16075"/>
                    <a:pt x="857" y="16103"/>
                  </a:cubicBezTo>
                  <a:cubicBezTo>
                    <a:pt x="795" y="16256"/>
                    <a:pt x="732" y="16407"/>
                    <a:pt x="671" y="16559"/>
                  </a:cubicBezTo>
                  <a:cubicBezTo>
                    <a:pt x="636" y="16649"/>
                    <a:pt x="601" y="16739"/>
                    <a:pt x="567" y="16828"/>
                  </a:cubicBezTo>
                  <a:cubicBezTo>
                    <a:pt x="532" y="16919"/>
                    <a:pt x="499" y="17009"/>
                    <a:pt x="470" y="17099"/>
                  </a:cubicBezTo>
                  <a:cubicBezTo>
                    <a:pt x="407" y="17258"/>
                    <a:pt x="353" y="17409"/>
                    <a:pt x="304" y="17568"/>
                  </a:cubicBezTo>
                  <a:cubicBezTo>
                    <a:pt x="291" y="17596"/>
                    <a:pt x="283" y="17616"/>
                    <a:pt x="276" y="17644"/>
                  </a:cubicBezTo>
                  <a:cubicBezTo>
                    <a:pt x="180" y="17935"/>
                    <a:pt x="84" y="18218"/>
                    <a:pt x="1" y="18509"/>
                  </a:cubicBezTo>
                  <a:lnTo>
                    <a:pt x="17211" y="1299"/>
                  </a:lnTo>
                  <a:lnTo>
                    <a:pt x="1634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9" name="Google Shape;16379;p43"/>
            <p:cNvSpPr/>
            <p:nvPr/>
          </p:nvSpPr>
          <p:spPr>
            <a:xfrm>
              <a:off x="5147573" y="1561028"/>
              <a:ext cx="759027" cy="851753"/>
            </a:xfrm>
            <a:custGeom>
              <a:rect b="b" l="l" r="r" t="t"/>
              <a:pathLst>
                <a:path extrusionOk="0" h="11280" w="10052">
                  <a:moveTo>
                    <a:pt x="9381" y="0"/>
                  </a:moveTo>
                  <a:lnTo>
                    <a:pt x="1" y="9386"/>
                  </a:lnTo>
                  <a:cubicBezTo>
                    <a:pt x="118" y="10014"/>
                    <a:pt x="208" y="10643"/>
                    <a:pt x="271" y="11280"/>
                  </a:cubicBezTo>
                  <a:lnTo>
                    <a:pt x="4259" y="7292"/>
                  </a:lnTo>
                  <a:cubicBezTo>
                    <a:pt x="4239" y="7194"/>
                    <a:pt x="4211" y="7098"/>
                    <a:pt x="4189" y="7002"/>
                  </a:cubicBezTo>
                  <a:cubicBezTo>
                    <a:pt x="4148" y="6856"/>
                    <a:pt x="4114" y="6712"/>
                    <a:pt x="4073" y="6566"/>
                  </a:cubicBezTo>
                  <a:lnTo>
                    <a:pt x="6858" y="4693"/>
                  </a:lnTo>
                  <a:lnTo>
                    <a:pt x="10051" y="1500"/>
                  </a:lnTo>
                  <a:lnTo>
                    <a:pt x="93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0" name="Google Shape;16380;p43"/>
            <p:cNvSpPr/>
            <p:nvPr/>
          </p:nvSpPr>
          <p:spPr>
            <a:xfrm>
              <a:off x="5169471" y="2130910"/>
              <a:ext cx="330507" cy="463027"/>
            </a:xfrm>
            <a:custGeom>
              <a:rect b="b" l="l" r="r" t="t"/>
              <a:pathLst>
                <a:path extrusionOk="0" h="6132" w="4377">
                  <a:moveTo>
                    <a:pt x="4032" y="1"/>
                  </a:moveTo>
                  <a:lnTo>
                    <a:pt x="1" y="4030"/>
                  </a:lnTo>
                  <a:cubicBezTo>
                    <a:pt x="57" y="4728"/>
                    <a:pt x="77" y="5427"/>
                    <a:pt x="64" y="6132"/>
                  </a:cubicBezTo>
                  <a:lnTo>
                    <a:pt x="4377" y="1819"/>
                  </a:lnTo>
                  <a:cubicBezTo>
                    <a:pt x="4370" y="1756"/>
                    <a:pt x="4363" y="1701"/>
                    <a:pt x="4349" y="1638"/>
                  </a:cubicBezTo>
                  <a:cubicBezTo>
                    <a:pt x="4335" y="1542"/>
                    <a:pt x="4322" y="1445"/>
                    <a:pt x="4300" y="1354"/>
                  </a:cubicBezTo>
                  <a:cubicBezTo>
                    <a:pt x="4272" y="1188"/>
                    <a:pt x="4246" y="1031"/>
                    <a:pt x="4211" y="865"/>
                  </a:cubicBezTo>
                  <a:cubicBezTo>
                    <a:pt x="4211" y="837"/>
                    <a:pt x="4204" y="809"/>
                    <a:pt x="4198" y="782"/>
                  </a:cubicBezTo>
                  <a:cubicBezTo>
                    <a:pt x="4189" y="741"/>
                    <a:pt x="4183" y="691"/>
                    <a:pt x="4169" y="649"/>
                  </a:cubicBezTo>
                  <a:cubicBezTo>
                    <a:pt x="4128" y="435"/>
                    <a:pt x="4080" y="215"/>
                    <a:pt x="40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1" name="Google Shape;16381;p43"/>
            <p:cNvSpPr/>
            <p:nvPr/>
          </p:nvSpPr>
          <p:spPr>
            <a:xfrm>
              <a:off x="1859672" y="502590"/>
              <a:ext cx="1180523" cy="1197287"/>
            </a:xfrm>
            <a:custGeom>
              <a:rect b="b" l="l" r="r" t="t"/>
              <a:pathLst>
                <a:path extrusionOk="0" h="15856" w="15634">
                  <a:moveTo>
                    <a:pt x="14763" y="1"/>
                  </a:moveTo>
                  <a:lnTo>
                    <a:pt x="9505" y="5261"/>
                  </a:lnTo>
                  <a:lnTo>
                    <a:pt x="9754" y="6206"/>
                  </a:lnTo>
                  <a:cubicBezTo>
                    <a:pt x="9629" y="6289"/>
                    <a:pt x="9505" y="6365"/>
                    <a:pt x="9380" y="6455"/>
                  </a:cubicBezTo>
                  <a:cubicBezTo>
                    <a:pt x="9040" y="6684"/>
                    <a:pt x="8702" y="6919"/>
                    <a:pt x="8377" y="7168"/>
                  </a:cubicBezTo>
                  <a:cubicBezTo>
                    <a:pt x="8344" y="7195"/>
                    <a:pt x="8309" y="7223"/>
                    <a:pt x="8267" y="7251"/>
                  </a:cubicBezTo>
                  <a:lnTo>
                    <a:pt x="8261" y="7258"/>
                  </a:lnTo>
                  <a:cubicBezTo>
                    <a:pt x="8239" y="7271"/>
                    <a:pt x="8219" y="7284"/>
                    <a:pt x="8204" y="7299"/>
                  </a:cubicBezTo>
                  <a:cubicBezTo>
                    <a:pt x="8073" y="7402"/>
                    <a:pt x="7942" y="7500"/>
                    <a:pt x="7811" y="7603"/>
                  </a:cubicBezTo>
                  <a:cubicBezTo>
                    <a:pt x="7735" y="7666"/>
                    <a:pt x="7665" y="7727"/>
                    <a:pt x="7589" y="7790"/>
                  </a:cubicBezTo>
                  <a:cubicBezTo>
                    <a:pt x="7514" y="7852"/>
                    <a:pt x="7438" y="7906"/>
                    <a:pt x="7362" y="7969"/>
                  </a:cubicBezTo>
                  <a:cubicBezTo>
                    <a:pt x="7340" y="7989"/>
                    <a:pt x="7314" y="8011"/>
                    <a:pt x="7285" y="8031"/>
                  </a:cubicBezTo>
                  <a:cubicBezTo>
                    <a:pt x="7189" y="8122"/>
                    <a:pt x="7085" y="8205"/>
                    <a:pt x="6989" y="8295"/>
                  </a:cubicBezTo>
                  <a:cubicBezTo>
                    <a:pt x="6967" y="8315"/>
                    <a:pt x="6940" y="8329"/>
                    <a:pt x="6919" y="8349"/>
                  </a:cubicBezTo>
                  <a:cubicBezTo>
                    <a:pt x="6463" y="8751"/>
                    <a:pt x="6028" y="9165"/>
                    <a:pt x="5598" y="9593"/>
                  </a:cubicBezTo>
                  <a:lnTo>
                    <a:pt x="5316" y="9449"/>
                  </a:lnTo>
                  <a:lnTo>
                    <a:pt x="0" y="14764"/>
                  </a:lnTo>
                  <a:lnTo>
                    <a:pt x="1078" y="15855"/>
                  </a:lnTo>
                  <a:lnTo>
                    <a:pt x="15634" y="1300"/>
                  </a:lnTo>
                  <a:lnTo>
                    <a:pt x="1476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2" name="Google Shape;16382;p43"/>
            <p:cNvSpPr/>
            <p:nvPr/>
          </p:nvSpPr>
          <p:spPr>
            <a:xfrm>
              <a:off x="3177943" y="4022764"/>
              <a:ext cx="942591" cy="932246"/>
            </a:xfrm>
            <a:custGeom>
              <a:rect b="b" l="l" r="r" t="t"/>
              <a:pathLst>
                <a:path extrusionOk="0" h="12346" w="12483">
                  <a:moveTo>
                    <a:pt x="12483" y="1"/>
                  </a:moveTo>
                  <a:lnTo>
                    <a:pt x="12483" y="1"/>
                  </a:lnTo>
                  <a:cubicBezTo>
                    <a:pt x="11537" y="319"/>
                    <a:pt x="10562" y="568"/>
                    <a:pt x="9580" y="740"/>
                  </a:cubicBezTo>
                  <a:lnTo>
                    <a:pt x="1" y="10313"/>
                  </a:lnTo>
                  <a:lnTo>
                    <a:pt x="140" y="12345"/>
                  </a:lnTo>
                  <a:lnTo>
                    <a:pt x="124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3" name="Google Shape;16383;p43"/>
            <p:cNvSpPr/>
            <p:nvPr/>
          </p:nvSpPr>
          <p:spPr>
            <a:xfrm>
              <a:off x="3771913" y="684722"/>
              <a:ext cx="429576" cy="353915"/>
            </a:xfrm>
            <a:custGeom>
              <a:rect b="b" l="l" r="r" t="t"/>
              <a:pathLst>
                <a:path extrusionOk="0" h="4687" w="5689">
                  <a:moveTo>
                    <a:pt x="4418" y="1"/>
                  </a:moveTo>
                  <a:lnTo>
                    <a:pt x="0" y="4425"/>
                  </a:lnTo>
                  <a:cubicBezTo>
                    <a:pt x="55" y="4431"/>
                    <a:pt x="112" y="4431"/>
                    <a:pt x="173" y="4438"/>
                  </a:cubicBezTo>
                  <a:cubicBezTo>
                    <a:pt x="312" y="4451"/>
                    <a:pt x="450" y="4466"/>
                    <a:pt x="588" y="4479"/>
                  </a:cubicBezTo>
                  <a:cubicBezTo>
                    <a:pt x="622" y="4486"/>
                    <a:pt x="651" y="4493"/>
                    <a:pt x="686" y="4493"/>
                  </a:cubicBezTo>
                  <a:cubicBezTo>
                    <a:pt x="1092" y="4549"/>
                    <a:pt x="1500" y="4610"/>
                    <a:pt x="1901" y="4687"/>
                  </a:cubicBezTo>
                  <a:lnTo>
                    <a:pt x="5688" y="906"/>
                  </a:lnTo>
                  <a:cubicBezTo>
                    <a:pt x="5280" y="775"/>
                    <a:pt x="4866" y="657"/>
                    <a:pt x="4459" y="546"/>
                  </a:cubicBezTo>
                  <a:lnTo>
                    <a:pt x="441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4" name="Google Shape;16384;p43"/>
            <p:cNvSpPr/>
            <p:nvPr/>
          </p:nvSpPr>
          <p:spPr>
            <a:xfrm>
              <a:off x="4578295" y="711302"/>
              <a:ext cx="626809" cy="701488"/>
            </a:xfrm>
            <a:custGeom>
              <a:rect b="b" l="l" r="r" t="t"/>
              <a:pathLst>
                <a:path extrusionOk="0" h="9290" w="8301">
                  <a:moveTo>
                    <a:pt x="8301" y="0"/>
                  </a:moveTo>
                  <a:lnTo>
                    <a:pt x="1" y="8294"/>
                  </a:lnTo>
                  <a:cubicBezTo>
                    <a:pt x="407" y="8613"/>
                    <a:pt x="802" y="8944"/>
                    <a:pt x="1182" y="9289"/>
                  </a:cubicBezTo>
                  <a:lnTo>
                    <a:pt x="6213" y="4252"/>
                  </a:lnTo>
                  <a:lnTo>
                    <a:pt x="830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5" name="Google Shape;16385;p43"/>
            <p:cNvSpPr/>
            <p:nvPr/>
          </p:nvSpPr>
          <p:spPr>
            <a:xfrm>
              <a:off x="3590309" y="509386"/>
              <a:ext cx="513619" cy="507352"/>
            </a:xfrm>
            <a:custGeom>
              <a:rect b="b" l="l" r="r" t="t"/>
              <a:pathLst>
                <a:path extrusionOk="0" h="6719" w="6802">
                  <a:moveTo>
                    <a:pt x="6663" y="0"/>
                  </a:moveTo>
                  <a:lnTo>
                    <a:pt x="0" y="6664"/>
                  </a:lnTo>
                  <a:cubicBezTo>
                    <a:pt x="171" y="6660"/>
                    <a:pt x="341" y="6658"/>
                    <a:pt x="512" y="6658"/>
                  </a:cubicBezTo>
                  <a:cubicBezTo>
                    <a:pt x="1032" y="6658"/>
                    <a:pt x="1553" y="6675"/>
                    <a:pt x="2074" y="6712"/>
                  </a:cubicBezTo>
                  <a:cubicBezTo>
                    <a:pt x="2087" y="6718"/>
                    <a:pt x="2102" y="6718"/>
                    <a:pt x="2115" y="6718"/>
                  </a:cubicBezTo>
                  <a:lnTo>
                    <a:pt x="6801" y="2026"/>
                  </a:lnTo>
                  <a:lnTo>
                    <a:pt x="666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6" name="Google Shape;16386;p43"/>
            <p:cNvSpPr/>
            <p:nvPr/>
          </p:nvSpPr>
          <p:spPr>
            <a:xfrm>
              <a:off x="2160885" y="3863586"/>
              <a:ext cx="745812" cy="710851"/>
            </a:xfrm>
            <a:custGeom>
              <a:rect b="b" l="l" r="r" t="t"/>
              <a:pathLst>
                <a:path extrusionOk="0" h="9414" w="9877">
                  <a:moveTo>
                    <a:pt x="8502" y="0"/>
                  </a:moveTo>
                  <a:lnTo>
                    <a:pt x="0" y="8508"/>
                  </a:lnTo>
                  <a:lnTo>
                    <a:pt x="1258" y="9414"/>
                  </a:lnTo>
                  <a:lnTo>
                    <a:pt x="9877" y="795"/>
                  </a:lnTo>
                  <a:cubicBezTo>
                    <a:pt x="9406" y="546"/>
                    <a:pt x="8949" y="284"/>
                    <a:pt x="85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7" name="Google Shape;16387;p43"/>
            <p:cNvSpPr/>
            <p:nvPr/>
          </p:nvSpPr>
          <p:spPr>
            <a:xfrm>
              <a:off x="2760971" y="133643"/>
              <a:ext cx="1293788" cy="1145638"/>
            </a:xfrm>
            <a:custGeom>
              <a:rect b="b" l="l" r="r" t="t"/>
              <a:pathLst>
                <a:path extrusionOk="0" h="15172" w="17134">
                  <a:moveTo>
                    <a:pt x="15165" y="0"/>
                  </a:moveTo>
                  <a:lnTo>
                    <a:pt x="10935" y="4230"/>
                  </a:lnTo>
                  <a:lnTo>
                    <a:pt x="10154" y="7063"/>
                  </a:lnTo>
                  <a:cubicBezTo>
                    <a:pt x="9553" y="7098"/>
                    <a:pt x="8951" y="7153"/>
                    <a:pt x="8351" y="7229"/>
                  </a:cubicBezTo>
                  <a:cubicBezTo>
                    <a:pt x="8323" y="7229"/>
                    <a:pt x="8294" y="7236"/>
                    <a:pt x="8268" y="7236"/>
                  </a:cubicBezTo>
                  <a:cubicBezTo>
                    <a:pt x="8135" y="7257"/>
                    <a:pt x="8011" y="7270"/>
                    <a:pt x="7880" y="7292"/>
                  </a:cubicBezTo>
                  <a:lnTo>
                    <a:pt x="1" y="15171"/>
                  </a:lnTo>
                  <a:cubicBezTo>
                    <a:pt x="837" y="14597"/>
                    <a:pt x="1722" y="14086"/>
                    <a:pt x="2641" y="13643"/>
                  </a:cubicBezTo>
                  <a:cubicBezTo>
                    <a:pt x="2676" y="13630"/>
                    <a:pt x="2703" y="13615"/>
                    <a:pt x="2731" y="13602"/>
                  </a:cubicBezTo>
                  <a:cubicBezTo>
                    <a:pt x="2855" y="13547"/>
                    <a:pt x="2973" y="13491"/>
                    <a:pt x="3098" y="13436"/>
                  </a:cubicBezTo>
                  <a:cubicBezTo>
                    <a:pt x="3229" y="13381"/>
                    <a:pt x="3353" y="13318"/>
                    <a:pt x="3484" y="13264"/>
                  </a:cubicBezTo>
                  <a:cubicBezTo>
                    <a:pt x="3512" y="13249"/>
                    <a:pt x="3547" y="13242"/>
                    <a:pt x="3574" y="13229"/>
                  </a:cubicBezTo>
                  <a:cubicBezTo>
                    <a:pt x="3864" y="13104"/>
                    <a:pt x="4162" y="12993"/>
                    <a:pt x="4453" y="12884"/>
                  </a:cubicBezTo>
                  <a:lnTo>
                    <a:pt x="17134" y="201"/>
                  </a:lnTo>
                  <a:lnTo>
                    <a:pt x="151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8" name="Google Shape;16388;p43"/>
            <p:cNvSpPr/>
            <p:nvPr/>
          </p:nvSpPr>
          <p:spPr>
            <a:xfrm>
              <a:off x="3596048" y="116351"/>
              <a:ext cx="288675" cy="303777"/>
            </a:xfrm>
            <a:custGeom>
              <a:rect b="b" l="l" r="r" t="t"/>
              <a:pathLst>
                <a:path extrusionOk="0" h="4023" w="3823">
                  <a:moveTo>
                    <a:pt x="1853" y="0"/>
                  </a:moveTo>
                  <a:lnTo>
                    <a:pt x="830" y="1024"/>
                  </a:lnTo>
                  <a:lnTo>
                    <a:pt x="1" y="4023"/>
                  </a:lnTo>
                  <a:lnTo>
                    <a:pt x="3822" y="201"/>
                  </a:lnTo>
                  <a:lnTo>
                    <a:pt x="185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9" name="Google Shape;16389;p43"/>
            <p:cNvSpPr/>
            <p:nvPr/>
          </p:nvSpPr>
          <p:spPr>
            <a:xfrm>
              <a:off x="3134147" y="158184"/>
              <a:ext cx="946291" cy="935191"/>
            </a:xfrm>
            <a:custGeom>
              <a:rect b="b" l="l" r="r" t="t"/>
              <a:pathLst>
                <a:path extrusionOk="0" h="12385" w="12532">
                  <a:moveTo>
                    <a:pt x="12393" y="0"/>
                  </a:moveTo>
                  <a:lnTo>
                    <a:pt x="0" y="12385"/>
                  </a:lnTo>
                  <a:cubicBezTo>
                    <a:pt x="954" y="12068"/>
                    <a:pt x="1929" y="11812"/>
                    <a:pt x="2918" y="11638"/>
                  </a:cubicBezTo>
                  <a:lnTo>
                    <a:pt x="12532" y="2026"/>
                  </a:lnTo>
                  <a:lnTo>
                    <a:pt x="1239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0" name="Google Shape;16390;p43"/>
            <p:cNvSpPr/>
            <p:nvPr/>
          </p:nvSpPr>
          <p:spPr>
            <a:xfrm>
              <a:off x="4468729" y="618499"/>
              <a:ext cx="736902" cy="708737"/>
            </a:xfrm>
            <a:custGeom>
              <a:rect b="b" l="l" r="r" t="t"/>
              <a:pathLst>
                <a:path extrusionOk="0" h="9386" w="9759">
                  <a:moveTo>
                    <a:pt x="8501" y="0"/>
                  </a:moveTo>
                  <a:lnTo>
                    <a:pt x="0" y="8495"/>
                  </a:lnTo>
                  <a:cubicBezTo>
                    <a:pt x="144" y="8591"/>
                    <a:pt x="290" y="8680"/>
                    <a:pt x="435" y="8785"/>
                  </a:cubicBezTo>
                  <a:cubicBezTo>
                    <a:pt x="463" y="8798"/>
                    <a:pt x="489" y="8818"/>
                    <a:pt x="518" y="8840"/>
                  </a:cubicBezTo>
                  <a:cubicBezTo>
                    <a:pt x="629" y="8916"/>
                    <a:pt x="738" y="8992"/>
                    <a:pt x="843" y="9075"/>
                  </a:cubicBezTo>
                  <a:cubicBezTo>
                    <a:pt x="961" y="9158"/>
                    <a:pt x="1078" y="9233"/>
                    <a:pt x="1188" y="9316"/>
                  </a:cubicBezTo>
                  <a:cubicBezTo>
                    <a:pt x="1216" y="9337"/>
                    <a:pt x="1236" y="9357"/>
                    <a:pt x="1264" y="9379"/>
                  </a:cubicBezTo>
                  <a:cubicBezTo>
                    <a:pt x="1271" y="9379"/>
                    <a:pt x="1271" y="9385"/>
                    <a:pt x="1277" y="9385"/>
                  </a:cubicBezTo>
                  <a:lnTo>
                    <a:pt x="9759" y="906"/>
                  </a:lnTo>
                  <a:lnTo>
                    <a:pt x="850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1" name="Google Shape;16391;p43"/>
            <p:cNvSpPr/>
            <p:nvPr/>
          </p:nvSpPr>
          <p:spPr>
            <a:xfrm>
              <a:off x="4350176" y="539666"/>
              <a:ext cx="746341" cy="710927"/>
            </a:xfrm>
            <a:custGeom>
              <a:rect b="b" l="l" r="r" t="t"/>
              <a:pathLst>
                <a:path extrusionOk="0" h="9415" w="9884">
                  <a:moveTo>
                    <a:pt x="8627" y="1"/>
                  </a:moveTo>
                  <a:lnTo>
                    <a:pt x="1" y="8618"/>
                  </a:lnTo>
                  <a:cubicBezTo>
                    <a:pt x="470" y="8867"/>
                    <a:pt x="927" y="9131"/>
                    <a:pt x="1376" y="9414"/>
                  </a:cubicBezTo>
                  <a:lnTo>
                    <a:pt x="9884" y="905"/>
                  </a:lnTo>
                  <a:lnTo>
                    <a:pt x="862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2" name="Google Shape;16392;p43"/>
            <p:cNvSpPr/>
            <p:nvPr/>
          </p:nvSpPr>
          <p:spPr>
            <a:xfrm>
              <a:off x="2055925" y="3701238"/>
              <a:ext cx="622731" cy="697863"/>
            </a:xfrm>
            <a:custGeom>
              <a:rect b="b" l="l" r="r" t="t"/>
              <a:pathLst>
                <a:path extrusionOk="0" h="9242" w="8247">
                  <a:moveTo>
                    <a:pt x="7072" y="1"/>
                  </a:moveTo>
                  <a:lnTo>
                    <a:pt x="2081" y="4992"/>
                  </a:lnTo>
                  <a:lnTo>
                    <a:pt x="0" y="9242"/>
                  </a:lnTo>
                  <a:lnTo>
                    <a:pt x="8246" y="996"/>
                  </a:lnTo>
                  <a:cubicBezTo>
                    <a:pt x="7845" y="679"/>
                    <a:pt x="7452" y="347"/>
                    <a:pt x="70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3" name="Google Shape;16393;p43"/>
            <p:cNvSpPr/>
            <p:nvPr/>
          </p:nvSpPr>
          <p:spPr>
            <a:xfrm>
              <a:off x="4222789" y="465061"/>
              <a:ext cx="764690" cy="717647"/>
            </a:xfrm>
            <a:custGeom>
              <a:rect b="b" l="l" r="r" t="t"/>
              <a:pathLst>
                <a:path extrusionOk="0" h="9504" w="10127">
                  <a:moveTo>
                    <a:pt x="8938" y="0"/>
                  </a:moveTo>
                  <a:lnTo>
                    <a:pt x="3491" y="5356"/>
                  </a:lnTo>
                  <a:cubicBezTo>
                    <a:pt x="3484" y="5356"/>
                    <a:pt x="3478" y="5350"/>
                    <a:pt x="3471" y="5343"/>
                  </a:cubicBezTo>
                  <a:lnTo>
                    <a:pt x="1" y="8812"/>
                  </a:lnTo>
                  <a:cubicBezTo>
                    <a:pt x="499" y="9025"/>
                    <a:pt x="996" y="9254"/>
                    <a:pt x="1481" y="9503"/>
                  </a:cubicBezTo>
                  <a:lnTo>
                    <a:pt x="10126" y="856"/>
                  </a:lnTo>
                  <a:lnTo>
                    <a:pt x="89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4" name="Google Shape;16394;p43"/>
            <p:cNvSpPr/>
            <p:nvPr/>
          </p:nvSpPr>
          <p:spPr>
            <a:xfrm>
              <a:off x="3935243" y="758874"/>
              <a:ext cx="403979" cy="316311"/>
            </a:xfrm>
            <a:custGeom>
              <a:rect b="b" l="l" r="r" t="t"/>
              <a:pathLst>
                <a:path extrusionOk="0" h="4189" w="5350">
                  <a:moveTo>
                    <a:pt x="3761" y="1"/>
                  </a:moveTo>
                  <a:lnTo>
                    <a:pt x="0" y="3759"/>
                  </a:lnTo>
                  <a:cubicBezTo>
                    <a:pt x="588" y="3877"/>
                    <a:pt x="1168" y="4023"/>
                    <a:pt x="1736" y="4189"/>
                  </a:cubicBezTo>
                  <a:lnTo>
                    <a:pt x="5350" y="581"/>
                  </a:lnTo>
                  <a:cubicBezTo>
                    <a:pt x="5274" y="546"/>
                    <a:pt x="5199" y="518"/>
                    <a:pt x="5116" y="483"/>
                  </a:cubicBezTo>
                  <a:cubicBezTo>
                    <a:pt x="5025" y="448"/>
                    <a:pt x="4935" y="415"/>
                    <a:pt x="4846" y="380"/>
                  </a:cubicBezTo>
                  <a:cubicBezTo>
                    <a:pt x="4756" y="346"/>
                    <a:pt x="4667" y="311"/>
                    <a:pt x="4577" y="283"/>
                  </a:cubicBezTo>
                  <a:cubicBezTo>
                    <a:pt x="4424" y="221"/>
                    <a:pt x="4265" y="166"/>
                    <a:pt x="4113" y="117"/>
                  </a:cubicBezTo>
                  <a:cubicBezTo>
                    <a:pt x="4086" y="103"/>
                    <a:pt x="4058" y="97"/>
                    <a:pt x="4030" y="90"/>
                  </a:cubicBezTo>
                  <a:cubicBezTo>
                    <a:pt x="3940" y="55"/>
                    <a:pt x="3850" y="27"/>
                    <a:pt x="37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5" name="Google Shape;16395;p43"/>
            <p:cNvSpPr/>
            <p:nvPr/>
          </p:nvSpPr>
          <p:spPr>
            <a:xfrm>
              <a:off x="4085057" y="809467"/>
              <a:ext cx="383742" cy="314197"/>
            </a:xfrm>
            <a:custGeom>
              <a:rect b="b" l="l" r="r" t="t"/>
              <a:pathLst>
                <a:path extrusionOk="0" h="4161" w="5082">
                  <a:moveTo>
                    <a:pt x="3595" y="1"/>
                  </a:moveTo>
                  <a:lnTo>
                    <a:pt x="0" y="3594"/>
                  </a:lnTo>
                  <a:cubicBezTo>
                    <a:pt x="539" y="3760"/>
                    <a:pt x="1072" y="3954"/>
                    <a:pt x="1598" y="4161"/>
                  </a:cubicBezTo>
                  <a:lnTo>
                    <a:pt x="5081" y="678"/>
                  </a:lnTo>
                  <a:cubicBezTo>
                    <a:pt x="4617" y="450"/>
                    <a:pt x="4147" y="235"/>
                    <a:pt x="3671" y="36"/>
                  </a:cubicBezTo>
                  <a:cubicBezTo>
                    <a:pt x="3643" y="21"/>
                    <a:pt x="3615" y="14"/>
                    <a:pt x="35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6" name="Google Shape;16396;p43"/>
            <p:cNvSpPr/>
            <p:nvPr/>
          </p:nvSpPr>
          <p:spPr>
            <a:xfrm>
              <a:off x="3383635" y="333521"/>
              <a:ext cx="708737" cy="698392"/>
            </a:xfrm>
            <a:custGeom>
              <a:rect b="b" l="l" r="r" t="t"/>
              <a:pathLst>
                <a:path extrusionOk="0" h="9249" w="9386">
                  <a:moveTo>
                    <a:pt x="9248" y="0"/>
                  </a:moveTo>
                  <a:lnTo>
                    <a:pt x="0" y="9248"/>
                  </a:lnTo>
                  <a:cubicBezTo>
                    <a:pt x="795" y="9124"/>
                    <a:pt x="1604" y="9041"/>
                    <a:pt x="2412" y="9006"/>
                  </a:cubicBezTo>
                  <a:lnTo>
                    <a:pt x="9386" y="2032"/>
                  </a:lnTo>
                  <a:lnTo>
                    <a:pt x="924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7" name="Google Shape;16397;p43"/>
            <p:cNvSpPr/>
            <p:nvPr/>
          </p:nvSpPr>
          <p:spPr>
            <a:xfrm>
              <a:off x="3166088" y="4083777"/>
              <a:ext cx="706094" cy="695825"/>
            </a:xfrm>
            <a:custGeom>
              <a:rect b="b" l="l" r="r" t="t"/>
              <a:pathLst>
                <a:path extrusionOk="0" h="9215" w="9351">
                  <a:moveTo>
                    <a:pt x="9350" y="1"/>
                  </a:moveTo>
                  <a:lnTo>
                    <a:pt x="9350" y="1"/>
                  </a:lnTo>
                  <a:cubicBezTo>
                    <a:pt x="8556" y="125"/>
                    <a:pt x="7755" y="208"/>
                    <a:pt x="6945" y="236"/>
                  </a:cubicBezTo>
                  <a:lnTo>
                    <a:pt x="0" y="7183"/>
                  </a:lnTo>
                  <a:lnTo>
                    <a:pt x="138" y="9215"/>
                  </a:lnTo>
                  <a:lnTo>
                    <a:pt x="93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8" name="Google Shape;16398;p43"/>
            <p:cNvSpPr/>
            <p:nvPr/>
          </p:nvSpPr>
          <p:spPr>
            <a:xfrm>
              <a:off x="2269848" y="3931999"/>
              <a:ext cx="764161" cy="718100"/>
            </a:xfrm>
            <a:custGeom>
              <a:rect b="b" l="l" r="r" t="t"/>
              <a:pathLst>
                <a:path extrusionOk="0" h="9510" w="10120">
                  <a:moveTo>
                    <a:pt x="8641" y="0"/>
                  </a:moveTo>
                  <a:lnTo>
                    <a:pt x="1" y="8639"/>
                  </a:lnTo>
                  <a:lnTo>
                    <a:pt x="1203" y="9510"/>
                  </a:lnTo>
                  <a:lnTo>
                    <a:pt x="6651" y="4154"/>
                  </a:lnTo>
                  <a:lnTo>
                    <a:pt x="6657" y="4154"/>
                  </a:lnTo>
                  <a:lnTo>
                    <a:pt x="10119" y="683"/>
                  </a:lnTo>
                  <a:cubicBezTo>
                    <a:pt x="9621" y="476"/>
                    <a:pt x="9124" y="249"/>
                    <a:pt x="86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9" name="Google Shape;16399;p43"/>
            <p:cNvSpPr/>
            <p:nvPr/>
          </p:nvSpPr>
          <p:spPr>
            <a:xfrm>
              <a:off x="1580432" y="1031318"/>
              <a:ext cx="412964" cy="385252"/>
            </a:xfrm>
            <a:custGeom>
              <a:rect b="b" l="l" r="r" t="t"/>
              <a:pathLst>
                <a:path extrusionOk="0" h="5102" w="5469">
                  <a:moveTo>
                    <a:pt x="4010" y="0"/>
                  </a:moveTo>
                  <a:lnTo>
                    <a:pt x="1" y="4008"/>
                  </a:lnTo>
                  <a:lnTo>
                    <a:pt x="1079" y="5101"/>
                  </a:lnTo>
                  <a:lnTo>
                    <a:pt x="5468" y="712"/>
                  </a:lnTo>
                  <a:lnTo>
                    <a:pt x="401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0" name="Google Shape;16400;p43"/>
            <p:cNvSpPr/>
            <p:nvPr/>
          </p:nvSpPr>
          <p:spPr>
            <a:xfrm>
              <a:off x="5710734" y="2659638"/>
              <a:ext cx="360183" cy="360183"/>
            </a:xfrm>
            <a:custGeom>
              <a:rect b="b" l="l" r="r" t="t"/>
              <a:pathLst>
                <a:path extrusionOk="0" h="4770" w="4770">
                  <a:moveTo>
                    <a:pt x="4769" y="0"/>
                  </a:moveTo>
                  <a:lnTo>
                    <a:pt x="0" y="4769"/>
                  </a:lnTo>
                  <a:lnTo>
                    <a:pt x="2323" y="4610"/>
                  </a:lnTo>
                  <a:lnTo>
                    <a:pt x="4521" y="2412"/>
                  </a:lnTo>
                  <a:lnTo>
                    <a:pt x="47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1" name="Google Shape;16401;p43"/>
            <p:cNvSpPr/>
            <p:nvPr/>
          </p:nvSpPr>
          <p:spPr>
            <a:xfrm>
              <a:off x="5509346" y="2578690"/>
              <a:ext cx="566325" cy="454646"/>
            </a:xfrm>
            <a:custGeom>
              <a:rect b="b" l="l" r="r" t="t"/>
              <a:pathLst>
                <a:path extrusionOk="0" h="6021" w="7500">
                  <a:moveTo>
                    <a:pt x="6020" y="1"/>
                  </a:moveTo>
                  <a:lnTo>
                    <a:pt x="0" y="6020"/>
                  </a:lnTo>
                  <a:lnTo>
                    <a:pt x="2322" y="5861"/>
                  </a:lnTo>
                  <a:lnTo>
                    <a:pt x="7471" y="719"/>
                  </a:lnTo>
                  <a:lnTo>
                    <a:pt x="7499" y="415"/>
                  </a:lnTo>
                  <a:lnTo>
                    <a:pt x="60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2" name="Google Shape;16402;p43"/>
            <p:cNvSpPr/>
            <p:nvPr/>
          </p:nvSpPr>
          <p:spPr>
            <a:xfrm>
              <a:off x="3055313" y="4075999"/>
              <a:ext cx="429048" cy="351801"/>
            </a:xfrm>
            <a:custGeom>
              <a:rect b="b" l="l" r="r" t="t"/>
              <a:pathLst>
                <a:path extrusionOk="0" h="4659" w="5682">
                  <a:moveTo>
                    <a:pt x="3781" y="1"/>
                  </a:moveTo>
                  <a:lnTo>
                    <a:pt x="1" y="3781"/>
                  </a:lnTo>
                  <a:cubicBezTo>
                    <a:pt x="415" y="3912"/>
                    <a:pt x="837" y="4036"/>
                    <a:pt x="1260" y="4148"/>
                  </a:cubicBezTo>
                  <a:lnTo>
                    <a:pt x="1293" y="4658"/>
                  </a:lnTo>
                  <a:lnTo>
                    <a:pt x="5682" y="269"/>
                  </a:lnTo>
                  <a:cubicBezTo>
                    <a:pt x="5627" y="263"/>
                    <a:pt x="5572" y="256"/>
                    <a:pt x="5516" y="249"/>
                  </a:cubicBezTo>
                  <a:cubicBezTo>
                    <a:pt x="5385" y="236"/>
                    <a:pt x="5254" y="228"/>
                    <a:pt x="5130" y="208"/>
                  </a:cubicBezTo>
                  <a:cubicBezTo>
                    <a:pt x="5095" y="208"/>
                    <a:pt x="5060" y="201"/>
                    <a:pt x="5025" y="201"/>
                  </a:cubicBezTo>
                  <a:cubicBezTo>
                    <a:pt x="4610" y="145"/>
                    <a:pt x="4196" y="77"/>
                    <a:pt x="37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3" name="Google Shape;16403;p43"/>
            <p:cNvSpPr/>
            <p:nvPr/>
          </p:nvSpPr>
          <p:spPr>
            <a:xfrm>
              <a:off x="2538667" y="390380"/>
              <a:ext cx="426405" cy="490664"/>
            </a:xfrm>
            <a:custGeom>
              <a:rect b="b" l="l" r="r" t="t"/>
              <a:pathLst>
                <a:path extrusionOk="0" h="6498" w="5647">
                  <a:moveTo>
                    <a:pt x="4776" y="1"/>
                  </a:moveTo>
                  <a:lnTo>
                    <a:pt x="0" y="4769"/>
                  </a:lnTo>
                  <a:lnTo>
                    <a:pt x="450" y="6498"/>
                  </a:lnTo>
                  <a:lnTo>
                    <a:pt x="5647" y="1299"/>
                  </a:lnTo>
                  <a:lnTo>
                    <a:pt x="47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4" name="Google Shape;16404;p43"/>
            <p:cNvSpPr/>
            <p:nvPr/>
          </p:nvSpPr>
          <p:spPr>
            <a:xfrm>
              <a:off x="2917581" y="4039452"/>
              <a:ext cx="403450" cy="316311"/>
            </a:xfrm>
            <a:custGeom>
              <a:rect b="b" l="l" r="r" t="t"/>
              <a:pathLst>
                <a:path extrusionOk="0" h="4189" w="5343">
                  <a:moveTo>
                    <a:pt x="3608" y="0"/>
                  </a:moveTo>
                  <a:lnTo>
                    <a:pt x="0" y="3608"/>
                  </a:lnTo>
                  <a:cubicBezTo>
                    <a:pt x="83" y="3643"/>
                    <a:pt x="173" y="3678"/>
                    <a:pt x="256" y="3713"/>
                  </a:cubicBezTo>
                  <a:cubicBezTo>
                    <a:pt x="347" y="3747"/>
                    <a:pt x="436" y="3781"/>
                    <a:pt x="526" y="3815"/>
                  </a:cubicBezTo>
                  <a:cubicBezTo>
                    <a:pt x="615" y="3850"/>
                    <a:pt x="705" y="3885"/>
                    <a:pt x="795" y="3913"/>
                  </a:cubicBezTo>
                  <a:cubicBezTo>
                    <a:pt x="954" y="3975"/>
                    <a:pt x="1106" y="4023"/>
                    <a:pt x="1259" y="4079"/>
                  </a:cubicBezTo>
                  <a:cubicBezTo>
                    <a:pt x="1286" y="4092"/>
                    <a:pt x="1314" y="4099"/>
                    <a:pt x="1349" y="4106"/>
                  </a:cubicBezTo>
                  <a:cubicBezTo>
                    <a:pt x="1425" y="4134"/>
                    <a:pt x="1508" y="4162"/>
                    <a:pt x="1583" y="4189"/>
                  </a:cubicBezTo>
                  <a:lnTo>
                    <a:pt x="5343" y="430"/>
                  </a:lnTo>
                  <a:cubicBezTo>
                    <a:pt x="4762" y="312"/>
                    <a:pt x="4182" y="166"/>
                    <a:pt x="36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5" name="Google Shape;16405;p43"/>
            <p:cNvSpPr/>
            <p:nvPr/>
          </p:nvSpPr>
          <p:spPr>
            <a:xfrm>
              <a:off x="2788155" y="3990445"/>
              <a:ext cx="383591" cy="314197"/>
            </a:xfrm>
            <a:custGeom>
              <a:rect b="b" l="l" r="r" t="t"/>
              <a:pathLst>
                <a:path extrusionOk="0" h="4161" w="5080">
                  <a:moveTo>
                    <a:pt x="3484" y="1"/>
                  </a:moveTo>
                  <a:lnTo>
                    <a:pt x="1" y="3484"/>
                  </a:lnTo>
                  <a:cubicBezTo>
                    <a:pt x="470" y="3718"/>
                    <a:pt x="948" y="3940"/>
                    <a:pt x="1430" y="4139"/>
                  </a:cubicBezTo>
                  <a:cubicBezTo>
                    <a:pt x="1452" y="4148"/>
                    <a:pt x="1472" y="4154"/>
                    <a:pt x="1487" y="4161"/>
                  </a:cubicBezTo>
                  <a:lnTo>
                    <a:pt x="5080" y="573"/>
                  </a:lnTo>
                  <a:cubicBezTo>
                    <a:pt x="4541" y="407"/>
                    <a:pt x="4010" y="215"/>
                    <a:pt x="34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6" name="Google Shape;16406;p43"/>
            <p:cNvSpPr/>
            <p:nvPr/>
          </p:nvSpPr>
          <p:spPr>
            <a:xfrm>
              <a:off x="3542284" y="4951172"/>
              <a:ext cx="49082" cy="52781"/>
            </a:xfrm>
            <a:custGeom>
              <a:rect b="b" l="l" r="r" t="t"/>
              <a:pathLst>
                <a:path extrusionOk="0" h="699" w="650">
                  <a:moveTo>
                    <a:pt x="650" y="0"/>
                  </a:moveTo>
                  <a:lnTo>
                    <a:pt x="1" y="651"/>
                  </a:lnTo>
                  <a:lnTo>
                    <a:pt x="457" y="699"/>
                  </a:lnTo>
                  <a:lnTo>
                    <a:pt x="6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7" name="Google Shape;16407;p43"/>
            <p:cNvSpPr/>
            <p:nvPr/>
          </p:nvSpPr>
          <p:spPr>
            <a:xfrm>
              <a:off x="2500081" y="278171"/>
              <a:ext cx="389330" cy="453589"/>
            </a:xfrm>
            <a:custGeom>
              <a:rect b="b" l="l" r="r" t="t"/>
              <a:pathLst>
                <a:path extrusionOk="0" h="6007" w="5156">
                  <a:moveTo>
                    <a:pt x="4285" y="0"/>
                  </a:moveTo>
                  <a:lnTo>
                    <a:pt x="0" y="4285"/>
                  </a:lnTo>
                  <a:lnTo>
                    <a:pt x="450" y="6007"/>
                  </a:lnTo>
                  <a:lnTo>
                    <a:pt x="5156" y="1299"/>
                  </a:lnTo>
                  <a:lnTo>
                    <a:pt x="428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8" name="Google Shape;16408;p43"/>
            <p:cNvSpPr/>
            <p:nvPr/>
          </p:nvSpPr>
          <p:spPr>
            <a:xfrm>
              <a:off x="2461495" y="252573"/>
              <a:ext cx="352783" cy="330432"/>
            </a:xfrm>
            <a:custGeom>
              <a:rect b="b" l="l" r="r" t="t"/>
              <a:pathLst>
                <a:path extrusionOk="0" h="4376" w="4672">
                  <a:moveTo>
                    <a:pt x="4575" y="1"/>
                  </a:moveTo>
                  <a:lnTo>
                    <a:pt x="1079" y="1577"/>
                  </a:lnTo>
                  <a:lnTo>
                    <a:pt x="1" y="2648"/>
                  </a:lnTo>
                  <a:lnTo>
                    <a:pt x="448" y="4375"/>
                  </a:lnTo>
                  <a:lnTo>
                    <a:pt x="4672" y="153"/>
                  </a:lnTo>
                  <a:lnTo>
                    <a:pt x="45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9" name="Google Shape;16409;p43"/>
            <p:cNvSpPr/>
            <p:nvPr/>
          </p:nvSpPr>
          <p:spPr>
            <a:xfrm>
              <a:off x="3927994" y="2537990"/>
              <a:ext cx="2017099" cy="1888807"/>
            </a:xfrm>
            <a:custGeom>
              <a:rect b="b" l="l" r="r" t="t"/>
              <a:pathLst>
                <a:path extrusionOk="0" h="25014" w="26713">
                  <a:moveTo>
                    <a:pt x="25013" y="1"/>
                  </a:moveTo>
                  <a:lnTo>
                    <a:pt x="12234" y="12786"/>
                  </a:lnTo>
                  <a:cubicBezTo>
                    <a:pt x="11175" y="14148"/>
                    <a:pt x="9953" y="15371"/>
                    <a:pt x="8598" y="16422"/>
                  </a:cubicBezTo>
                  <a:lnTo>
                    <a:pt x="0" y="25013"/>
                  </a:lnTo>
                  <a:cubicBezTo>
                    <a:pt x="20" y="25013"/>
                    <a:pt x="42" y="25007"/>
                    <a:pt x="55" y="25007"/>
                  </a:cubicBezTo>
                  <a:cubicBezTo>
                    <a:pt x="153" y="24992"/>
                    <a:pt x="249" y="24978"/>
                    <a:pt x="339" y="24958"/>
                  </a:cubicBezTo>
                  <a:cubicBezTo>
                    <a:pt x="505" y="24930"/>
                    <a:pt x="664" y="24902"/>
                    <a:pt x="830" y="24867"/>
                  </a:cubicBezTo>
                  <a:cubicBezTo>
                    <a:pt x="850" y="24867"/>
                    <a:pt x="871" y="24861"/>
                    <a:pt x="899" y="24854"/>
                  </a:cubicBezTo>
                  <a:lnTo>
                    <a:pt x="913" y="24854"/>
                  </a:lnTo>
                  <a:cubicBezTo>
                    <a:pt x="1506" y="24736"/>
                    <a:pt x="2094" y="24599"/>
                    <a:pt x="2674" y="24439"/>
                  </a:cubicBezTo>
                  <a:lnTo>
                    <a:pt x="2702" y="24481"/>
                  </a:lnTo>
                  <a:lnTo>
                    <a:pt x="20196" y="6987"/>
                  </a:lnTo>
                  <a:cubicBezTo>
                    <a:pt x="20231" y="6863"/>
                    <a:pt x="20265" y="6732"/>
                    <a:pt x="20299" y="6608"/>
                  </a:cubicBezTo>
                  <a:lnTo>
                    <a:pt x="20604" y="6588"/>
                  </a:lnTo>
                  <a:lnTo>
                    <a:pt x="26713" y="470"/>
                  </a:lnTo>
                  <a:lnTo>
                    <a:pt x="250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0" name="Google Shape;16410;p43"/>
            <p:cNvSpPr/>
            <p:nvPr/>
          </p:nvSpPr>
          <p:spPr>
            <a:xfrm>
              <a:off x="3154535" y="4098426"/>
              <a:ext cx="511505" cy="505237"/>
            </a:xfrm>
            <a:custGeom>
              <a:rect b="b" l="l" r="r" t="t"/>
              <a:pathLst>
                <a:path extrusionOk="0" h="6691" w="6774">
                  <a:moveTo>
                    <a:pt x="4658" y="1"/>
                  </a:moveTo>
                  <a:lnTo>
                    <a:pt x="0" y="4658"/>
                  </a:lnTo>
                  <a:lnTo>
                    <a:pt x="131" y="6690"/>
                  </a:lnTo>
                  <a:lnTo>
                    <a:pt x="6773" y="55"/>
                  </a:lnTo>
                  <a:lnTo>
                    <a:pt x="6773" y="55"/>
                  </a:lnTo>
                  <a:cubicBezTo>
                    <a:pt x="6605" y="59"/>
                    <a:pt x="6436" y="61"/>
                    <a:pt x="6268" y="61"/>
                  </a:cubicBezTo>
                  <a:cubicBezTo>
                    <a:pt x="5755" y="61"/>
                    <a:pt x="5244" y="43"/>
                    <a:pt x="4735" y="7"/>
                  </a:cubicBezTo>
                  <a:cubicBezTo>
                    <a:pt x="4706" y="1"/>
                    <a:pt x="4686" y="1"/>
                    <a:pt x="46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1" name="Google Shape;16411;p43"/>
            <p:cNvSpPr/>
            <p:nvPr/>
          </p:nvSpPr>
          <p:spPr>
            <a:xfrm>
              <a:off x="1136350" y="86675"/>
              <a:ext cx="4941903" cy="4941752"/>
            </a:xfrm>
            <a:custGeom>
              <a:rect b="b" l="l" r="r" t="t"/>
              <a:pathLst>
                <a:path extrusionOk="0" h="65445" w="65447">
                  <a:moveTo>
                    <a:pt x="32761" y="12552"/>
                  </a:moveTo>
                  <a:cubicBezTo>
                    <a:pt x="33258" y="12552"/>
                    <a:pt x="33764" y="12572"/>
                    <a:pt x="34262" y="12607"/>
                  </a:cubicBezTo>
                  <a:lnTo>
                    <a:pt x="34358" y="12620"/>
                  </a:lnTo>
                  <a:cubicBezTo>
                    <a:pt x="34448" y="12627"/>
                    <a:pt x="34544" y="12635"/>
                    <a:pt x="34642" y="12648"/>
                  </a:cubicBezTo>
                  <a:lnTo>
                    <a:pt x="34862" y="12668"/>
                  </a:lnTo>
                  <a:cubicBezTo>
                    <a:pt x="34967" y="12676"/>
                    <a:pt x="35063" y="12690"/>
                    <a:pt x="35166" y="12696"/>
                  </a:cubicBezTo>
                  <a:lnTo>
                    <a:pt x="35257" y="12709"/>
                  </a:lnTo>
                  <a:cubicBezTo>
                    <a:pt x="38415" y="13118"/>
                    <a:pt x="41477" y="14279"/>
                    <a:pt x="44110" y="16068"/>
                  </a:cubicBezTo>
                  <a:lnTo>
                    <a:pt x="44186" y="16125"/>
                  </a:lnTo>
                  <a:cubicBezTo>
                    <a:pt x="44269" y="16180"/>
                    <a:pt x="44345" y="16234"/>
                    <a:pt x="44422" y="16291"/>
                  </a:cubicBezTo>
                  <a:lnTo>
                    <a:pt x="44601" y="16422"/>
                  </a:lnTo>
                  <a:cubicBezTo>
                    <a:pt x="44684" y="16483"/>
                    <a:pt x="44767" y="16540"/>
                    <a:pt x="44850" y="16601"/>
                  </a:cubicBezTo>
                  <a:lnTo>
                    <a:pt x="44926" y="16664"/>
                  </a:lnTo>
                  <a:cubicBezTo>
                    <a:pt x="47456" y="18591"/>
                    <a:pt x="49529" y="21128"/>
                    <a:pt x="50911" y="23997"/>
                  </a:cubicBezTo>
                  <a:lnTo>
                    <a:pt x="50952" y="24080"/>
                  </a:lnTo>
                  <a:cubicBezTo>
                    <a:pt x="50987" y="24163"/>
                    <a:pt x="51029" y="24246"/>
                    <a:pt x="51063" y="24329"/>
                  </a:cubicBezTo>
                  <a:lnTo>
                    <a:pt x="51153" y="24528"/>
                  </a:lnTo>
                  <a:cubicBezTo>
                    <a:pt x="51194" y="24626"/>
                    <a:pt x="51243" y="24729"/>
                    <a:pt x="51284" y="24827"/>
                  </a:cubicBezTo>
                  <a:lnTo>
                    <a:pt x="51319" y="24916"/>
                  </a:lnTo>
                  <a:cubicBezTo>
                    <a:pt x="52550" y="27846"/>
                    <a:pt x="53074" y="31080"/>
                    <a:pt x="52840" y="34254"/>
                  </a:cubicBezTo>
                  <a:lnTo>
                    <a:pt x="52825" y="34356"/>
                  </a:lnTo>
                  <a:cubicBezTo>
                    <a:pt x="52818" y="34448"/>
                    <a:pt x="52812" y="34537"/>
                    <a:pt x="52805" y="34633"/>
                  </a:cubicBezTo>
                  <a:lnTo>
                    <a:pt x="52777" y="34847"/>
                  </a:lnTo>
                  <a:cubicBezTo>
                    <a:pt x="52770" y="34952"/>
                    <a:pt x="52757" y="35055"/>
                    <a:pt x="52749" y="35159"/>
                  </a:cubicBezTo>
                  <a:lnTo>
                    <a:pt x="52735" y="35262"/>
                  </a:lnTo>
                  <a:cubicBezTo>
                    <a:pt x="52327" y="38414"/>
                    <a:pt x="51166" y="41476"/>
                    <a:pt x="49376" y="44102"/>
                  </a:cubicBezTo>
                  <a:lnTo>
                    <a:pt x="49322" y="44185"/>
                  </a:lnTo>
                  <a:cubicBezTo>
                    <a:pt x="49259" y="44276"/>
                    <a:pt x="49197" y="44365"/>
                    <a:pt x="49134" y="44448"/>
                  </a:cubicBezTo>
                  <a:lnTo>
                    <a:pt x="49003" y="44627"/>
                  </a:lnTo>
                  <a:cubicBezTo>
                    <a:pt x="48948" y="44704"/>
                    <a:pt x="48900" y="44773"/>
                    <a:pt x="48844" y="44841"/>
                  </a:cubicBezTo>
                  <a:lnTo>
                    <a:pt x="48789" y="44924"/>
                  </a:lnTo>
                  <a:cubicBezTo>
                    <a:pt x="46853" y="47454"/>
                    <a:pt x="44317" y="49521"/>
                    <a:pt x="41449" y="50911"/>
                  </a:cubicBezTo>
                  <a:lnTo>
                    <a:pt x="41428" y="50917"/>
                  </a:lnTo>
                  <a:cubicBezTo>
                    <a:pt x="41408" y="50931"/>
                    <a:pt x="41386" y="50937"/>
                    <a:pt x="41366" y="50952"/>
                  </a:cubicBezTo>
                  <a:cubicBezTo>
                    <a:pt x="41270" y="50994"/>
                    <a:pt x="41172" y="51035"/>
                    <a:pt x="41076" y="51083"/>
                  </a:cubicBezTo>
                  <a:lnTo>
                    <a:pt x="40875" y="51173"/>
                  </a:lnTo>
                  <a:cubicBezTo>
                    <a:pt x="40792" y="51208"/>
                    <a:pt x="40709" y="51249"/>
                    <a:pt x="40626" y="51284"/>
                  </a:cubicBezTo>
                  <a:lnTo>
                    <a:pt x="40537" y="51317"/>
                  </a:lnTo>
                  <a:cubicBezTo>
                    <a:pt x="38065" y="52353"/>
                    <a:pt x="35384" y="52889"/>
                    <a:pt x="32706" y="52889"/>
                  </a:cubicBezTo>
                  <a:cubicBezTo>
                    <a:pt x="32201" y="52889"/>
                    <a:pt x="31696" y="52870"/>
                    <a:pt x="31193" y="52832"/>
                  </a:cubicBezTo>
                  <a:lnTo>
                    <a:pt x="31158" y="52832"/>
                  </a:lnTo>
                  <a:cubicBezTo>
                    <a:pt x="31137" y="52832"/>
                    <a:pt x="31117" y="52832"/>
                    <a:pt x="31095" y="52825"/>
                  </a:cubicBezTo>
                  <a:cubicBezTo>
                    <a:pt x="30986" y="52818"/>
                    <a:pt x="30881" y="52803"/>
                    <a:pt x="30778" y="52797"/>
                  </a:cubicBezTo>
                  <a:lnTo>
                    <a:pt x="30549" y="52777"/>
                  </a:lnTo>
                  <a:cubicBezTo>
                    <a:pt x="30467" y="52762"/>
                    <a:pt x="30377" y="52755"/>
                    <a:pt x="30287" y="52749"/>
                  </a:cubicBezTo>
                  <a:lnTo>
                    <a:pt x="30190" y="52735"/>
                  </a:lnTo>
                  <a:cubicBezTo>
                    <a:pt x="27031" y="52327"/>
                    <a:pt x="23969" y="51166"/>
                    <a:pt x="21343" y="49376"/>
                  </a:cubicBezTo>
                  <a:lnTo>
                    <a:pt x="21260" y="49320"/>
                  </a:lnTo>
                  <a:cubicBezTo>
                    <a:pt x="21171" y="49259"/>
                    <a:pt x="21088" y="49196"/>
                    <a:pt x="21005" y="49134"/>
                  </a:cubicBezTo>
                  <a:lnTo>
                    <a:pt x="20826" y="49003"/>
                  </a:lnTo>
                  <a:cubicBezTo>
                    <a:pt x="20750" y="48953"/>
                    <a:pt x="20673" y="48899"/>
                    <a:pt x="20604" y="48844"/>
                  </a:cubicBezTo>
                  <a:lnTo>
                    <a:pt x="20521" y="48781"/>
                  </a:lnTo>
                  <a:cubicBezTo>
                    <a:pt x="17991" y="46853"/>
                    <a:pt x="15924" y="44317"/>
                    <a:pt x="14542" y="41448"/>
                  </a:cubicBezTo>
                  <a:lnTo>
                    <a:pt x="14501" y="41365"/>
                  </a:lnTo>
                  <a:cubicBezTo>
                    <a:pt x="14453" y="41262"/>
                    <a:pt x="14405" y="41166"/>
                    <a:pt x="14363" y="41061"/>
                  </a:cubicBezTo>
                  <a:lnTo>
                    <a:pt x="14274" y="40867"/>
                  </a:lnTo>
                  <a:cubicBezTo>
                    <a:pt x="14239" y="40784"/>
                    <a:pt x="14197" y="40701"/>
                    <a:pt x="14163" y="40626"/>
                  </a:cubicBezTo>
                  <a:lnTo>
                    <a:pt x="14128" y="40535"/>
                  </a:lnTo>
                  <a:cubicBezTo>
                    <a:pt x="12897" y="37591"/>
                    <a:pt x="12373" y="34365"/>
                    <a:pt x="12615" y="31185"/>
                  </a:cubicBezTo>
                  <a:lnTo>
                    <a:pt x="12622" y="31095"/>
                  </a:lnTo>
                  <a:cubicBezTo>
                    <a:pt x="12628" y="30984"/>
                    <a:pt x="12642" y="30873"/>
                    <a:pt x="12648" y="30763"/>
                  </a:cubicBezTo>
                  <a:lnTo>
                    <a:pt x="12670" y="30556"/>
                  </a:lnTo>
                  <a:cubicBezTo>
                    <a:pt x="12683" y="30467"/>
                    <a:pt x="12690" y="30369"/>
                    <a:pt x="12705" y="30279"/>
                  </a:cubicBezTo>
                  <a:lnTo>
                    <a:pt x="12711" y="30190"/>
                  </a:lnTo>
                  <a:cubicBezTo>
                    <a:pt x="13119" y="27031"/>
                    <a:pt x="14280" y="23969"/>
                    <a:pt x="16077" y="21335"/>
                  </a:cubicBezTo>
                  <a:lnTo>
                    <a:pt x="16125" y="21260"/>
                  </a:lnTo>
                  <a:cubicBezTo>
                    <a:pt x="16181" y="21184"/>
                    <a:pt x="16236" y="21108"/>
                    <a:pt x="16291" y="21031"/>
                  </a:cubicBezTo>
                  <a:lnTo>
                    <a:pt x="16409" y="20866"/>
                  </a:lnTo>
                  <a:cubicBezTo>
                    <a:pt x="16472" y="20776"/>
                    <a:pt x="16540" y="20686"/>
                    <a:pt x="16603" y="20597"/>
                  </a:cubicBezTo>
                  <a:lnTo>
                    <a:pt x="16664" y="20521"/>
                  </a:lnTo>
                  <a:cubicBezTo>
                    <a:pt x="18593" y="17991"/>
                    <a:pt x="21129" y="15918"/>
                    <a:pt x="23997" y="14534"/>
                  </a:cubicBezTo>
                  <a:lnTo>
                    <a:pt x="24026" y="14527"/>
                  </a:lnTo>
                  <a:cubicBezTo>
                    <a:pt x="24045" y="14514"/>
                    <a:pt x="24067" y="14508"/>
                    <a:pt x="24080" y="14493"/>
                  </a:cubicBezTo>
                  <a:cubicBezTo>
                    <a:pt x="24170" y="14459"/>
                    <a:pt x="24253" y="14418"/>
                    <a:pt x="24342" y="14377"/>
                  </a:cubicBezTo>
                  <a:lnTo>
                    <a:pt x="24543" y="14285"/>
                  </a:lnTo>
                  <a:cubicBezTo>
                    <a:pt x="24633" y="14244"/>
                    <a:pt x="24731" y="14202"/>
                    <a:pt x="24827" y="14161"/>
                  </a:cubicBezTo>
                  <a:lnTo>
                    <a:pt x="24916" y="14128"/>
                  </a:lnTo>
                  <a:cubicBezTo>
                    <a:pt x="27391" y="13091"/>
                    <a:pt x="30080" y="12552"/>
                    <a:pt x="32761" y="12552"/>
                  </a:cubicBezTo>
                  <a:close/>
                  <a:moveTo>
                    <a:pt x="32772" y="11956"/>
                  </a:moveTo>
                  <a:cubicBezTo>
                    <a:pt x="30005" y="11956"/>
                    <a:pt x="27238" y="12507"/>
                    <a:pt x="24682" y="13574"/>
                  </a:cubicBezTo>
                  <a:lnTo>
                    <a:pt x="24654" y="13589"/>
                  </a:lnTo>
                  <a:cubicBezTo>
                    <a:pt x="24633" y="13595"/>
                    <a:pt x="24613" y="13602"/>
                    <a:pt x="24591" y="13609"/>
                  </a:cubicBezTo>
                  <a:cubicBezTo>
                    <a:pt x="24488" y="13657"/>
                    <a:pt x="24392" y="13698"/>
                    <a:pt x="24294" y="13746"/>
                  </a:cubicBezTo>
                  <a:lnTo>
                    <a:pt x="24094" y="13829"/>
                  </a:lnTo>
                  <a:cubicBezTo>
                    <a:pt x="24004" y="13871"/>
                    <a:pt x="23914" y="13912"/>
                    <a:pt x="23832" y="13954"/>
                  </a:cubicBezTo>
                  <a:cubicBezTo>
                    <a:pt x="23803" y="13968"/>
                    <a:pt x="23783" y="13975"/>
                    <a:pt x="23762" y="13988"/>
                  </a:cubicBezTo>
                  <a:lnTo>
                    <a:pt x="23742" y="13995"/>
                  </a:lnTo>
                  <a:cubicBezTo>
                    <a:pt x="20784" y="15420"/>
                    <a:pt x="18172" y="17548"/>
                    <a:pt x="16188" y="20161"/>
                  </a:cubicBezTo>
                  <a:lnTo>
                    <a:pt x="16125" y="20237"/>
                  </a:lnTo>
                  <a:cubicBezTo>
                    <a:pt x="16057" y="20333"/>
                    <a:pt x="15987" y="20423"/>
                    <a:pt x="15924" y="20514"/>
                  </a:cubicBezTo>
                  <a:lnTo>
                    <a:pt x="15808" y="20680"/>
                  </a:lnTo>
                  <a:cubicBezTo>
                    <a:pt x="15745" y="20763"/>
                    <a:pt x="15690" y="20837"/>
                    <a:pt x="15634" y="20914"/>
                  </a:cubicBezTo>
                  <a:lnTo>
                    <a:pt x="15579" y="20997"/>
                  </a:lnTo>
                  <a:cubicBezTo>
                    <a:pt x="13735" y="23707"/>
                    <a:pt x="12539" y="26865"/>
                    <a:pt x="12117" y="30113"/>
                  </a:cubicBezTo>
                  <a:lnTo>
                    <a:pt x="12109" y="30209"/>
                  </a:lnTo>
                  <a:cubicBezTo>
                    <a:pt x="12096" y="30307"/>
                    <a:pt x="12089" y="30404"/>
                    <a:pt x="12076" y="30500"/>
                  </a:cubicBezTo>
                  <a:lnTo>
                    <a:pt x="12054" y="30700"/>
                  </a:lnTo>
                  <a:cubicBezTo>
                    <a:pt x="12048" y="30812"/>
                    <a:pt x="12034" y="30929"/>
                    <a:pt x="12019" y="31047"/>
                  </a:cubicBezTo>
                  <a:lnTo>
                    <a:pt x="12013" y="31143"/>
                  </a:lnTo>
                  <a:cubicBezTo>
                    <a:pt x="11771" y="34413"/>
                    <a:pt x="12310" y="37737"/>
                    <a:pt x="13575" y="40764"/>
                  </a:cubicBezTo>
                  <a:lnTo>
                    <a:pt x="13617" y="40860"/>
                  </a:lnTo>
                  <a:cubicBezTo>
                    <a:pt x="13652" y="40943"/>
                    <a:pt x="13693" y="41026"/>
                    <a:pt x="13726" y="41116"/>
                  </a:cubicBezTo>
                  <a:lnTo>
                    <a:pt x="13818" y="41303"/>
                  </a:lnTo>
                  <a:cubicBezTo>
                    <a:pt x="13859" y="41406"/>
                    <a:pt x="13907" y="41511"/>
                    <a:pt x="13955" y="41622"/>
                  </a:cubicBezTo>
                  <a:lnTo>
                    <a:pt x="14003" y="41711"/>
                  </a:lnTo>
                  <a:cubicBezTo>
                    <a:pt x="15427" y="44662"/>
                    <a:pt x="17556" y="47275"/>
                    <a:pt x="20162" y="49259"/>
                  </a:cubicBezTo>
                  <a:lnTo>
                    <a:pt x="20245" y="49320"/>
                  </a:lnTo>
                  <a:cubicBezTo>
                    <a:pt x="20320" y="49383"/>
                    <a:pt x="20396" y="49438"/>
                    <a:pt x="20479" y="49493"/>
                  </a:cubicBezTo>
                  <a:lnTo>
                    <a:pt x="20652" y="49617"/>
                  </a:lnTo>
                  <a:cubicBezTo>
                    <a:pt x="20735" y="49680"/>
                    <a:pt x="20826" y="49750"/>
                    <a:pt x="20922" y="49811"/>
                  </a:cubicBezTo>
                  <a:lnTo>
                    <a:pt x="21005" y="49866"/>
                  </a:lnTo>
                  <a:cubicBezTo>
                    <a:pt x="23714" y="51712"/>
                    <a:pt x="26859" y="52908"/>
                    <a:pt x="30115" y="53329"/>
                  </a:cubicBezTo>
                  <a:lnTo>
                    <a:pt x="30218" y="53336"/>
                  </a:lnTo>
                  <a:cubicBezTo>
                    <a:pt x="30307" y="53349"/>
                    <a:pt x="30405" y="53357"/>
                    <a:pt x="30495" y="53371"/>
                  </a:cubicBezTo>
                  <a:lnTo>
                    <a:pt x="30709" y="53391"/>
                  </a:lnTo>
                  <a:cubicBezTo>
                    <a:pt x="30820" y="53406"/>
                    <a:pt x="30929" y="53412"/>
                    <a:pt x="31047" y="53425"/>
                  </a:cubicBezTo>
                  <a:lnTo>
                    <a:pt x="31110" y="53425"/>
                  </a:lnTo>
                  <a:lnTo>
                    <a:pt x="31143" y="53432"/>
                  </a:lnTo>
                  <a:cubicBezTo>
                    <a:pt x="31656" y="53467"/>
                    <a:pt x="32173" y="53489"/>
                    <a:pt x="32686" y="53489"/>
                  </a:cubicBezTo>
                  <a:cubicBezTo>
                    <a:pt x="35449" y="53489"/>
                    <a:pt x="38215" y="52935"/>
                    <a:pt x="40764" y="51871"/>
                  </a:cubicBezTo>
                  <a:lnTo>
                    <a:pt x="40862" y="51830"/>
                  </a:lnTo>
                  <a:cubicBezTo>
                    <a:pt x="40952" y="51795"/>
                    <a:pt x="41035" y="51753"/>
                    <a:pt x="41124" y="51712"/>
                  </a:cubicBezTo>
                  <a:lnTo>
                    <a:pt x="41318" y="51629"/>
                  </a:lnTo>
                  <a:cubicBezTo>
                    <a:pt x="41414" y="51581"/>
                    <a:pt x="41519" y="51539"/>
                    <a:pt x="41622" y="51491"/>
                  </a:cubicBezTo>
                  <a:cubicBezTo>
                    <a:pt x="41643" y="51476"/>
                    <a:pt x="41663" y="51470"/>
                    <a:pt x="41691" y="51457"/>
                  </a:cubicBezTo>
                  <a:lnTo>
                    <a:pt x="41711" y="51442"/>
                  </a:lnTo>
                  <a:cubicBezTo>
                    <a:pt x="44662" y="50025"/>
                    <a:pt x="47275" y="47890"/>
                    <a:pt x="49265" y="45284"/>
                  </a:cubicBezTo>
                  <a:lnTo>
                    <a:pt x="49322" y="45201"/>
                  </a:lnTo>
                  <a:cubicBezTo>
                    <a:pt x="49383" y="45125"/>
                    <a:pt x="49431" y="45049"/>
                    <a:pt x="49488" y="44972"/>
                  </a:cubicBezTo>
                  <a:lnTo>
                    <a:pt x="49612" y="44800"/>
                  </a:lnTo>
                  <a:cubicBezTo>
                    <a:pt x="49680" y="44710"/>
                    <a:pt x="49750" y="44621"/>
                    <a:pt x="49813" y="44525"/>
                  </a:cubicBezTo>
                  <a:lnTo>
                    <a:pt x="49867" y="44442"/>
                  </a:lnTo>
                  <a:cubicBezTo>
                    <a:pt x="51712" y="41738"/>
                    <a:pt x="52908" y="38586"/>
                    <a:pt x="53329" y="35338"/>
                  </a:cubicBezTo>
                  <a:lnTo>
                    <a:pt x="53344" y="35227"/>
                  </a:lnTo>
                  <a:cubicBezTo>
                    <a:pt x="53351" y="35124"/>
                    <a:pt x="53364" y="35013"/>
                    <a:pt x="53379" y="34904"/>
                  </a:cubicBezTo>
                  <a:lnTo>
                    <a:pt x="53399" y="34696"/>
                  </a:lnTo>
                  <a:cubicBezTo>
                    <a:pt x="53406" y="34599"/>
                    <a:pt x="53420" y="34502"/>
                    <a:pt x="53427" y="34406"/>
                  </a:cubicBezTo>
                  <a:lnTo>
                    <a:pt x="53427" y="34336"/>
                  </a:lnTo>
                  <a:lnTo>
                    <a:pt x="53434" y="34302"/>
                  </a:lnTo>
                  <a:cubicBezTo>
                    <a:pt x="53676" y="31032"/>
                    <a:pt x="53137" y="27708"/>
                    <a:pt x="51871" y="24681"/>
                  </a:cubicBezTo>
                  <a:lnTo>
                    <a:pt x="51836" y="24591"/>
                  </a:lnTo>
                  <a:cubicBezTo>
                    <a:pt x="51788" y="24487"/>
                    <a:pt x="51740" y="24384"/>
                    <a:pt x="51699" y="24279"/>
                  </a:cubicBezTo>
                  <a:lnTo>
                    <a:pt x="51609" y="24087"/>
                  </a:lnTo>
                  <a:cubicBezTo>
                    <a:pt x="51568" y="23997"/>
                    <a:pt x="51533" y="23914"/>
                    <a:pt x="51491" y="23831"/>
                  </a:cubicBezTo>
                  <a:lnTo>
                    <a:pt x="51450" y="23734"/>
                  </a:lnTo>
                  <a:cubicBezTo>
                    <a:pt x="50027" y="20783"/>
                    <a:pt x="47897" y="18170"/>
                    <a:pt x="45284" y="16186"/>
                  </a:cubicBezTo>
                  <a:lnTo>
                    <a:pt x="45210" y="16125"/>
                  </a:lnTo>
                  <a:cubicBezTo>
                    <a:pt x="45118" y="16062"/>
                    <a:pt x="45035" y="16000"/>
                    <a:pt x="44946" y="15937"/>
                  </a:cubicBezTo>
                  <a:lnTo>
                    <a:pt x="44773" y="15806"/>
                  </a:lnTo>
                  <a:cubicBezTo>
                    <a:pt x="44690" y="15752"/>
                    <a:pt x="44607" y="15689"/>
                    <a:pt x="44531" y="15634"/>
                  </a:cubicBezTo>
                  <a:cubicBezTo>
                    <a:pt x="44511" y="15621"/>
                    <a:pt x="44496" y="15612"/>
                    <a:pt x="44476" y="15599"/>
                  </a:cubicBezTo>
                  <a:lnTo>
                    <a:pt x="44448" y="15579"/>
                  </a:lnTo>
                  <a:cubicBezTo>
                    <a:pt x="41739" y="13733"/>
                    <a:pt x="38588" y="12537"/>
                    <a:pt x="35332" y="12116"/>
                  </a:cubicBezTo>
                  <a:lnTo>
                    <a:pt x="35235" y="12109"/>
                  </a:lnTo>
                  <a:cubicBezTo>
                    <a:pt x="35133" y="12096"/>
                    <a:pt x="35028" y="12081"/>
                    <a:pt x="34925" y="12074"/>
                  </a:cubicBezTo>
                  <a:lnTo>
                    <a:pt x="34703" y="12054"/>
                  </a:lnTo>
                  <a:cubicBezTo>
                    <a:pt x="34607" y="12039"/>
                    <a:pt x="34502" y="12033"/>
                    <a:pt x="34406" y="12019"/>
                  </a:cubicBezTo>
                  <a:lnTo>
                    <a:pt x="34303" y="12013"/>
                  </a:lnTo>
                  <a:cubicBezTo>
                    <a:pt x="33794" y="11975"/>
                    <a:pt x="33283" y="11956"/>
                    <a:pt x="32772" y="11956"/>
                  </a:cubicBezTo>
                  <a:close/>
                  <a:moveTo>
                    <a:pt x="33640" y="642"/>
                  </a:moveTo>
                  <a:lnTo>
                    <a:pt x="38269" y="1113"/>
                  </a:lnTo>
                  <a:lnTo>
                    <a:pt x="38789" y="8702"/>
                  </a:lnTo>
                  <a:lnTo>
                    <a:pt x="38996" y="8757"/>
                  </a:lnTo>
                  <a:cubicBezTo>
                    <a:pt x="39570" y="8909"/>
                    <a:pt x="40150" y="9082"/>
                    <a:pt x="40709" y="9276"/>
                  </a:cubicBezTo>
                  <a:lnTo>
                    <a:pt x="40792" y="9302"/>
                  </a:lnTo>
                  <a:cubicBezTo>
                    <a:pt x="40917" y="9344"/>
                    <a:pt x="41083" y="9400"/>
                    <a:pt x="41249" y="9462"/>
                  </a:cubicBezTo>
                  <a:cubicBezTo>
                    <a:pt x="41318" y="9490"/>
                    <a:pt x="41380" y="9510"/>
                    <a:pt x="41443" y="9538"/>
                  </a:cubicBezTo>
                  <a:lnTo>
                    <a:pt x="41587" y="9593"/>
                  </a:lnTo>
                  <a:cubicBezTo>
                    <a:pt x="41650" y="9614"/>
                    <a:pt x="41718" y="9641"/>
                    <a:pt x="41788" y="9669"/>
                  </a:cubicBezTo>
                  <a:cubicBezTo>
                    <a:pt x="41919" y="9717"/>
                    <a:pt x="42065" y="9780"/>
                    <a:pt x="42237" y="9848"/>
                  </a:cubicBezTo>
                  <a:lnTo>
                    <a:pt x="42320" y="9883"/>
                  </a:lnTo>
                  <a:cubicBezTo>
                    <a:pt x="42866" y="10112"/>
                    <a:pt x="43412" y="10367"/>
                    <a:pt x="43944" y="10636"/>
                  </a:cubicBezTo>
                  <a:lnTo>
                    <a:pt x="44131" y="10734"/>
                  </a:lnTo>
                  <a:lnTo>
                    <a:pt x="49556" y="5398"/>
                  </a:lnTo>
                  <a:lnTo>
                    <a:pt x="53329" y="8121"/>
                  </a:lnTo>
                  <a:lnTo>
                    <a:pt x="49985" y="14949"/>
                  </a:lnTo>
                  <a:lnTo>
                    <a:pt x="50136" y="15101"/>
                  </a:lnTo>
                  <a:cubicBezTo>
                    <a:pt x="50559" y="15523"/>
                    <a:pt x="50974" y="15959"/>
                    <a:pt x="51367" y="16409"/>
                  </a:cubicBezTo>
                  <a:lnTo>
                    <a:pt x="51422" y="16470"/>
                  </a:lnTo>
                  <a:cubicBezTo>
                    <a:pt x="51546" y="16616"/>
                    <a:pt x="51644" y="16732"/>
                    <a:pt x="51734" y="16843"/>
                  </a:cubicBezTo>
                  <a:cubicBezTo>
                    <a:pt x="51782" y="16898"/>
                    <a:pt x="51823" y="16948"/>
                    <a:pt x="51871" y="17002"/>
                  </a:cubicBezTo>
                  <a:lnTo>
                    <a:pt x="51961" y="17120"/>
                  </a:lnTo>
                  <a:cubicBezTo>
                    <a:pt x="52011" y="17175"/>
                    <a:pt x="52052" y="17230"/>
                    <a:pt x="52100" y="17286"/>
                  </a:cubicBezTo>
                  <a:cubicBezTo>
                    <a:pt x="52190" y="17395"/>
                    <a:pt x="52286" y="17520"/>
                    <a:pt x="52397" y="17672"/>
                  </a:cubicBezTo>
                  <a:lnTo>
                    <a:pt x="52452" y="17742"/>
                  </a:lnTo>
                  <a:cubicBezTo>
                    <a:pt x="52812" y="18212"/>
                    <a:pt x="53157" y="18703"/>
                    <a:pt x="53482" y="19200"/>
                  </a:cubicBezTo>
                  <a:lnTo>
                    <a:pt x="53600" y="19379"/>
                  </a:lnTo>
                  <a:lnTo>
                    <a:pt x="60960" y="17472"/>
                  </a:lnTo>
                  <a:lnTo>
                    <a:pt x="62867" y="21723"/>
                  </a:lnTo>
                  <a:lnTo>
                    <a:pt x="56738" y="25842"/>
                  </a:lnTo>
                  <a:lnTo>
                    <a:pt x="56557" y="25966"/>
                  </a:lnTo>
                  <a:lnTo>
                    <a:pt x="56614" y="26174"/>
                  </a:lnTo>
                  <a:cubicBezTo>
                    <a:pt x="56655" y="26311"/>
                    <a:pt x="56697" y="26457"/>
                    <a:pt x="56730" y="26595"/>
                  </a:cubicBezTo>
                  <a:cubicBezTo>
                    <a:pt x="56828" y="26990"/>
                    <a:pt x="56917" y="27390"/>
                    <a:pt x="57000" y="27784"/>
                  </a:cubicBezTo>
                  <a:cubicBezTo>
                    <a:pt x="57007" y="27804"/>
                    <a:pt x="57007" y="27826"/>
                    <a:pt x="57013" y="27854"/>
                  </a:cubicBezTo>
                  <a:cubicBezTo>
                    <a:pt x="57013" y="27867"/>
                    <a:pt x="57020" y="27887"/>
                    <a:pt x="57028" y="27909"/>
                  </a:cubicBezTo>
                  <a:lnTo>
                    <a:pt x="57042" y="27998"/>
                  </a:lnTo>
                  <a:cubicBezTo>
                    <a:pt x="57076" y="28186"/>
                    <a:pt x="57103" y="28337"/>
                    <a:pt x="57131" y="28476"/>
                  </a:cubicBezTo>
                  <a:cubicBezTo>
                    <a:pt x="57144" y="28544"/>
                    <a:pt x="57153" y="28614"/>
                    <a:pt x="57166" y="28675"/>
                  </a:cubicBezTo>
                  <a:lnTo>
                    <a:pt x="57186" y="28834"/>
                  </a:lnTo>
                  <a:cubicBezTo>
                    <a:pt x="57201" y="28904"/>
                    <a:pt x="57214" y="28974"/>
                    <a:pt x="57221" y="29042"/>
                  </a:cubicBezTo>
                  <a:cubicBezTo>
                    <a:pt x="57242" y="29181"/>
                    <a:pt x="57262" y="29332"/>
                    <a:pt x="57290" y="29526"/>
                  </a:cubicBezTo>
                  <a:lnTo>
                    <a:pt x="57297" y="29609"/>
                  </a:lnTo>
                  <a:cubicBezTo>
                    <a:pt x="57373" y="30196"/>
                    <a:pt x="57428" y="30798"/>
                    <a:pt x="57463" y="31392"/>
                  </a:cubicBezTo>
                  <a:lnTo>
                    <a:pt x="57470" y="31606"/>
                  </a:lnTo>
                  <a:lnTo>
                    <a:pt x="64803" y="33638"/>
                  </a:lnTo>
                  <a:lnTo>
                    <a:pt x="64333" y="38269"/>
                  </a:lnTo>
                  <a:lnTo>
                    <a:pt x="56745" y="38780"/>
                  </a:lnTo>
                  <a:lnTo>
                    <a:pt x="56688" y="38994"/>
                  </a:lnTo>
                  <a:cubicBezTo>
                    <a:pt x="56537" y="39568"/>
                    <a:pt x="56365" y="40142"/>
                    <a:pt x="56177" y="40709"/>
                  </a:cubicBezTo>
                  <a:lnTo>
                    <a:pt x="56149" y="40784"/>
                  </a:lnTo>
                  <a:cubicBezTo>
                    <a:pt x="56081" y="40971"/>
                    <a:pt x="56033" y="41116"/>
                    <a:pt x="55983" y="41249"/>
                  </a:cubicBezTo>
                  <a:cubicBezTo>
                    <a:pt x="55957" y="41310"/>
                    <a:pt x="55935" y="41380"/>
                    <a:pt x="55909" y="41441"/>
                  </a:cubicBezTo>
                  <a:lnTo>
                    <a:pt x="55880" y="41517"/>
                  </a:lnTo>
                  <a:cubicBezTo>
                    <a:pt x="55874" y="41545"/>
                    <a:pt x="55859" y="41572"/>
                    <a:pt x="55846" y="41607"/>
                  </a:cubicBezTo>
                  <a:cubicBezTo>
                    <a:pt x="55832" y="41648"/>
                    <a:pt x="55817" y="41690"/>
                    <a:pt x="55804" y="41731"/>
                  </a:cubicBezTo>
                  <a:lnTo>
                    <a:pt x="55784" y="41779"/>
                  </a:lnTo>
                  <a:cubicBezTo>
                    <a:pt x="55728" y="41919"/>
                    <a:pt x="55673" y="42056"/>
                    <a:pt x="55597" y="42235"/>
                  </a:cubicBezTo>
                  <a:lnTo>
                    <a:pt x="55562" y="42312"/>
                  </a:lnTo>
                  <a:cubicBezTo>
                    <a:pt x="55335" y="42858"/>
                    <a:pt x="55079" y="43405"/>
                    <a:pt x="54809" y="43936"/>
                  </a:cubicBezTo>
                  <a:lnTo>
                    <a:pt x="54713" y="44130"/>
                  </a:lnTo>
                  <a:lnTo>
                    <a:pt x="60047" y="49549"/>
                  </a:lnTo>
                  <a:lnTo>
                    <a:pt x="57325" y="53329"/>
                  </a:lnTo>
                  <a:lnTo>
                    <a:pt x="50496" y="49984"/>
                  </a:lnTo>
                  <a:lnTo>
                    <a:pt x="50343" y="50136"/>
                  </a:lnTo>
                  <a:cubicBezTo>
                    <a:pt x="49922" y="50557"/>
                    <a:pt x="49488" y="50972"/>
                    <a:pt x="49038" y="51359"/>
                  </a:cubicBezTo>
                  <a:lnTo>
                    <a:pt x="48907" y="51476"/>
                  </a:lnTo>
                  <a:cubicBezTo>
                    <a:pt x="48831" y="51546"/>
                    <a:pt x="48754" y="51607"/>
                    <a:pt x="48678" y="51677"/>
                  </a:cubicBezTo>
                  <a:cubicBezTo>
                    <a:pt x="48665" y="51684"/>
                    <a:pt x="48652" y="51690"/>
                    <a:pt x="48643" y="51705"/>
                  </a:cubicBezTo>
                  <a:cubicBezTo>
                    <a:pt x="48630" y="51712"/>
                    <a:pt x="48617" y="51725"/>
                    <a:pt x="48602" y="51732"/>
                  </a:cubicBezTo>
                  <a:cubicBezTo>
                    <a:pt x="48547" y="51782"/>
                    <a:pt x="48492" y="51830"/>
                    <a:pt x="48436" y="51871"/>
                  </a:cubicBezTo>
                  <a:lnTo>
                    <a:pt x="48320" y="51967"/>
                  </a:lnTo>
                  <a:cubicBezTo>
                    <a:pt x="48270" y="52009"/>
                    <a:pt x="48215" y="52057"/>
                    <a:pt x="48161" y="52098"/>
                  </a:cubicBezTo>
                  <a:cubicBezTo>
                    <a:pt x="48049" y="52188"/>
                    <a:pt x="47925" y="52286"/>
                    <a:pt x="47772" y="52395"/>
                  </a:cubicBezTo>
                  <a:cubicBezTo>
                    <a:pt x="47766" y="52404"/>
                    <a:pt x="47753" y="52417"/>
                    <a:pt x="47746" y="52424"/>
                  </a:cubicBezTo>
                  <a:lnTo>
                    <a:pt x="47711" y="52452"/>
                  </a:lnTo>
                  <a:cubicBezTo>
                    <a:pt x="47233" y="52810"/>
                    <a:pt x="46744" y="53157"/>
                    <a:pt x="46246" y="53482"/>
                  </a:cubicBezTo>
                  <a:lnTo>
                    <a:pt x="46066" y="53598"/>
                  </a:lnTo>
                  <a:lnTo>
                    <a:pt x="47973" y="60960"/>
                  </a:lnTo>
                  <a:lnTo>
                    <a:pt x="43723" y="62867"/>
                  </a:lnTo>
                  <a:lnTo>
                    <a:pt x="39487" y="56557"/>
                  </a:lnTo>
                  <a:lnTo>
                    <a:pt x="39280" y="56612"/>
                  </a:lnTo>
                  <a:cubicBezTo>
                    <a:pt x="38706" y="56771"/>
                    <a:pt x="38118" y="56909"/>
                    <a:pt x="37538" y="57020"/>
                  </a:cubicBezTo>
                  <a:lnTo>
                    <a:pt x="37516" y="57027"/>
                  </a:lnTo>
                  <a:cubicBezTo>
                    <a:pt x="37510" y="57027"/>
                    <a:pt x="37496" y="57033"/>
                    <a:pt x="37488" y="57033"/>
                  </a:cubicBezTo>
                  <a:lnTo>
                    <a:pt x="37447" y="57040"/>
                  </a:lnTo>
                  <a:cubicBezTo>
                    <a:pt x="37261" y="57075"/>
                    <a:pt x="37108" y="57103"/>
                    <a:pt x="36971" y="57131"/>
                  </a:cubicBezTo>
                  <a:cubicBezTo>
                    <a:pt x="36901" y="57138"/>
                    <a:pt x="36840" y="57151"/>
                    <a:pt x="36770" y="57164"/>
                  </a:cubicBezTo>
                  <a:lnTo>
                    <a:pt x="36611" y="57186"/>
                  </a:lnTo>
                  <a:cubicBezTo>
                    <a:pt x="36543" y="57199"/>
                    <a:pt x="36473" y="57206"/>
                    <a:pt x="36403" y="57221"/>
                  </a:cubicBezTo>
                  <a:cubicBezTo>
                    <a:pt x="36390" y="57221"/>
                    <a:pt x="36377" y="57227"/>
                    <a:pt x="36355" y="57227"/>
                  </a:cubicBezTo>
                  <a:cubicBezTo>
                    <a:pt x="36342" y="57227"/>
                    <a:pt x="36327" y="57234"/>
                    <a:pt x="36307" y="57234"/>
                  </a:cubicBezTo>
                  <a:cubicBezTo>
                    <a:pt x="36211" y="57247"/>
                    <a:pt x="36106" y="57262"/>
                    <a:pt x="36010" y="57275"/>
                  </a:cubicBezTo>
                  <a:lnTo>
                    <a:pt x="35838" y="57297"/>
                  </a:lnTo>
                  <a:cubicBezTo>
                    <a:pt x="35249" y="57372"/>
                    <a:pt x="34648" y="57428"/>
                    <a:pt x="34054" y="57463"/>
                  </a:cubicBezTo>
                  <a:lnTo>
                    <a:pt x="33839" y="57470"/>
                  </a:lnTo>
                  <a:lnTo>
                    <a:pt x="31807" y="64795"/>
                  </a:lnTo>
                  <a:lnTo>
                    <a:pt x="27177" y="64332"/>
                  </a:lnTo>
                  <a:lnTo>
                    <a:pt x="26665" y="56743"/>
                  </a:lnTo>
                  <a:lnTo>
                    <a:pt x="26457" y="56688"/>
                  </a:lnTo>
                  <a:cubicBezTo>
                    <a:pt x="25877" y="56536"/>
                    <a:pt x="25304" y="56363"/>
                    <a:pt x="24737" y="56169"/>
                  </a:cubicBezTo>
                  <a:lnTo>
                    <a:pt x="24654" y="56143"/>
                  </a:lnTo>
                  <a:cubicBezTo>
                    <a:pt x="24475" y="56080"/>
                    <a:pt x="24329" y="56031"/>
                    <a:pt x="24198" y="55983"/>
                  </a:cubicBezTo>
                  <a:cubicBezTo>
                    <a:pt x="24128" y="55955"/>
                    <a:pt x="24067" y="55935"/>
                    <a:pt x="23997" y="55907"/>
                  </a:cubicBezTo>
                  <a:lnTo>
                    <a:pt x="23860" y="55852"/>
                  </a:lnTo>
                  <a:cubicBezTo>
                    <a:pt x="23797" y="55831"/>
                    <a:pt x="23729" y="55804"/>
                    <a:pt x="23666" y="55776"/>
                  </a:cubicBezTo>
                  <a:cubicBezTo>
                    <a:pt x="23528" y="55728"/>
                    <a:pt x="23389" y="55665"/>
                    <a:pt x="23209" y="55597"/>
                  </a:cubicBezTo>
                  <a:lnTo>
                    <a:pt x="23133" y="55562"/>
                  </a:lnTo>
                  <a:cubicBezTo>
                    <a:pt x="22587" y="55333"/>
                    <a:pt x="22042" y="55078"/>
                    <a:pt x="21509" y="54809"/>
                  </a:cubicBezTo>
                  <a:lnTo>
                    <a:pt x="21315" y="54711"/>
                  </a:lnTo>
                  <a:lnTo>
                    <a:pt x="15898" y="60047"/>
                  </a:lnTo>
                  <a:lnTo>
                    <a:pt x="12117" y="57324"/>
                  </a:lnTo>
                  <a:lnTo>
                    <a:pt x="15461" y="50496"/>
                  </a:lnTo>
                  <a:lnTo>
                    <a:pt x="15310" y="50344"/>
                  </a:lnTo>
                  <a:cubicBezTo>
                    <a:pt x="14887" y="49922"/>
                    <a:pt x="14473" y="49486"/>
                    <a:pt x="14086" y="49036"/>
                  </a:cubicBezTo>
                  <a:lnTo>
                    <a:pt x="14032" y="48975"/>
                  </a:lnTo>
                  <a:cubicBezTo>
                    <a:pt x="13907" y="48829"/>
                    <a:pt x="13803" y="48713"/>
                    <a:pt x="13713" y="48602"/>
                  </a:cubicBezTo>
                  <a:cubicBezTo>
                    <a:pt x="13665" y="48547"/>
                    <a:pt x="13617" y="48491"/>
                    <a:pt x="13575" y="48436"/>
                  </a:cubicBezTo>
                  <a:lnTo>
                    <a:pt x="13486" y="48325"/>
                  </a:lnTo>
                  <a:cubicBezTo>
                    <a:pt x="13436" y="48270"/>
                    <a:pt x="13395" y="48215"/>
                    <a:pt x="13346" y="48159"/>
                  </a:cubicBezTo>
                  <a:cubicBezTo>
                    <a:pt x="13264" y="48049"/>
                    <a:pt x="13167" y="47932"/>
                    <a:pt x="13050" y="47772"/>
                  </a:cubicBezTo>
                  <a:lnTo>
                    <a:pt x="13030" y="47744"/>
                  </a:lnTo>
                  <a:cubicBezTo>
                    <a:pt x="13015" y="47731"/>
                    <a:pt x="13008" y="47718"/>
                    <a:pt x="12995" y="47703"/>
                  </a:cubicBezTo>
                  <a:cubicBezTo>
                    <a:pt x="12635" y="47233"/>
                    <a:pt x="12290" y="46742"/>
                    <a:pt x="11965" y="46245"/>
                  </a:cubicBezTo>
                  <a:lnTo>
                    <a:pt x="11847" y="46059"/>
                  </a:lnTo>
                  <a:lnTo>
                    <a:pt x="4487" y="47973"/>
                  </a:lnTo>
                  <a:lnTo>
                    <a:pt x="2579" y="43722"/>
                  </a:lnTo>
                  <a:lnTo>
                    <a:pt x="8889" y="39485"/>
                  </a:lnTo>
                  <a:lnTo>
                    <a:pt x="8833" y="39278"/>
                  </a:lnTo>
                  <a:cubicBezTo>
                    <a:pt x="8675" y="38697"/>
                    <a:pt x="8536" y="38117"/>
                    <a:pt x="8427" y="37530"/>
                  </a:cubicBezTo>
                  <a:lnTo>
                    <a:pt x="8405" y="37447"/>
                  </a:lnTo>
                  <a:cubicBezTo>
                    <a:pt x="8370" y="37259"/>
                    <a:pt x="8344" y="37108"/>
                    <a:pt x="8315" y="36969"/>
                  </a:cubicBezTo>
                  <a:cubicBezTo>
                    <a:pt x="8309" y="36901"/>
                    <a:pt x="8294" y="36831"/>
                    <a:pt x="8287" y="36762"/>
                  </a:cubicBezTo>
                  <a:lnTo>
                    <a:pt x="8261" y="36617"/>
                  </a:lnTo>
                  <a:cubicBezTo>
                    <a:pt x="8246" y="36548"/>
                    <a:pt x="8239" y="36471"/>
                    <a:pt x="8226" y="36403"/>
                  </a:cubicBezTo>
                  <a:cubicBezTo>
                    <a:pt x="8204" y="36264"/>
                    <a:pt x="8184" y="36106"/>
                    <a:pt x="8156" y="35919"/>
                  </a:cubicBezTo>
                  <a:lnTo>
                    <a:pt x="8150" y="35836"/>
                  </a:lnTo>
                  <a:cubicBezTo>
                    <a:pt x="8073" y="35249"/>
                    <a:pt x="8019" y="34647"/>
                    <a:pt x="7990" y="34053"/>
                  </a:cubicBezTo>
                  <a:lnTo>
                    <a:pt x="7977" y="33839"/>
                  </a:lnTo>
                  <a:lnTo>
                    <a:pt x="650" y="31807"/>
                  </a:lnTo>
                  <a:lnTo>
                    <a:pt x="1120" y="27176"/>
                  </a:lnTo>
                  <a:lnTo>
                    <a:pt x="8702" y="26658"/>
                  </a:lnTo>
                  <a:lnTo>
                    <a:pt x="8758" y="26451"/>
                  </a:lnTo>
                  <a:cubicBezTo>
                    <a:pt x="8909" y="25877"/>
                    <a:pt x="9082" y="25296"/>
                    <a:pt x="9276" y="24736"/>
                  </a:cubicBezTo>
                  <a:lnTo>
                    <a:pt x="9304" y="24661"/>
                  </a:lnTo>
                  <a:cubicBezTo>
                    <a:pt x="9365" y="24480"/>
                    <a:pt x="9414" y="24336"/>
                    <a:pt x="9463" y="24196"/>
                  </a:cubicBezTo>
                  <a:cubicBezTo>
                    <a:pt x="9490" y="24128"/>
                    <a:pt x="9511" y="24065"/>
                    <a:pt x="9538" y="24004"/>
                  </a:cubicBezTo>
                  <a:lnTo>
                    <a:pt x="9594" y="23858"/>
                  </a:lnTo>
                  <a:cubicBezTo>
                    <a:pt x="9614" y="23797"/>
                    <a:pt x="9642" y="23727"/>
                    <a:pt x="9671" y="23657"/>
                  </a:cubicBezTo>
                  <a:cubicBezTo>
                    <a:pt x="9719" y="23533"/>
                    <a:pt x="9774" y="23389"/>
                    <a:pt x="9850" y="23209"/>
                  </a:cubicBezTo>
                  <a:lnTo>
                    <a:pt x="9885" y="23127"/>
                  </a:lnTo>
                  <a:cubicBezTo>
                    <a:pt x="10112" y="22579"/>
                    <a:pt x="10367" y="22033"/>
                    <a:pt x="10638" y="21501"/>
                  </a:cubicBezTo>
                  <a:lnTo>
                    <a:pt x="10734" y="21315"/>
                  </a:lnTo>
                  <a:lnTo>
                    <a:pt x="5399" y="15889"/>
                  </a:lnTo>
                  <a:lnTo>
                    <a:pt x="8121" y="12116"/>
                  </a:lnTo>
                  <a:lnTo>
                    <a:pt x="14951" y="15461"/>
                  </a:lnTo>
                  <a:lnTo>
                    <a:pt x="15103" y="15309"/>
                  </a:lnTo>
                  <a:cubicBezTo>
                    <a:pt x="15524" y="14887"/>
                    <a:pt x="15959" y="14473"/>
                    <a:pt x="16409" y="14078"/>
                  </a:cubicBezTo>
                  <a:lnTo>
                    <a:pt x="16526" y="13975"/>
                  </a:lnTo>
                  <a:cubicBezTo>
                    <a:pt x="16609" y="13905"/>
                    <a:pt x="16686" y="13837"/>
                    <a:pt x="16769" y="13768"/>
                  </a:cubicBezTo>
                  <a:cubicBezTo>
                    <a:pt x="16782" y="13761"/>
                    <a:pt x="16795" y="13746"/>
                    <a:pt x="16803" y="13740"/>
                  </a:cubicBezTo>
                  <a:cubicBezTo>
                    <a:pt x="16817" y="13733"/>
                    <a:pt x="16830" y="13720"/>
                    <a:pt x="16845" y="13713"/>
                  </a:cubicBezTo>
                  <a:cubicBezTo>
                    <a:pt x="16900" y="13663"/>
                    <a:pt x="16948" y="13622"/>
                    <a:pt x="17002" y="13580"/>
                  </a:cubicBezTo>
                  <a:lnTo>
                    <a:pt x="17120" y="13477"/>
                  </a:lnTo>
                  <a:cubicBezTo>
                    <a:pt x="17177" y="13436"/>
                    <a:pt x="17231" y="13395"/>
                    <a:pt x="17286" y="13346"/>
                  </a:cubicBezTo>
                  <a:cubicBezTo>
                    <a:pt x="17397" y="13257"/>
                    <a:pt x="17522" y="13166"/>
                    <a:pt x="17674" y="13050"/>
                  </a:cubicBezTo>
                  <a:lnTo>
                    <a:pt x="17742" y="12993"/>
                  </a:lnTo>
                  <a:cubicBezTo>
                    <a:pt x="17757" y="12980"/>
                    <a:pt x="17777" y="12967"/>
                    <a:pt x="17790" y="12952"/>
                  </a:cubicBezTo>
                  <a:cubicBezTo>
                    <a:pt x="17812" y="12938"/>
                    <a:pt x="17825" y="12925"/>
                    <a:pt x="17847" y="12917"/>
                  </a:cubicBezTo>
                  <a:cubicBezTo>
                    <a:pt x="18164" y="12668"/>
                    <a:pt x="18504" y="12434"/>
                    <a:pt x="18835" y="12205"/>
                  </a:cubicBezTo>
                  <a:cubicBezTo>
                    <a:pt x="18951" y="12129"/>
                    <a:pt x="19076" y="12046"/>
                    <a:pt x="19209" y="11963"/>
                  </a:cubicBezTo>
                  <a:lnTo>
                    <a:pt x="19388" y="11847"/>
                  </a:lnTo>
                  <a:lnTo>
                    <a:pt x="17480" y="4485"/>
                  </a:lnTo>
                  <a:lnTo>
                    <a:pt x="21723" y="2578"/>
                  </a:lnTo>
                  <a:lnTo>
                    <a:pt x="25960" y="8888"/>
                  </a:lnTo>
                  <a:lnTo>
                    <a:pt x="26167" y="8833"/>
                  </a:lnTo>
                  <a:cubicBezTo>
                    <a:pt x="26748" y="8674"/>
                    <a:pt x="27328" y="8536"/>
                    <a:pt x="27917" y="8418"/>
                  </a:cubicBezTo>
                  <a:lnTo>
                    <a:pt x="27930" y="8418"/>
                  </a:lnTo>
                  <a:cubicBezTo>
                    <a:pt x="27944" y="8418"/>
                    <a:pt x="27950" y="8412"/>
                    <a:pt x="27965" y="8412"/>
                  </a:cubicBezTo>
                  <a:lnTo>
                    <a:pt x="28000" y="8405"/>
                  </a:lnTo>
                  <a:cubicBezTo>
                    <a:pt x="28186" y="8370"/>
                    <a:pt x="28338" y="8342"/>
                    <a:pt x="28476" y="8314"/>
                  </a:cubicBezTo>
                  <a:cubicBezTo>
                    <a:pt x="28546" y="8307"/>
                    <a:pt x="28622" y="8294"/>
                    <a:pt x="28690" y="8281"/>
                  </a:cubicBezTo>
                  <a:lnTo>
                    <a:pt x="28829" y="8259"/>
                  </a:lnTo>
                  <a:cubicBezTo>
                    <a:pt x="28904" y="8246"/>
                    <a:pt x="28974" y="8239"/>
                    <a:pt x="29043" y="8224"/>
                  </a:cubicBezTo>
                  <a:cubicBezTo>
                    <a:pt x="29063" y="8224"/>
                    <a:pt x="29078" y="8218"/>
                    <a:pt x="29098" y="8218"/>
                  </a:cubicBezTo>
                  <a:cubicBezTo>
                    <a:pt x="29111" y="8211"/>
                    <a:pt x="29126" y="8211"/>
                    <a:pt x="29140" y="8211"/>
                  </a:cubicBezTo>
                  <a:cubicBezTo>
                    <a:pt x="29244" y="8198"/>
                    <a:pt x="29347" y="8183"/>
                    <a:pt x="29451" y="8169"/>
                  </a:cubicBezTo>
                  <a:lnTo>
                    <a:pt x="29609" y="8148"/>
                  </a:lnTo>
                  <a:cubicBezTo>
                    <a:pt x="30198" y="8073"/>
                    <a:pt x="30798" y="8017"/>
                    <a:pt x="31392" y="7982"/>
                  </a:cubicBezTo>
                  <a:lnTo>
                    <a:pt x="31608" y="7975"/>
                  </a:lnTo>
                  <a:lnTo>
                    <a:pt x="33640" y="642"/>
                  </a:lnTo>
                  <a:close/>
                  <a:moveTo>
                    <a:pt x="33197" y="0"/>
                  </a:moveTo>
                  <a:lnTo>
                    <a:pt x="31152" y="7401"/>
                  </a:lnTo>
                  <a:cubicBezTo>
                    <a:pt x="30613" y="7436"/>
                    <a:pt x="30065" y="7484"/>
                    <a:pt x="29534" y="7554"/>
                  </a:cubicBezTo>
                  <a:lnTo>
                    <a:pt x="29375" y="7576"/>
                  </a:lnTo>
                  <a:cubicBezTo>
                    <a:pt x="29264" y="7589"/>
                    <a:pt x="29161" y="7602"/>
                    <a:pt x="29050" y="7617"/>
                  </a:cubicBezTo>
                  <a:cubicBezTo>
                    <a:pt x="29037" y="7624"/>
                    <a:pt x="29015" y="7624"/>
                    <a:pt x="28995" y="7624"/>
                  </a:cubicBezTo>
                  <a:cubicBezTo>
                    <a:pt x="28980" y="7630"/>
                    <a:pt x="28967" y="7630"/>
                    <a:pt x="28954" y="7630"/>
                  </a:cubicBezTo>
                  <a:cubicBezTo>
                    <a:pt x="28884" y="7644"/>
                    <a:pt x="28808" y="7659"/>
                    <a:pt x="28731" y="7672"/>
                  </a:cubicBezTo>
                  <a:lnTo>
                    <a:pt x="28594" y="7692"/>
                  </a:lnTo>
                  <a:cubicBezTo>
                    <a:pt x="28518" y="7707"/>
                    <a:pt x="28448" y="7713"/>
                    <a:pt x="28373" y="7727"/>
                  </a:cubicBezTo>
                  <a:cubicBezTo>
                    <a:pt x="28227" y="7755"/>
                    <a:pt x="28083" y="7783"/>
                    <a:pt x="27882" y="7816"/>
                  </a:cubicBezTo>
                  <a:lnTo>
                    <a:pt x="27854" y="7824"/>
                  </a:lnTo>
                  <a:cubicBezTo>
                    <a:pt x="27841" y="7824"/>
                    <a:pt x="27826" y="7831"/>
                    <a:pt x="27813" y="7831"/>
                  </a:cubicBezTo>
                  <a:lnTo>
                    <a:pt x="27799" y="7838"/>
                  </a:lnTo>
                  <a:cubicBezTo>
                    <a:pt x="27273" y="7941"/>
                    <a:pt x="26741" y="8058"/>
                    <a:pt x="26223" y="8198"/>
                  </a:cubicBezTo>
                  <a:lnTo>
                    <a:pt x="21937" y="1825"/>
                  </a:lnTo>
                  <a:lnTo>
                    <a:pt x="16775" y="4147"/>
                  </a:lnTo>
                  <a:lnTo>
                    <a:pt x="18696" y="11583"/>
                  </a:lnTo>
                  <a:cubicBezTo>
                    <a:pt x="18635" y="11625"/>
                    <a:pt x="18565" y="11666"/>
                    <a:pt x="18495" y="11714"/>
                  </a:cubicBezTo>
                  <a:cubicBezTo>
                    <a:pt x="18157" y="11943"/>
                    <a:pt x="17819" y="12185"/>
                    <a:pt x="17487" y="12434"/>
                  </a:cubicBezTo>
                  <a:cubicBezTo>
                    <a:pt x="17467" y="12454"/>
                    <a:pt x="17445" y="12469"/>
                    <a:pt x="17425" y="12482"/>
                  </a:cubicBezTo>
                  <a:cubicBezTo>
                    <a:pt x="17410" y="12495"/>
                    <a:pt x="17397" y="12510"/>
                    <a:pt x="17376" y="12524"/>
                  </a:cubicBezTo>
                  <a:lnTo>
                    <a:pt x="17362" y="12530"/>
                  </a:lnTo>
                  <a:cubicBezTo>
                    <a:pt x="17356" y="12537"/>
                    <a:pt x="17342" y="12544"/>
                    <a:pt x="17334" y="12552"/>
                  </a:cubicBezTo>
                  <a:lnTo>
                    <a:pt x="17308" y="12572"/>
                  </a:lnTo>
                  <a:cubicBezTo>
                    <a:pt x="17155" y="12690"/>
                    <a:pt x="17031" y="12786"/>
                    <a:pt x="16913" y="12875"/>
                  </a:cubicBezTo>
                  <a:cubicBezTo>
                    <a:pt x="16858" y="12925"/>
                    <a:pt x="16803" y="12973"/>
                    <a:pt x="16747" y="13015"/>
                  </a:cubicBezTo>
                  <a:lnTo>
                    <a:pt x="16623" y="13111"/>
                  </a:lnTo>
                  <a:cubicBezTo>
                    <a:pt x="16568" y="13159"/>
                    <a:pt x="16513" y="13207"/>
                    <a:pt x="16457" y="13249"/>
                  </a:cubicBezTo>
                  <a:lnTo>
                    <a:pt x="16430" y="13277"/>
                  </a:lnTo>
                  <a:cubicBezTo>
                    <a:pt x="16415" y="13290"/>
                    <a:pt x="16402" y="13298"/>
                    <a:pt x="16380" y="13312"/>
                  </a:cubicBezTo>
                  <a:cubicBezTo>
                    <a:pt x="16297" y="13381"/>
                    <a:pt x="16214" y="13456"/>
                    <a:pt x="16140" y="13526"/>
                  </a:cubicBezTo>
                  <a:lnTo>
                    <a:pt x="16049" y="13602"/>
                  </a:lnTo>
                  <a:cubicBezTo>
                    <a:pt x="16042" y="13609"/>
                    <a:pt x="16029" y="13622"/>
                    <a:pt x="16015" y="13630"/>
                  </a:cubicBezTo>
                  <a:cubicBezTo>
                    <a:pt x="15607" y="13988"/>
                    <a:pt x="15213" y="14355"/>
                    <a:pt x="14833" y="14735"/>
                  </a:cubicBezTo>
                  <a:lnTo>
                    <a:pt x="7936" y="11356"/>
                  </a:lnTo>
                  <a:lnTo>
                    <a:pt x="4625" y="15952"/>
                  </a:lnTo>
                  <a:lnTo>
                    <a:pt x="10009" y="21426"/>
                  </a:lnTo>
                  <a:cubicBezTo>
                    <a:pt x="9767" y="21909"/>
                    <a:pt x="9538" y="22407"/>
                    <a:pt x="9331" y="22898"/>
                  </a:cubicBezTo>
                  <a:cubicBezTo>
                    <a:pt x="9324" y="22911"/>
                    <a:pt x="9317" y="22932"/>
                    <a:pt x="9311" y="22946"/>
                  </a:cubicBezTo>
                  <a:lnTo>
                    <a:pt x="9297" y="22981"/>
                  </a:lnTo>
                  <a:cubicBezTo>
                    <a:pt x="9221" y="23168"/>
                    <a:pt x="9165" y="23306"/>
                    <a:pt x="9110" y="23443"/>
                  </a:cubicBezTo>
                  <a:cubicBezTo>
                    <a:pt x="9082" y="23513"/>
                    <a:pt x="9055" y="23583"/>
                    <a:pt x="9034" y="23651"/>
                  </a:cubicBezTo>
                  <a:lnTo>
                    <a:pt x="8979" y="23790"/>
                  </a:lnTo>
                  <a:cubicBezTo>
                    <a:pt x="8951" y="23858"/>
                    <a:pt x="8931" y="23921"/>
                    <a:pt x="8903" y="23989"/>
                  </a:cubicBezTo>
                  <a:cubicBezTo>
                    <a:pt x="8855" y="24128"/>
                    <a:pt x="8800" y="24279"/>
                    <a:pt x="8737" y="24467"/>
                  </a:cubicBezTo>
                  <a:lnTo>
                    <a:pt x="8709" y="24543"/>
                  </a:lnTo>
                  <a:cubicBezTo>
                    <a:pt x="8536" y="25054"/>
                    <a:pt x="8377" y="25573"/>
                    <a:pt x="8233" y="26091"/>
                  </a:cubicBezTo>
                  <a:lnTo>
                    <a:pt x="574" y="26617"/>
                  </a:lnTo>
                  <a:lnTo>
                    <a:pt x="0" y="32250"/>
                  </a:lnTo>
                  <a:lnTo>
                    <a:pt x="7403" y="34302"/>
                  </a:lnTo>
                  <a:cubicBezTo>
                    <a:pt x="7438" y="34834"/>
                    <a:pt x="7486" y="35380"/>
                    <a:pt x="7556" y="35912"/>
                  </a:cubicBezTo>
                  <a:lnTo>
                    <a:pt x="7569" y="35995"/>
                  </a:lnTo>
                  <a:cubicBezTo>
                    <a:pt x="7589" y="36189"/>
                    <a:pt x="7610" y="36347"/>
                    <a:pt x="7639" y="36493"/>
                  </a:cubicBezTo>
                  <a:cubicBezTo>
                    <a:pt x="7645" y="36569"/>
                    <a:pt x="7659" y="36637"/>
                    <a:pt x="7672" y="36713"/>
                  </a:cubicBezTo>
                  <a:lnTo>
                    <a:pt x="7693" y="36859"/>
                  </a:lnTo>
                  <a:cubicBezTo>
                    <a:pt x="7707" y="36927"/>
                    <a:pt x="7713" y="37004"/>
                    <a:pt x="7728" y="37073"/>
                  </a:cubicBezTo>
                  <a:cubicBezTo>
                    <a:pt x="7755" y="37211"/>
                    <a:pt x="7783" y="37370"/>
                    <a:pt x="7818" y="37564"/>
                  </a:cubicBezTo>
                  <a:lnTo>
                    <a:pt x="7824" y="37599"/>
                  </a:lnTo>
                  <a:cubicBezTo>
                    <a:pt x="7831" y="37619"/>
                    <a:pt x="7831" y="37632"/>
                    <a:pt x="7838" y="37647"/>
                  </a:cubicBezTo>
                  <a:cubicBezTo>
                    <a:pt x="7942" y="38172"/>
                    <a:pt x="8060" y="38704"/>
                    <a:pt x="8204" y="39230"/>
                  </a:cubicBezTo>
                  <a:lnTo>
                    <a:pt x="1825" y="43508"/>
                  </a:lnTo>
                  <a:lnTo>
                    <a:pt x="4147" y="48678"/>
                  </a:lnTo>
                  <a:lnTo>
                    <a:pt x="11585" y="46749"/>
                  </a:lnTo>
                  <a:cubicBezTo>
                    <a:pt x="11882" y="47198"/>
                    <a:pt x="12200" y="47641"/>
                    <a:pt x="12517" y="48069"/>
                  </a:cubicBezTo>
                  <a:cubicBezTo>
                    <a:pt x="12532" y="48083"/>
                    <a:pt x="12545" y="48098"/>
                    <a:pt x="12552" y="48111"/>
                  </a:cubicBezTo>
                  <a:lnTo>
                    <a:pt x="12574" y="48139"/>
                  </a:lnTo>
                  <a:cubicBezTo>
                    <a:pt x="12698" y="48298"/>
                    <a:pt x="12794" y="48414"/>
                    <a:pt x="12884" y="48532"/>
                  </a:cubicBezTo>
                  <a:cubicBezTo>
                    <a:pt x="12925" y="48589"/>
                    <a:pt x="12973" y="48643"/>
                    <a:pt x="13021" y="48705"/>
                  </a:cubicBezTo>
                  <a:lnTo>
                    <a:pt x="13104" y="48809"/>
                  </a:lnTo>
                  <a:cubicBezTo>
                    <a:pt x="13154" y="48871"/>
                    <a:pt x="13202" y="48927"/>
                    <a:pt x="13250" y="48988"/>
                  </a:cubicBezTo>
                  <a:cubicBezTo>
                    <a:pt x="13346" y="49099"/>
                    <a:pt x="13451" y="49224"/>
                    <a:pt x="13575" y="49368"/>
                  </a:cubicBezTo>
                  <a:lnTo>
                    <a:pt x="13637" y="49431"/>
                  </a:lnTo>
                  <a:cubicBezTo>
                    <a:pt x="13990" y="49839"/>
                    <a:pt x="14357" y="50232"/>
                    <a:pt x="14737" y="50612"/>
                  </a:cubicBezTo>
                  <a:lnTo>
                    <a:pt x="11356" y="57511"/>
                  </a:lnTo>
                  <a:lnTo>
                    <a:pt x="15952" y="60829"/>
                  </a:lnTo>
                  <a:lnTo>
                    <a:pt x="21426" y="55438"/>
                  </a:lnTo>
                  <a:cubicBezTo>
                    <a:pt x="21911" y="55680"/>
                    <a:pt x="22408" y="55907"/>
                    <a:pt x="22899" y="56114"/>
                  </a:cubicBezTo>
                  <a:cubicBezTo>
                    <a:pt x="22913" y="56121"/>
                    <a:pt x="22932" y="56128"/>
                    <a:pt x="22947" y="56136"/>
                  </a:cubicBezTo>
                  <a:lnTo>
                    <a:pt x="22982" y="56149"/>
                  </a:lnTo>
                  <a:cubicBezTo>
                    <a:pt x="23161" y="56219"/>
                    <a:pt x="23306" y="56280"/>
                    <a:pt x="23445" y="56335"/>
                  </a:cubicBezTo>
                  <a:cubicBezTo>
                    <a:pt x="23513" y="56363"/>
                    <a:pt x="23583" y="56391"/>
                    <a:pt x="23652" y="56411"/>
                  </a:cubicBezTo>
                  <a:lnTo>
                    <a:pt x="23790" y="56468"/>
                  </a:lnTo>
                  <a:cubicBezTo>
                    <a:pt x="23860" y="56494"/>
                    <a:pt x="23921" y="56516"/>
                    <a:pt x="23991" y="56542"/>
                  </a:cubicBezTo>
                  <a:cubicBezTo>
                    <a:pt x="24128" y="56592"/>
                    <a:pt x="24281" y="56647"/>
                    <a:pt x="24460" y="56708"/>
                  </a:cubicBezTo>
                  <a:lnTo>
                    <a:pt x="24550" y="56736"/>
                  </a:lnTo>
                  <a:cubicBezTo>
                    <a:pt x="25056" y="56909"/>
                    <a:pt x="25573" y="57068"/>
                    <a:pt x="26099" y="57214"/>
                  </a:cubicBezTo>
                  <a:lnTo>
                    <a:pt x="26617" y="64871"/>
                  </a:lnTo>
                  <a:lnTo>
                    <a:pt x="32250" y="65445"/>
                  </a:lnTo>
                  <a:lnTo>
                    <a:pt x="34303" y="58043"/>
                  </a:lnTo>
                  <a:cubicBezTo>
                    <a:pt x="34842" y="58009"/>
                    <a:pt x="35381" y="57961"/>
                    <a:pt x="35912" y="57891"/>
                  </a:cubicBezTo>
                  <a:lnTo>
                    <a:pt x="36086" y="57869"/>
                  </a:lnTo>
                  <a:cubicBezTo>
                    <a:pt x="36189" y="57856"/>
                    <a:pt x="36294" y="57843"/>
                    <a:pt x="36397" y="57828"/>
                  </a:cubicBezTo>
                  <a:cubicBezTo>
                    <a:pt x="36418" y="57821"/>
                    <a:pt x="36438" y="57821"/>
                    <a:pt x="36451" y="57815"/>
                  </a:cubicBezTo>
                  <a:lnTo>
                    <a:pt x="36493" y="57808"/>
                  </a:lnTo>
                  <a:cubicBezTo>
                    <a:pt x="36563" y="57801"/>
                    <a:pt x="36639" y="57786"/>
                    <a:pt x="36708" y="57780"/>
                  </a:cubicBezTo>
                  <a:lnTo>
                    <a:pt x="36866" y="57753"/>
                  </a:lnTo>
                  <a:cubicBezTo>
                    <a:pt x="36936" y="57738"/>
                    <a:pt x="37005" y="57732"/>
                    <a:pt x="37073" y="57718"/>
                  </a:cubicBezTo>
                  <a:cubicBezTo>
                    <a:pt x="37219" y="57690"/>
                    <a:pt x="37372" y="57662"/>
                    <a:pt x="37564" y="57629"/>
                  </a:cubicBezTo>
                  <a:lnTo>
                    <a:pt x="37593" y="57621"/>
                  </a:lnTo>
                  <a:cubicBezTo>
                    <a:pt x="37606" y="57621"/>
                    <a:pt x="37621" y="57614"/>
                    <a:pt x="37634" y="57614"/>
                  </a:cubicBezTo>
                  <a:lnTo>
                    <a:pt x="37647" y="57607"/>
                  </a:lnTo>
                  <a:cubicBezTo>
                    <a:pt x="38173" y="57504"/>
                    <a:pt x="38706" y="57387"/>
                    <a:pt x="39230" y="57247"/>
                  </a:cubicBezTo>
                  <a:lnTo>
                    <a:pt x="43509" y="63620"/>
                  </a:lnTo>
                  <a:lnTo>
                    <a:pt x="48678" y="61298"/>
                  </a:lnTo>
                  <a:lnTo>
                    <a:pt x="46751" y="53862"/>
                  </a:lnTo>
                  <a:cubicBezTo>
                    <a:pt x="47200" y="53565"/>
                    <a:pt x="47641" y="53246"/>
                    <a:pt x="48071" y="52921"/>
                  </a:cubicBezTo>
                  <a:lnTo>
                    <a:pt x="48084" y="52915"/>
                  </a:lnTo>
                  <a:cubicBezTo>
                    <a:pt x="48091" y="52908"/>
                    <a:pt x="48104" y="52901"/>
                    <a:pt x="48112" y="52893"/>
                  </a:cubicBezTo>
                  <a:lnTo>
                    <a:pt x="48139" y="52873"/>
                  </a:lnTo>
                  <a:cubicBezTo>
                    <a:pt x="48292" y="52755"/>
                    <a:pt x="48416" y="52659"/>
                    <a:pt x="48534" y="52561"/>
                  </a:cubicBezTo>
                  <a:cubicBezTo>
                    <a:pt x="48589" y="52520"/>
                    <a:pt x="48643" y="52472"/>
                    <a:pt x="48700" y="52430"/>
                  </a:cubicBezTo>
                  <a:lnTo>
                    <a:pt x="48809" y="52341"/>
                  </a:lnTo>
                  <a:cubicBezTo>
                    <a:pt x="48872" y="52293"/>
                    <a:pt x="48934" y="52244"/>
                    <a:pt x="48990" y="52196"/>
                  </a:cubicBezTo>
                  <a:lnTo>
                    <a:pt x="49016" y="52168"/>
                  </a:lnTo>
                  <a:cubicBezTo>
                    <a:pt x="49031" y="52155"/>
                    <a:pt x="49051" y="52147"/>
                    <a:pt x="49066" y="52133"/>
                  </a:cubicBezTo>
                  <a:cubicBezTo>
                    <a:pt x="49141" y="52064"/>
                    <a:pt x="49224" y="51996"/>
                    <a:pt x="49300" y="51926"/>
                  </a:cubicBezTo>
                  <a:lnTo>
                    <a:pt x="49431" y="51808"/>
                  </a:lnTo>
                  <a:cubicBezTo>
                    <a:pt x="49839" y="51457"/>
                    <a:pt x="50234" y="51090"/>
                    <a:pt x="50620" y="50710"/>
                  </a:cubicBezTo>
                  <a:lnTo>
                    <a:pt x="57511" y="54089"/>
                  </a:lnTo>
                  <a:lnTo>
                    <a:pt x="60829" y="49493"/>
                  </a:lnTo>
                  <a:lnTo>
                    <a:pt x="55438" y="44019"/>
                  </a:lnTo>
                  <a:cubicBezTo>
                    <a:pt x="55680" y="43536"/>
                    <a:pt x="55909" y="43038"/>
                    <a:pt x="56116" y="42547"/>
                  </a:cubicBezTo>
                  <a:cubicBezTo>
                    <a:pt x="56123" y="42534"/>
                    <a:pt x="56129" y="42512"/>
                    <a:pt x="56136" y="42499"/>
                  </a:cubicBezTo>
                  <a:lnTo>
                    <a:pt x="56149" y="42464"/>
                  </a:lnTo>
                  <a:cubicBezTo>
                    <a:pt x="56225" y="42285"/>
                    <a:pt x="56282" y="42139"/>
                    <a:pt x="56337" y="42002"/>
                  </a:cubicBezTo>
                  <a:lnTo>
                    <a:pt x="56356" y="41945"/>
                  </a:lnTo>
                  <a:cubicBezTo>
                    <a:pt x="56378" y="41904"/>
                    <a:pt x="56391" y="41856"/>
                    <a:pt x="56413" y="41814"/>
                  </a:cubicBezTo>
                  <a:cubicBezTo>
                    <a:pt x="56420" y="41788"/>
                    <a:pt x="56433" y="41759"/>
                    <a:pt x="56439" y="41725"/>
                  </a:cubicBezTo>
                  <a:lnTo>
                    <a:pt x="56468" y="41655"/>
                  </a:lnTo>
                  <a:cubicBezTo>
                    <a:pt x="56496" y="41587"/>
                    <a:pt x="56522" y="41524"/>
                    <a:pt x="56544" y="41456"/>
                  </a:cubicBezTo>
                  <a:cubicBezTo>
                    <a:pt x="56592" y="41317"/>
                    <a:pt x="56647" y="41166"/>
                    <a:pt x="56710" y="40985"/>
                  </a:cubicBezTo>
                  <a:lnTo>
                    <a:pt x="56738" y="40902"/>
                  </a:lnTo>
                  <a:cubicBezTo>
                    <a:pt x="56917" y="40391"/>
                    <a:pt x="57070" y="39872"/>
                    <a:pt x="57214" y="39354"/>
                  </a:cubicBezTo>
                  <a:lnTo>
                    <a:pt x="64873" y="38828"/>
                  </a:lnTo>
                  <a:lnTo>
                    <a:pt x="65446" y="33195"/>
                  </a:lnTo>
                  <a:lnTo>
                    <a:pt x="58043" y="31143"/>
                  </a:lnTo>
                  <a:cubicBezTo>
                    <a:pt x="58009" y="30604"/>
                    <a:pt x="57961" y="30065"/>
                    <a:pt x="57891" y="29533"/>
                  </a:cubicBezTo>
                  <a:lnTo>
                    <a:pt x="57884" y="29485"/>
                  </a:lnTo>
                  <a:lnTo>
                    <a:pt x="57884" y="29450"/>
                  </a:lnTo>
                  <a:cubicBezTo>
                    <a:pt x="57858" y="29256"/>
                    <a:pt x="57836" y="29098"/>
                    <a:pt x="57816" y="28952"/>
                  </a:cubicBezTo>
                  <a:cubicBezTo>
                    <a:pt x="57801" y="28882"/>
                    <a:pt x="57788" y="28808"/>
                    <a:pt x="57781" y="28738"/>
                  </a:cubicBezTo>
                  <a:lnTo>
                    <a:pt x="57753" y="28586"/>
                  </a:lnTo>
                  <a:cubicBezTo>
                    <a:pt x="57740" y="28509"/>
                    <a:pt x="57733" y="28441"/>
                    <a:pt x="57718" y="28372"/>
                  </a:cubicBezTo>
                  <a:cubicBezTo>
                    <a:pt x="57692" y="28227"/>
                    <a:pt x="57664" y="28075"/>
                    <a:pt x="57629" y="27881"/>
                  </a:cubicBezTo>
                  <a:lnTo>
                    <a:pt x="57622" y="27846"/>
                  </a:lnTo>
                  <a:cubicBezTo>
                    <a:pt x="57615" y="27826"/>
                    <a:pt x="57615" y="27813"/>
                    <a:pt x="57609" y="27798"/>
                  </a:cubicBezTo>
                  <a:cubicBezTo>
                    <a:pt x="57609" y="27778"/>
                    <a:pt x="57601" y="27756"/>
                    <a:pt x="57601" y="27743"/>
                  </a:cubicBezTo>
                  <a:cubicBezTo>
                    <a:pt x="57594" y="27715"/>
                    <a:pt x="57594" y="27688"/>
                    <a:pt x="57587" y="27660"/>
                  </a:cubicBezTo>
                  <a:cubicBezTo>
                    <a:pt x="57504" y="27258"/>
                    <a:pt x="57408" y="26850"/>
                    <a:pt x="57310" y="26451"/>
                  </a:cubicBezTo>
                  <a:cubicBezTo>
                    <a:pt x="57290" y="26374"/>
                    <a:pt x="57269" y="26298"/>
                    <a:pt x="57249" y="26215"/>
                  </a:cubicBezTo>
                  <a:lnTo>
                    <a:pt x="63622" y="21937"/>
                  </a:lnTo>
                  <a:lnTo>
                    <a:pt x="61300" y="16767"/>
                  </a:lnTo>
                  <a:lnTo>
                    <a:pt x="53862" y="18696"/>
                  </a:lnTo>
                  <a:cubicBezTo>
                    <a:pt x="53565" y="18246"/>
                    <a:pt x="53255" y="17804"/>
                    <a:pt x="52929" y="17376"/>
                  </a:cubicBezTo>
                  <a:lnTo>
                    <a:pt x="52873" y="17306"/>
                  </a:lnTo>
                  <a:cubicBezTo>
                    <a:pt x="52757" y="17155"/>
                    <a:pt x="52659" y="17031"/>
                    <a:pt x="52570" y="16913"/>
                  </a:cubicBezTo>
                  <a:cubicBezTo>
                    <a:pt x="52521" y="16856"/>
                    <a:pt x="52473" y="16802"/>
                    <a:pt x="52425" y="16740"/>
                  </a:cubicBezTo>
                  <a:lnTo>
                    <a:pt x="52334" y="16629"/>
                  </a:lnTo>
                  <a:cubicBezTo>
                    <a:pt x="52286" y="16566"/>
                    <a:pt x="52244" y="16511"/>
                    <a:pt x="52196" y="16457"/>
                  </a:cubicBezTo>
                  <a:cubicBezTo>
                    <a:pt x="52100" y="16345"/>
                    <a:pt x="51996" y="16228"/>
                    <a:pt x="51871" y="16077"/>
                  </a:cubicBezTo>
                  <a:lnTo>
                    <a:pt x="51845" y="16049"/>
                  </a:lnTo>
                  <a:cubicBezTo>
                    <a:pt x="51836" y="16035"/>
                    <a:pt x="51823" y="16027"/>
                    <a:pt x="51816" y="16014"/>
                  </a:cubicBezTo>
                  <a:cubicBezTo>
                    <a:pt x="51463" y="15606"/>
                    <a:pt x="51090" y="15213"/>
                    <a:pt x="50710" y="14824"/>
                  </a:cubicBezTo>
                  <a:lnTo>
                    <a:pt x="54091" y="7934"/>
                  </a:lnTo>
                  <a:lnTo>
                    <a:pt x="49494" y="4616"/>
                  </a:lnTo>
                  <a:lnTo>
                    <a:pt x="44020" y="10007"/>
                  </a:lnTo>
                  <a:cubicBezTo>
                    <a:pt x="43536" y="9765"/>
                    <a:pt x="43045" y="9538"/>
                    <a:pt x="42547" y="9331"/>
                  </a:cubicBezTo>
                  <a:lnTo>
                    <a:pt x="42464" y="9296"/>
                  </a:lnTo>
                  <a:cubicBezTo>
                    <a:pt x="42292" y="9226"/>
                    <a:pt x="42141" y="9165"/>
                    <a:pt x="42002" y="9110"/>
                  </a:cubicBezTo>
                  <a:cubicBezTo>
                    <a:pt x="41934" y="9082"/>
                    <a:pt x="41864" y="9054"/>
                    <a:pt x="41801" y="9034"/>
                  </a:cubicBezTo>
                  <a:lnTo>
                    <a:pt x="41657" y="8977"/>
                  </a:lnTo>
                  <a:cubicBezTo>
                    <a:pt x="41587" y="8951"/>
                    <a:pt x="41526" y="8929"/>
                    <a:pt x="41456" y="8903"/>
                  </a:cubicBezTo>
                  <a:cubicBezTo>
                    <a:pt x="41283" y="8840"/>
                    <a:pt x="41117" y="8778"/>
                    <a:pt x="40986" y="8737"/>
                  </a:cubicBezTo>
                  <a:lnTo>
                    <a:pt x="40952" y="8722"/>
                  </a:lnTo>
                  <a:cubicBezTo>
                    <a:pt x="40930" y="8715"/>
                    <a:pt x="40917" y="8709"/>
                    <a:pt x="40903" y="8709"/>
                  </a:cubicBezTo>
                  <a:cubicBezTo>
                    <a:pt x="40391" y="8536"/>
                    <a:pt x="39873" y="8377"/>
                    <a:pt x="39354" y="8231"/>
                  </a:cubicBezTo>
                  <a:lnTo>
                    <a:pt x="38830" y="574"/>
                  </a:lnTo>
                  <a:lnTo>
                    <a:pt x="331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2" name="Google Shape;16412;p43"/>
            <p:cNvSpPr/>
            <p:nvPr/>
          </p:nvSpPr>
          <p:spPr>
            <a:xfrm>
              <a:off x="3567882" y="2881263"/>
              <a:ext cx="772996" cy="713570"/>
            </a:xfrm>
            <a:custGeom>
              <a:rect b="b" l="l" r="r" t="t"/>
              <a:pathLst>
                <a:path extrusionOk="0" h="9450" w="10237">
                  <a:moveTo>
                    <a:pt x="4865" y="597"/>
                  </a:moveTo>
                  <a:cubicBezTo>
                    <a:pt x="5356" y="597"/>
                    <a:pt x="5854" y="686"/>
                    <a:pt x="6332" y="866"/>
                  </a:cubicBezTo>
                  <a:cubicBezTo>
                    <a:pt x="7360" y="1260"/>
                    <a:pt x="8176" y="2027"/>
                    <a:pt x="8626" y="3037"/>
                  </a:cubicBezTo>
                  <a:cubicBezTo>
                    <a:pt x="9558" y="5110"/>
                    <a:pt x="8633" y="7557"/>
                    <a:pt x="6559" y="8489"/>
                  </a:cubicBezTo>
                  <a:cubicBezTo>
                    <a:pt x="6012" y="8733"/>
                    <a:pt x="5439" y="8848"/>
                    <a:pt x="4875" y="8848"/>
                  </a:cubicBezTo>
                  <a:cubicBezTo>
                    <a:pt x="3297" y="8848"/>
                    <a:pt x="1789" y="7944"/>
                    <a:pt x="1107" y="6416"/>
                  </a:cubicBezTo>
                  <a:cubicBezTo>
                    <a:pt x="651" y="5414"/>
                    <a:pt x="616" y="4294"/>
                    <a:pt x="1009" y="3264"/>
                  </a:cubicBezTo>
                  <a:cubicBezTo>
                    <a:pt x="1404" y="2227"/>
                    <a:pt x="2170" y="1411"/>
                    <a:pt x="3172" y="963"/>
                  </a:cubicBezTo>
                  <a:cubicBezTo>
                    <a:pt x="3711" y="721"/>
                    <a:pt x="4285" y="597"/>
                    <a:pt x="4865" y="597"/>
                  </a:cubicBezTo>
                  <a:close/>
                  <a:moveTo>
                    <a:pt x="4855" y="0"/>
                  </a:moveTo>
                  <a:cubicBezTo>
                    <a:pt x="4199" y="0"/>
                    <a:pt x="3545" y="139"/>
                    <a:pt x="2931" y="416"/>
                  </a:cubicBezTo>
                  <a:cubicBezTo>
                    <a:pt x="1777" y="935"/>
                    <a:pt x="899" y="1867"/>
                    <a:pt x="450" y="3050"/>
                  </a:cubicBezTo>
                  <a:cubicBezTo>
                    <a:pt x="0" y="4225"/>
                    <a:pt x="42" y="5510"/>
                    <a:pt x="559" y="6665"/>
                  </a:cubicBezTo>
                  <a:cubicBezTo>
                    <a:pt x="1341" y="8406"/>
                    <a:pt x="3069" y="9450"/>
                    <a:pt x="4872" y="9450"/>
                  </a:cubicBezTo>
                  <a:cubicBezTo>
                    <a:pt x="5516" y="9450"/>
                    <a:pt x="6173" y="9312"/>
                    <a:pt x="6801" y="9035"/>
                  </a:cubicBezTo>
                  <a:cubicBezTo>
                    <a:pt x="9178" y="7963"/>
                    <a:pt x="10237" y="5165"/>
                    <a:pt x="9172" y="2788"/>
                  </a:cubicBezTo>
                  <a:cubicBezTo>
                    <a:pt x="8654" y="1640"/>
                    <a:pt x="7720" y="756"/>
                    <a:pt x="6539" y="313"/>
                  </a:cubicBezTo>
                  <a:cubicBezTo>
                    <a:pt x="5993" y="104"/>
                    <a:pt x="5423" y="0"/>
                    <a:pt x="48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3" name="Google Shape;16413;p43"/>
            <p:cNvSpPr/>
            <p:nvPr/>
          </p:nvSpPr>
          <p:spPr>
            <a:xfrm>
              <a:off x="2542896" y="2506653"/>
              <a:ext cx="772920" cy="713570"/>
            </a:xfrm>
            <a:custGeom>
              <a:rect b="b" l="l" r="r" t="t"/>
              <a:pathLst>
                <a:path extrusionOk="0" h="9450" w="10236">
                  <a:moveTo>
                    <a:pt x="5370" y="601"/>
                  </a:moveTo>
                  <a:cubicBezTo>
                    <a:pt x="6946" y="601"/>
                    <a:pt x="8452" y="1507"/>
                    <a:pt x="9137" y="3035"/>
                  </a:cubicBezTo>
                  <a:cubicBezTo>
                    <a:pt x="9587" y="4037"/>
                    <a:pt x="9622" y="5156"/>
                    <a:pt x="9233" y="6193"/>
                  </a:cubicBezTo>
                  <a:cubicBezTo>
                    <a:pt x="8840" y="7223"/>
                    <a:pt x="8072" y="8039"/>
                    <a:pt x="7064" y="8487"/>
                  </a:cubicBezTo>
                  <a:cubicBezTo>
                    <a:pt x="6523" y="8730"/>
                    <a:pt x="5948" y="8852"/>
                    <a:pt x="5371" y="8852"/>
                  </a:cubicBezTo>
                  <a:cubicBezTo>
                    <a:pt x="4879" y="8852"/>
                    <a:pt x="4386" y="8763"/>
                    <a:pt x="3912" y="8585"/>
                  </a:cubicBezTo>
                  <a:cubicBezTo>
                    <a:pt x="2882" y="8190"/>
                    <a:pt x="2066" y="7424"/>
                    <a:pt x="1610" y="6414"/>
                  </a:cubicBezTo>
                  <a:cubicBezTo>
                    <a:pt x="684" y="4340"/>
                    <a:pt x="1610" y="1894"/>
                    <a:pt x="3683" y="961"/>
                  </a:cubicBezTo>
                  <a:cubicBezTo>
                    <a:pt x="4231" y="719"/>
                    <a:pt x="4803" y="601"/>
                    <a:pt x="5370" y="601"/>
                  </a:cubicBezTo>
                  <a:close/>
                  <a:moveTo>
                    <a:pt x="5374" y="1"/>
                  </a:moveTo>
                  <a:cubicBezTo>
                    <a:pt x="4716" y="1"/>
                    <a:pt x="4059" y="140"/>
                    <a:pt x="3443" y="416"/>
                  </a:cubicBezTo>
                  <a:cubicBezTo>
                    <a:pt x="1064" y="1487"/>
                    <a:pt x="1" y="4286"/>
                    <a:pt x="1071" y="6663"/>
                  </a:cubicBezTo>
                  <a:cubicBezTo>
                    <a:pt x="1583" y="7810"/>
                    <a:pt x="2522" y="8695"/>
                    <a:pt x="3698" y="9137"/>
                  </a:cubicBezTo>
                  <a:cubicBezTo>
                    <a:pt x="4244" y="9345"/>
                    <a:pt x="4811" y="9449"/>
                    <a:pt x="5377" y="9449"/>
                  </a:cubicBezTo>
                  <a:cubicBezTo>
                    <a:pt x="6034" y="9449"/>
                    <a:pt x="6690" y="9310"/>
                    <a:pt x="7313" y="9035"/>
                  </a:cubicBezTo>
                  <a:cubicBezTo>
                    <a:pt x="8460" y="8515"/>
                    <a:pt x="9345" y="7583"/>
                    <a:pt x="9794" y="6401"/>
                  </a:cubicBezTo>
                  <a:cubicBezTo>
                    <a:pt x="10235" y="5226"/>
                    <a:pt x="10202" y="3941"/>
                    <a:pt x="9683" y="2786"/>
                  </a:cubicBezTo>
                  <a:cubicBezTo>
                    <a:pt x="9165" y="1638"/>
                    <a:pt x="8231" y="761"/>
                    <a:pt x="7050" y="311"/>
                  </a:cubicBezTo>
                  <a:cubicBezTo>
                    <a:pt x="6507" y="103"/>
                    <a:pt x="5940" y="1"/>
                    <a:pt x="53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4" name="Google Shape;16414;p43"/>
            <p:cNvSpPr/>
            <p:nvPr/>
          </p:nvSpPr>
          <p:spPr>
            <a:xfrm>
              <a:off x="3503094" y="2446320"/>
              <a:ext cx="240726" cy="222150"/>
            </a:xfrm>
            <a:custGeom>
              <a:rect b="b" l="l" r="r" t="t"/>
              <a:pathLst>
                <a:path extrusionOk="0" h="2942" w="3188">
                  <a:moveTo>
                    <a:pt x="1674" y="599"/>
                  </a:moveTo>
                  <a:cubicBezTo>
                    <a:pt x="1777" y="599"/>
                    <a:pt x="1882" y="619"/>
                    <a:pt x="1978" y="654"/>
                  </a:cubicBezTo>
                  <a:cubicBezTo>
                    <a:pt x="2199" y="737"/>
                    <a:pt x="2371" y="903"/>
                    <a:pt x="2469" y="1117"/>
                  </a:cubicBezTo>
                  <a:cubicBezTo>
                    <a:pt x="2565" y="1324"/>
                    <a:pt x="2572" y="1566"/>
                    <a:pt x="2489" y="1780"/>
                  </a:cubicBezTo>
                  <a:cubicBezTo>
                    <a:pt x="2406" y="2003"/>
                    <a:pt x="2240" y="2175"/>
                    <a:pt x="2026" y="2271"/>
                  </a:cubicBezTo>
                  <a:cubicBezTo>
                    <a:pt x="1915" y="2319"/>
                    <a:pt x="1795" y="2344"/>
                    <a:pt x="1674" y="2344"/>
                  </a:cubicBezTo>
                  <a:cubicBezTo>
                    <a:pt x="1568" y="2344"/>
                    <a:pt x="1462" y="2325"/>
                    <a:pt x="1363" y="2286"/>
                  </a:cubicBezTo>
                  <a:cubicBezTo>
                    <a:pt x="1142" y="2203"/>
                    <a:pt x="969" y="2044"/>
                    <a:pt x="878" y="1830"/>
                  </a:cubicBezTo>
                  <a:cubicBezTo>
                    <a:pt x="679" y="1394"/>
                    <a:pt x="872" y="876"/>
                    <a:pt x="1314" y="676"/>
                  </a:cubicBezTo>
                  <a:cubicBezTo>
                    <a:pt x="1426" y="627"/>
                    <a:pt x="1550" y="599"/>
                    <a:pt x="1674" y="599"/>
                  </a:cubicBezTo>
                  <a:close/>
                  <a:moveTo>
                    <a:pt x="1667" y="1"/>
                  </a:moveTo>
                  <a:cubicBezTo>
                    <a:pt x="1462" y="1"/>
                    <a:pt x="1258" y="45"/>
                    <a:pt x="1066" y="130"/>
                  </a:cubicBezTo>
                  <a:cubicBezTo>
                    <a:pt x="326" y="468"/>
                    <a:pt x="1" y="1339"/>
                    <a:pt x="333" y="2079"/>
                  </a:cubicBezTo>
                  <a:cubicBezTo>
                    <a:pt x="492" y="2437"/>
                    <a:pt x="782" y="2708"/>
                    <a:pt x="1149" y="2845"/>
                  </a:cubicBezTo>
                  <a:cubicBezTo>
                    <a:pt x="1321" y="2915"/>
                    <a:pt x="1494" y="2941"/>
                    <a:pt x="1674" y="2941"/>
                  </a:cubicBezTo>
                  <a:cubicBezTo>
                    <a:pt x="1874" y="2941"/>
                    <a:pt x="2081" y="2900"/>
                    <a:pt x="2275" y="2810"/>
                  </a:cubicBezTo>
                  <a:cubicBezTo>
                    <a:pt x="2635" y="2651"/>
                    <a:pt x="2904" y="2361"/>
                    <a:pt x="3043" y="1996"/>
                  </a:cubicBezTo>
                  <a:cubicBezTo>
                    <a:pt x="3187" y="1629"/>
                    <a:pt x="3174" y="1228"/>
                    <a:pt x="3015" y="868"/>
                  </a:cubicBezTo>
                  <a:cubicBezTo>
                    <a:pt x="2849" y="510"/>
                    <a:pt x="2559" y="239"/>
                    <a:pt x="2192" y="102"/>
                  </a:cubicBezTo>
                  <a:cubicBezTo>
                    <a:pt x="2022" y="34"/>
                    <a:pt x="1844" y="1"/>
                    <a:pt x="16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5" name="Google Shape;16415;p43"/>
            <p:cNvSpPr/>
            <p:nvPr/>
          </p:nvSpPr>
          <p:spPr>
            <a:xfrm>
              <a:off x="3903906" y="1895013"/>
              <a:ext cx="811581" cy="713418"/>
            </a:xfrm>
            <a:custGeom>
              <a:rect b="b" l="l" r="r" t="t"/>
              <a:pathLst>
                <a:path extrusionOk="0" h="9448" w="10748">
                  <a:moveTo>
                    <a:pt x="5372" y="602"/>
                  </a:moveTo>
                  <a:cubicBezTo>
                    <a:pt x="6941" y="602"/>
                    <a:pt x="8447" y="1507"/>
                    <a:pt x="9139" y="3035"/>
                  </a:cubicBezTo>
                  <a:cubicBezTo>
                    <a:pt x="10071" y="5109"/>
                    <a:pt x="9139" y="7555"/>
                    <a:pt x="7065" y="8487"/>
                  </a:cubicBezTo>
                  <a:cubicBezTo>
                    <a:pt x="6520" y="8731"/>
                    <a:pt x="5948" y="8846"/>
                    <a:pt x="5385" y="8846"/>
                  </a:cubicBezTo>
                  <a:cubicBezTo>
                    <a:pt x="3809" y="8846"/>
                    <a:pt x="2300" y="7942"/>
                    <a:pt x="1611" y="6414"/>
                  </a:cubicBezTo>
                  <a:cubicBezTo>
                    <a:pt x="679" y="4341"/>
                    <a:pt x="1611" y="1894"/>
                    <a:pt x="3685" y="962"/>
                  </a:cubicBezTo>
                  <a:cubicBezTo>
                    <a:pt x="4231" y="713"/>
                    <a:pt x="4805" y="602"/>
                    <a:pt x="5372" y="602"/>
                  </a:cubicBezTo>
                  <a:close/>
                  <a:moveTo>
                    <a:pt x="5367" y="1"/>
                  </a:moveTo>
                  <a:cubicBezTo>
                    <a:pt x="4720" y="1"/>
                    <a:pt x="4063" y="134"/>
                    <a:pt x="3436" y="414"/>
                  </a:cubicBezTo>
                  <a:cubicBezTo>
                    <a:pt x="1066" y="1486"/>
                    <a:pt x="1" y="4286"/>
                    <a:pt x="1066" y="6656"/>
                  </a:cubicBezTo>
                  <a:cubicBezTo>
                    <a:pt x="1583" y="7811"/>
                    <a:pt x="2517" y="8688"/>
                    <a:pt x="3698" y="9138"/>
                  </a:cubicBezTo>
                  <a:cubicBezTo>
                    <a:pt x="4246" y="9345"/>
                    <a:pt x="4811" y="9448"/>
                    <a:pt x="5378" y="9448"/>
                  </a:cubicBezTo>
                  <a:cubicBezTo>
                    <a:pt x="6035" y="9448"/>
                    <a:pt x="6692" y="9310"/>
                    <a:pt x="7314" y="9027"/>
                  </a:cubicBezTo>
                  <a:cubicBezTo>
                    <a:pt x="9685" y="7962"/>
                    <a:pt x="10748" y="5163"/>
                    <a:pt x="9685" y="2786"/>
                  </a:cubicBezTo>
                  <a:cubicBezTo>
                    <a:pt x="8896" y="1035"/>
                    <a:pt x="7170" y="1"/>
                    <a:pt x="53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6" name="Google Shape;16416;p43"/>
            <p:cNvSpPr/>
            <p:nvPr/>
          </p:nvSpPr>
          <p:spPr>
            <a:xfrm>
              <a:off x="2917581" y="1520252"/>
              <a:ext cx="811581" cy="713570"/>
            </a:xfrm>
            <a:custGeom>
              <a:rect b="b" l="l" r="r" t="t"/>
              <a:pathLst>
                <a:path extrusionOk="0" h="9450" w="10748">
                  <a:moveTo>
                    <a:pt x="5371" y="602"/>
                  </a:moveTo>
                  <a:cubicBezTo>
                    <a:pt x="5869" y="602"/>
                    <a:pt x="6360" y="691"/>
                    <a:pt x="6836" y="872"/>
                  </a:cubicBezTo>
                  <a:cubicBezTo>
                    <a:pt x="7866" y="1259"/>
                    <a:pt x="8682" y="2033"/>
                    <a:pt x="9138" y="3035"/>
                  </a:cubicBezTo>
                  <a:cubicBezTo>
                    <a:pt x="10070" y="5109"/>
                    <a:pt x="9138" y="7555"/>
                    <a:pt x="7065" y="8487"/>
                  </a:cubicBezTo>
                  <a:cubicBezTo>
                    <a:pt x="6518" y="8734"/>
                    <a:pt x="5946" y="8850"/>
                    <a:pt x="5382" y="8850"/>
                  </a:cubicBezTo>
                  <a:cubicBezTo>
                    <a:pt x="3807" y="8850"/>
                    <a:pt x="2298" y="7941"/>
                    <a:pt x="1611" y="6414"/>
                  </a:cubicBezTo>
                  <a:cubicBezTo>
                    <a:pt x="678" y="4341"/>
                    <a:pt x="1611" y="1894"/>
                    <a:pt x="3684" y="962"/>
                  </a:cubicBezTo>
                  <a:cubicBezTo>
                    <a:pt x="4223" y="719"/>
                    <a:pt x="4797" y="602"/>
                    <a:pt x="5371" y="602"/>
                  </a:cubicBezTo>
                  <a:close/>
                  <a:moveTo>
                    <a:pt x="5372" y="1"/>
                  </a:moveTo>
                  <a:cubicBezTo>
                    <a:pt x="4713" y="1"/>
                    <a:pt x="4056" y="140"/>
                    <a:pt x="3435" y="416"/>
                  </a:cubicBezTo>
                  <a:cubicBezTo>
                    <a:pt x="1065" y="1487"/>
                    <a:pt x="0" y="4286"/>
                    <a:pt x="1065" y="6663"/>
                  </a:cubicBezTo>
                  <a:cubicBezTo>
                    <a:pt x="1853" y="8413"/>
                    <a:pt x="3581" y="9450"/>
                    <a:pt x="5378" y="9450"/>
                  </a:cubicBezTo>
                  <a:cubicBezTo>
                    <a:pt x="6028" y="9450"/>
                    <a:pt x="6683" y="9317"/>
                    <a:pt x="7314" y="9035"/>
                  </a:cubicBezTo>
                  <a:cubicBezTo>
                    <a:pt x="9684" y="7963"/>
                    <a:pt x="10747" y="5163"/>
                    <a:pt x="9684" y="2786"/>
                  </a:cubicBezTo>
                  <a:cubicBezTo>
                    <a:pt x="9165" y="1638"/>
                    <a:pt x="8232" y="761"/>
                    <a:pt x="7050" y="311"/>
                  </a:cubicBezTo>
                  <a:cubicBezTo>
                    <a:pt x="6504" y="104"/>
                    <a:pt x="5937" y="1"/>
                    <a:pt x="53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17" name="Google Shape;16417;p43"/>
          <p:cNvGrpSpPr/>
          <p:nvPr/>
        </p:nvGrpSpPr>
        <p:grpSpPr>
          <a:xfrm>
            <a:off x="7763310" y="-149814"/>
            <a:ext cx="2130832" cy="2131409"/>
            <a:chOff x="7033950" y="-293650"/>
            <a:chExt cx="2687391" cy="2688118"/>
          </a:xfrm>
        </p:grpSpPr>
        <p:sp>
          <p:nvSpPr>
            <p:cNvPr id="16418" name="Google Shape;16418;p43"/>
            <p:cNvSpPr/>
            <p:nvPr/>
          </p:nvSpPr>
          <p:spPr>
            <a:xfrm>
              <a:off x="7310925" y="-16052"/>
              <a:ext cx="2133338" cy="2132715"/>
            </a:xfrm>
            <a:custGeom>
              <a:rect b="b" l="l" r="r" t="t"/>
              <a:pathLst>
                <a:path extrusionOk="0" h="20536" w="20542">
                  <a:moveTo>
                    <a:pt x="11140" y="7388"/>
                  </a:moveTo>
                  <a:cubicBezTo>
                    <a:pt x="11110" y="7388"/>
                    <a:pt x="11083" y="7403"/>
                    <a:pt x="11066" y="7431"/>
                  </a:cubicBezTo>
                  <a:cubicBezTo>
                    <a:pt x="11066" y="7439"/>
                    <a:pt x="11060" y="7453"/>
                    <a:pt x="11060" y="7459"/>
                  </a:cubicBezTo>
                  <a:cubicBezTo>
                    <a:pt x="11060" y="7487"/>
                    <a:pt x="11073" y="7514"/>
                    <a:pt x="11101" y="7529"/>
                  </a:cubicBezTo>
                  <a:cubicBezTo>
                    <a:pt x="11108" y="7529"/>
                    <a:pt x="11114" y="7536"/>
                    <a:pt x="11121" y="7536"/>
                  </a:cubicBezTo>
                  <a:lnTo>
                    <a:pt x="11136" y="7536"/>
                  </a:lnTo>
                  <a:cubicBezTo>
                    <a:pt x="11169" y="7536"/>
                    <a:pt x="11204" y="7507"/>
                    <a:pt x="11204" y="7473"/>
                  </a:cubicBezTo>
                  <a:lnTo>
                    <a:pt x="11204" y="7459"/>
                  </a:lnTo>
                  <a:cubicBezTo>
                    <a:pt x="11204" y="7431"/>
                    <a:pt x="11184" y="7405"/>
                    <a:pt x="11156" y="7390"/>
                  </a:cubicBezTo>
                  <a:cubicBezTo>
                    <a:pt x="11150" y="7389"/>
                    <a:pt x="11145" y="7388"/>
                    <a:pt x="11140" y="7388"/>
                  </a:cubicBezTo>
                  <a:close/>
                  <a:moveTo>
                    <a:pt x="11312" y="7448"/>
                  </a:moveTo>
                  <a:cubicBezTo>
                    <a:pt x="11282" y="7448"/>
                    <a:pt x="11249" y="7467"/>
                    <a:pt x="11239" y="7494"/>
                  </a:cubicBezTo>
                  <a:lnTo>
                    <a:pt x="11239" y="7522"/>
                  </a:lnTo>
                  <a:cubicBezTo>
                    <a:pt x="11239" y="7549"/>
                    <a:pt x="11252" y="7577"/>
                    <a:pt x="11287" y="7590"/>
                  </a:cubicBezTo>
                  <a:lnTo>
                    <a:pt x="11293" y="7597"/>
                  </a:lnTo>
                  <a:lnTo>
                    <a:pt x="11322" y="7597"/>
                  </a:lnTo>
                  <a:cubicBezTo>
                    <a:pt x="11350" y="7597"/>
                    <a:pt x="11376" y="7584"/>
                    <a:pt x="11391" y="7555"/>
                  </a:cubicBezTo>
                  <a:cubicBezTo>
                    <a:pt x="11398" y="7542"/>
                    <a:pt x="11398" y="7536"/>
                    <a:pt x="11398" y="7529"/>
                  </a:cubicBezTo>
                  <a:cubicBezTo>
                    <a:pt x="11398" y="7501"/>
                    <a:pt x="11376" y="7473"/>
                    <a:pt x="11350" y="7459"/>
                  </a:cubicBezTo>
                  <a:lnTo>
                    <a:pt x="11335" y="7453"/>
                  </a:lnTo>
                  <a:cubicBezTo>
                    <a:pt x="11328" y="7450"/>
                    <a:pt x="11320" y="7448"/>
                    <a:pt x="11312" y="7448"/>
                  </a:cubicBezTo>
                  <a:close/>
                  <a:moveTo>
                    <a:pt x="10262" y="3883"/>
                  </a:moveTo>
                  <a:cubicBezTo>
                    <a:pt x="10884" y="3883"/>
                    <a:pt x="11510" y="3975"/>
                    <a:pt x="12103" y="4155"/>
                  </a:cubicBezTo>
                  <a:lnTo>
                    <a:pt x="10900" y="7328"/>
                  </a:lnTo>
                  <a:cubicBezTo>
                    <a:pt x="10695" y="7282"/>
                    <a:pt x="10487" y="7259"/>
                    <a:pt x="10280" y="7259"/>
                  </a:cubicBezTo>
                  <a:cubicBezTo>
                    <a:pt x="10117" y="7259"/>
                    <a:pt x="9955" y="7273"/>
                    <a:pt x="9794" y="7300"/>
                  </a:cubicBezTo>
                  <a:cubicBezTo>
                    <a:pt x="9421" y="7356"/>
                    <a:pt x="9069" y="7487"/>
                    <a:pt x="8751" y="7673"/>
                  </a:cubicBezTo>
                  <a:lnTo>
                    <a:pt x="6607" y="5041"/>
                  </a:lnTo>
                  <a:cubicBezTo>
                    <a:pt x="7347" y="4522"/>
                    <a:pt x="8211" y="4155"/>
                    <a:pt x="9096" y="3989"/>
                  </a:cubicBezTo>
                  <a:lnTo>
                    <a:pt x="9124" y="3982"/>
                  </a:lnTo>
                  <a:cubicBezTo>
                    <a:pt x="9159" y="3982"/>
                    <a:pt x="9187" y="3976"/>
                    <a:pt x="9213" y="3969"/>
                  </a:cubicBezTo>
                  <a:lnTo>
                    <a:pt x="9283" y="3963"/>
                  </a:lnTo>
                  <a:cubicBezTo>
                    <a:pt x="9318" y="3956"/>
                    <a:pt x="9344" y="3948"/>
                    <a:pt x="9379" y="3941"/>
                  </a:cubicBezTo>
                  <a:lnTo>
                    <a:pt x="9414" y="3941"/>
                  </a:lnTo>
                  <a:cubicBezTo>
                    <a:pt x="9694" y="3902"/>
                    <a:pt x="9978" y="3883"/>
                    <a:pt x="10262" y="3883"/>
                  </a:cubicBezTo>
                  <a:close/>
                  <a:moveTo>
                    <a:pt x="10252" y="3741"/>
                  </a:moveTo>
                  <a:cubicBezTo>
                    <a:pt x="9964" y="3741"/>
                    <a:pt x="9677" y="3759"/>
                    <a:pt x="9394" y="3797"/>
                  </a:cubicBezTo>
                  <a:lnTo>
                    <a:pt x="9359" y="3803"/>
                  </a:lnTo>
                  <a:cubicBezTo>
                    <a:pt x="9325" y="3803"/>
                    <a:pt x="9290" y="3810"/>
                    <a:pt x="9261" y="3817"/>
                  </a:cubicBezTo>
                  <a:lnTo>
                    <a:pt x="9193" y="3823"/>
                  </a:lnTo>
                  <a:cubicBezTo>
                    <a:pt x="9159" y="3832"/>
                    <a:pt x="9130" y="3838"/>
                    <a:pt x="9104" y="3845"/>
                  </a:cubicBezTo>
                  <a:lnTo>
                    <a:pt x="9069" y="3851"/>
                  </a:lnTo>
                  <a:cubicBezTo>
                    <a:pt x="8135" y="4024"/>
                    <a:pt x="7230" y="4412"/>
                    <a:pt x="6457" y="4964"/>
                  </a:cubicBezTo>
                  <a:cubicBezTo>
                    <a:pt x="6442" y="4978"/>
                    <a:pt x="6428" y="4999"/>
                    <a:pt x="6428" y="5019"/>
                  </a:cubicBezTo>
                  <a:cubicBezTo>
                    <a:pt x="6428" y="5034"/>
                    <a:pt x="6428" y="5054"/>
                    <a:pt x="6442" y="5076"/>
                  </a:cubicBezTo>
                  <a:lnTo>
                    <a:pt x="8674" y="7813"/>
                  </a:lnTo>
                  <a:cubicBezTo>
                    <a:pt x="8689" y="7832"/>
                    <a:pt x="8709" y="7839"/>
                    <a:pt x="8737" y="7839"/>
                  </a:cubicBezTo>
                  <a:cubicBezTo>
                    <a:pt x="8744" y="7839"/>
                    <a:pt x="8757" y="7839"/>
                    <a:pt x="8772" y="7832"/>
                  </a:cubicBezTo>
                  <a:cubicBezTo>
                    <a:pt x="9089" y="7632"/>
                    <a:pt x="9442" y="7501"/>
                    <a:pt x="9816" y="7439"/>
                  </a:cubicBezTo>
                  <a:cubicBezTo>
                    <a:pt x="9964" y="7417"/>
                    <a:pt x="10113" y="7406"/>
                    <a:pt x="10262" y="7406"/>
                  </a:cubicBezTo>
                  <a:cubicBezTo>
                    <a:pt x="10486" y="7406"/>
                    <a:pt x="10708" y="7431"/>
                    <a:pt x="10929" y="7481"/>
                  </a:cubicBezTo>
                  <a:cubicBezTo>
                    <a:pt x="10934" y="7482"/>
                    <a:pt x="10939" y="7482"/>
                    <a:pt x="10944" y="7482"/>
                  </a:cubicBezTo>
                  <a:cubicBezTo>
                    <a:pt x="10972" y="7482"/>
                    <a:pt x="10999" y="7467"/>
                    <a:pt x="11011" y="7439"/>
                  </a:cubicBezTo>
                  <a:lnTo>
                    <a:pt x="12269" y="4128"/>
                  </a:lnTo>
                  <a:cubicBezTo>
                    <a:pt x="12275" y="4114"/>
                    <a:pt x="12275" y="4094"/>
                    <a:pt x="12269" y="4072"/>
                  </a:cubicBezTo>
                  <a:cubicBezTo>
                    <a:pt x="12262" y="4059"/>
                    <a:pt x="12241" y="4046"/>
                    <a:pt x="12221" y="4039"/>
                  </a:cubicBezTo>
                  <a:cubicBezTo>
                    <a:pt x="11588" y="3841"/>
                    <a:pt x="10918" y="3741"/>
                    <a:pt x="10252" y="3741"/>
                  </a:cubicBezTo>
                  <a:close/>
                  <a:moveTo>
                    <a:pt x="8574" y="7802"/>
                  </a:moveTo>
                  <a:cubicBezTo>
                    <a:pt x="8561" y="7802"/>
                    <a:pt x="8548" y="7805"/>
                    <a:pt x="8537" y="7813"/>
                  </a:cubicBezTo>
                  <a:cubicBezTo>
                    <a:pt x="8515" y="7826"/>
                    <a:pt x="8495" y="7846"/>
                    <a:pt x="8495" y="7874"/>
                  </a:cubicBezTo>
                  <a:cubicBezTo>
                    <a:pt x="8495" y="7915"/>
                    <a:pt x="8530" y="7950"/>
                    <a:pt x="8571" y="7950"/>
                  </a:cubicBezTo>
                  <a:cubicBezTo>
                    <a:pt x="8585" y="7950"/>
                    <a:pt x="8606" y="7944"/>
                    <a:pt x="8613" y="7929"/>
                  </a:cubicBezTo>
                  <a:cubicBezTo>
                    <a:pt x="8633" y="7915"/>
                    <a:pt x="8639" y="7896"/>
                    <a:pt x="8639" y="7874"/>
                  </a:cubicBezTo>
                  <a:cubicBezTo>
                    <a:pt x="8639" y="7867"/>
                    <a:pt x="8639" y="7854"/>
                    <a:pt x="8633" y="7839"/>
                  </a:cubicBezTo>
                  <a:cubicBezTo>
                    <a:pt x="8624" y="7816"/>
                    <a:pt x="8599" y="7802"/>
                    <a:pt x="8574" y="7802"/>
                  </a:cubicBezTo>
                  <a:close/>
                  <a:moveTo>
                    <a:pt x="8422" y="7915"/>
                  </a:moveTo>
                  <a:cubicBezTo>
                    <a:pt x="8405" y="7915"/>
                    <a:pt x="8390" y="7920"/>
                    <a:pt x="8377" y="7929"/>
                  </a:cubicBezTo>
                  <a:lnTo>
                    <a:pt x="8364" y="7944"/>
                  </a:lnTo>
                  <a:cubicBezTo>
                    <a:pt x="8349" y="7957"/>
                    <a:pt x="8336" y="7978"/>
                    <a:pt x="8336" y="7998"/>
                  </a:cubicBezTo>
                  <a:cubicBezTo>
                    <a:pt x="8336" y="8012"/>
                    <a:pt x="8343" y="8033"/>
                    <a:pt x="8357" y="8046"/>
                  </a:cubicBezTo>
                  <a:cubicBezTo>
                    <a:pt x="8371" y="8061"/>
                    <a:pt x="8391" y="8068"/>
                    <a:pt x="8412" y="8068"/>
                  </a:cubicBezTo>
                  <a:cubicBezTo>
                    <a:pt x="8425" y="8068"/>
                    <a:pt x="8447" y="8068"/>
                    <a:pt x="8460" y="8053"/>
                  </a:cubicBezTo>
                  <a:lnTo>
                    <a:pt x="8467" y="8046"/>
                  </a:lnTo>
                  <a:cubicBezTo>
                    <a:pt x="8502" y="8020"/>
                    <a:pt x="8502" y="7970"/>
                    <a:pt x="8482" y="7944"/>
                  </a:cubicBezTo>
                  <a:cubicBezTo>
                    <a:pt x="8466" y="7924"/>
                    <a:pt x="8443" y="7915"/>
                    <a:pt x="8422" y="7915"/>
                  </a:cubicBezTo>
                  <a:close/>
                  <a:moveTo>
                    <a:pt x="12967" y="4480"/>
                  </a:moveTo>
                  <a:cubicBezTo>
                    <a:pt x="13790" y="4860"/>
                    <a:pt x="14528" y="5427"/>
                    <a:pt x="15124" y="6112"/>
                  </a:cubicBezTo>
                  <a:lnTo>
                    <a:pt x="15143" y="6139"/>
                  </a:lnTo>
                  <a:cubicBezTo>
                    <a:pt x="15158" y="6160"/>
                    <a:pt x="15178" y="6180"/>
                    <a:pt x="15200" y="6202"/>
                  </a:cubicBezTo>
                  <a:lnTo>
                    <a:pt x="15241" y="6257"/>
                  </a:lnTo>
                  <a:cubicBezTo>
                    <a:pt x="15261" y="6285"/>
                    <a:pt x="15283" y="6311"/>
                    <a:pt x="15303" y="6333"/>
                  </a:cubicBezTo>
                  <a:lnTo>
                    <a:pt x="15324" y="6361"/>
                  </a:lnTo>
                  <a:cubicBezTo>
                    <a:pt x="15877" y="7073"/>
                    <a:pt x="16278" y="7915"/>
                    <a:pt x="16485" y="8800"/>
                  </a:cubicBezTo>
                  <a:lnTo>
                    <a:pt x="13133" y="9339"/>
                  </a:lnTo>
                  <a:cubicBezTo>
                    <a:pt x="12904" y="8620"/>
                    <a:pt x="12421" y="8027"/>
                    <a:pt x="11758" y="7653"/>
                  </a:cubicBezTo>
                  <a:lnTo>
                    <a:pt x="12967" y="4480"/>
                  </a:lnTo>
                  <a:close/>
                  <a:moveTo>
                    <a:pt x="12929" y="4309"/>
                  </a:moveTo>
                  <a:cubicBezTo>
                    <a:pt x="12919" y="4309"/>
                    <a:pt x="12908" y="4311"/>
                    <a:pt x="12897" y="4314"/>
                  </a:cubicBezTo>
                  <a:cubicBezTo>
                    <a:pt x="12878" y="4321"/>
                    <a:pt x="12863" y="4336"/>
                    <a:pt x="12856" y="4356"/>
                  </a:cubicBezTo>
                  <a:lnTo>
                    <a:pt x="11599" y="7660"/>
                  </a:lnTo>
                  <a:cubicBezTo>
                    <a:pt x="11592" y="7695"/>
                    <a:pt x="11605" y="7736"/>
                    <a:pt x="11634" y="7750"/>
                  </a:cubicBezTo>
                  <a:cubicBezTo>
                    <a:pt x="12304" y="8116"/>
                    <a:pt x="12795" y="8717"/>
                    <a:pt x="13015" y="9443"/>
                  </a:cubicBezTo>
                  <a:cubicBezTo>
                    <a:pt x="13022" y="9478"/>
                    <a:pt x="13050" y="9498"/>
                    <a:pt x="13085" y="9498"/>
                  </a:cubicBezTo>
                  <a:cubicBezTo>
                    <a:pt x="13085" y="9498"/>
                    <a:pt x="13092" y="9498"/>
                    <a:pt x="13098" y="9491"/>
                  </a:cubicBezTo>
                  <a:lnTo>
                    <a:pt x="16588" y="8932"/>
                  </a:lnTo>
                  <a:cubicBezTo>
                    <a:pt x="16610" y="8924"/>
                    <a:pt x="16623" y="8917"/>
                    <a:pt x="16636" y="8897"/>
                  </a:cubicBezTo>
                  <a:cubicBezTo>
                    <a:pt x="16643" y="8882"/>
                    <a:pt x="16651" y="8863"/>
                    <a:pt x="16643" y="8841"/>
                  </a:cubicBezTo>
                  <a:cubicBezTo>
                    <a:pt x="16436" y="7915"/>
                    <a:pt x="16021" y="7025"/>
                    <a:pt x="15434" y="6270"/>
                  </a:cubicBezTo>
                  <a:lnTo>
                    <a:pt x="15420" y="6243"/>
                  </a:lnTo>
                  <a:cubicBezTo>
                    <a:pt x="15399" y="6215"/>
                    <a:pt x="15372" y="6195"/>
                    <a:pt x="15351" y="6167"/>
                  </a:cubicBezTo>
                  <a:lnTo>
                    <a:pt x="15309" y="6112"/>
                  </a:lnTo>
                  <a:cubicBezTo>
                    <a:pt x="15289" y="6091"/>
                    <a:pt x="15268" y="6063"/>
                    <a:pt x="15255" y="6043"/>
                  </a:cubicBezTo>
                  <a:lnTo>
                    <a:pt x="15233" y="6014"/>
                  </a:lnTo>
                  <a:cubicBezTo>
                    <a:pt x="14611" y="5296"/>
                    <a:pt x="13823" y="4709"/>
                    <a:pt x="12961" y="4314"/>
                  </a:cubicBezTo>
                  <a:cubicBezTo>
                    <a:pt x="12950" y="4311"/>
                    <a:pt x="12939" y="4309"/>
                    <a:pt x="12929" y="4309"/>
                  </a:cubicBezTo>
                  <a:close/>
                  <a:moveTo>
                    <a:pt x="13133" y="9523"/>
                  </a:moveTo>
                  <a:cubicBezTo>
                    <a:pt x="13126" y="9523"/>
                    <a:pt x="13119" y="9524"/>
                    <a:pt x="13111" y="9526"/>
                  </a:cubicBezTo>
                  <a:cubicBezTo>
                    <a:pt x="13070" y="9533"/>
                    <a:pt x="13050" y="9574"/>
                    <a:pt x="13057" y="9609"/>
                  </a:cubicBezTo>
                  <a:lnTo>
                    <a:pt x="13063" y="9637"/>
                  </a:lnTo>
                  <a:cubicBezTo>
                    <a:pt x="13070" y="9664"/>
                    <a:pt x="13105" y="9692"/>
                    <a:pt x="13133" y="9692"/>
                  </a:cubicBezTo>
                  <a:cubicBezTo>
                    <a:pt x="13140" y="9692"/>
                    <a:pt x="13146" y="9692"/>
                    <a:pt x="13153" y="9685"/>
                  </a:cubicBezTo>
                  <a:cubicBezTo>
                    <a:pt x="13188" y="9679"/>
                    <a:pt x="13216" y="9644"/>
                    <a:pt x="13209" y="9602"/>
                  </a:cubicBezTo>
                  <a:lnTo>
                    <a:pt x="13201" y="9581"/>
                  </a:lnTo>
                  <a:cubicBezTo>
                    <a:pt x="13190" y="9547"/>
                    <a:pt x="13165" y="9523"/>
                    <a:pt x="13133" y="9523"/>
                  </a:cubicBezTo>
                  <a:close/>
                  <a:moveTo>
                    <a:pt x="13188" y="9913"/>
                  </a:moveTo>
                  <a:cubicBezTo>
                    <a:pt x="13146" y="9919"/>
                    <a:pt x="13118" y="9954"/>
                    <a:pt x="13118" y="9996"/>
                  </a:cubicBezTo>
                  <a:lnTo>
                    <a:pt x="13126" y="10017"/>
                  </a:lnTo>
                  <a:cubicBezTo>
                    <a:pt x="13126" y="10052"/>
                    <a:pt x="13160" y="10078"/>
                    <a:pt x="13194" y="10078"/>
                  </a:cubicBezTo>
                  <a:lnTo>
                    <a:pt x="13201" y="10078"/>
                  </a:lnTo>
                  <a:cubicBezTo>
                    <a:pt x="13243" y="10078"/>
                    <a:pt x="13271" y="10044"/>
                    <a:pt x="13271" y="10002"/>
                  </a:cubicBezTo>
                  <a:lnTo>
                    <a:pt x="13264" y="9982"/>
                  </a:lnTo>
                  <a:cubicBezTo>
                    <a:pt x="13264" y="9941"/>
                    <a:pt x="13229" y="9913"/>
                    <a:pt x="13188" y="9913"/>
                  </a:cubicBezTo>
                  <a:close/>
                  <a:moveTo>
                    <a:pt x="7353" y="10457"/>
                  </a:moveTo>
                  <a:cubicBezTo>
                    <a:pt x="7349" y="10457"/>
                    <a:pt x="7345" y="10458"/>
                    <a:pt x="7341" y="10458"/>
                  </a:cubicBezTo>
                  <a:cubicBezTo>
                    <a:pt x="7299" y="10458"/>
                    <a:pt x="7271" y="10493"/>
                    <a:pt x="7271" y="10535"/>
                  </a:cubicBezTo>
                  <a:lnTo>
                    <a:pt x="7279" y="10541"/>
                  </a:lnTo>
                  <a:lnTo>
                    <a:pt x="7279" y="10556"/>
                  </a:lnTo>
                  <a:cubicBezTo>
                    <a:pt x="7279" y="10598"/>
                    <a:pt x="7312" y="10624"/>
                    <a:pt x="7347" y="10624"/>
                  </a:cubicBezTo>
                  <a:lnTo>
                    <a:pt x="7354" y="10624"/>
                  </a:lnTo>
                  <a:cubicBezTo>
                    <a:pt x="7395" y="10618"/>
                    <a:pt x="7424" y="10583"/>
                    <a:pt x="7424" y="10541"/>
                  </a:cubicBezTo>
                  <a:lnTo>
                    <a:pt x="7417" y="10521"/>
                  </a:lnTo>
                  <a:cubicBezTo>
                    <a:pt x="7417" y="10484"/>
                    <a:pt x="7389" y="10457"/>
                    <a:pt x="7353" y="10457"/>
                  </a:cubicBezTo>
                  <a:close/>
                  <a:moveTo>
                    <a:pt x="5889" y="5621"/>
                  </a:moveTo>
                  <a:lnTo>
                    <a:pt x="8039" y="8254"/>
                  </a:lnTo>
                  <a:cubicBezTo>
                    <a:pt x="7528" y="8814"/>
                    <a:pt x="7258" y="9533"/>
                    <a:pt x="7264" y="10286"/>
                  </a:cubicBezTo>
                  <a:lnTo>
                    <a:pt x="3912" y="10832"/>
                  </a:lnTo>
                  <a:cubicBezTo>
                    <a:pt x="3829" y="9927"/>
                    <a:pt x="3947" y="9000"/>
                    <a:pt x="4252" y="8151"/>
                  </a:cubicBezTo>
                  <a:lnTo>
                    <a:pt x="4259" y="8116"/>
                  </a:lnTo>
                  <a:cubicBezTo>
                    <a:pt x="4265" y="8095"/>
                    <a:pt x="4279" y="8068"/>
                    <a:pt x="4285" y="8040"/>
                  </a:cubicBezTo>
                  <a:lnTo>
                    <a:pt x="4313" y="7978"/>
                  </a:lnTo>
                  <a:cubicBezTo>
                    <a:pt x="4327" y="7944"/>
                    <a:pt x="4335" y="7909"/>
                    <a:pt x="4348" y="7881"/>
                  </a:cubicBezTo>
                  <a:lnTo>
                    <a:pt x="4362" y="7854"/>
                  </a:lnTo>
                  <a:cubicBezTo>
                    <a:pt x="4708" y="7016"/>
                    <a:pt x="5232" y="6243"/>
                    <a:pt x="5889" y="5621"/>
                  </a:cubicBezTo>
                  <a:close/>
                  <a:moveTo>
                    <a:pt x="5902" y="5441"/>
                  </a:moveTo>
                  <a:cubicBezTo>
                    <a:pt x="5883" y="5441"/>
                    <a:pt x="5861" y="5449"/>
                    <a:pt x="5848" y="5462"/>
                  </a:cubicBezTo>
                  <a:cubicBezTo>
                    <a:pt x="5149" y="6112"/>
                    <a:pt x="4590" y="6914"/>
                    <a:pt x="4224" y="7798"/>
                  </a:cubicBezTo>
                  <a:lnTo>
                    <a:pt x="4217" y="7826"/>
                  </a:lnTo>
                  <a:cubicBezTo>
                    <a:pt x="4202" y="7854"/>
                    <a:pt x="4189" y="7887"/>
                    <a:pt x="4176" y="7922"/>
                  </a:cubicBezTo>
                  <a:lnTo>
                    <a:pt x="4154" y="7985"/>
                  </a:lnTo>
                  <a:cubicBezTo>
                    <a:pt x="4141" y="8012"/>
                    <a:pt x="4134" y="8040"/>
                    <a:pt x="4119" y="8068"/>
                  </a:cubicBezTo>
                  <a:lnTo>
                    <a:pt x="4113" y="8103"/>
                  </a:lnTo>
                  <a:cubicBezTo>
                    <a:pt x="3796" y="8994"/>
                    <a:pt x="3678" y="9976"/>
                    <a:pt x="3774" y="10923"/>
                  </a:cubicBezTo>
                  <a:cubicBezTo>
                    <a:pt x="3774" y="10943"/>
                    <a:pt x="3788" y="10956"/>
                    <a:pt x="3803" y="10971"/>
                  </a:cubicBezTo>
                  <a:cubicBezTo>
                    <a:pt x="3816" y="10984"/>
                    <a:pt x="3829" y="10984"/>
                    <a:pt x="3844" y="10984"/>
                  </a:cubicBezTo>
                  <a:lnTo>
                    <a:pt x="3857" y="10984"/>
                  </a:lnTo>
                  <a:lnTo>
                    <a:pt x="7347" y="10425"/>
                  </a:lnTo>
                  <a:cubicBezTo>
                    <a:pt x="7382" y="10417"/>
                    <a:pt x="7410" y="10384"/>
                    <a:pt x="7410" y="10349"/>
                  </a:cubicBezTo>
                  <a:cubicBezTo>
                    <a:pt x="7389" y="9587"/>
                    <a:pt x="7666" y="8863"/>
                    <a:pt x="8183" y="8310"/>
                  </a:cubicBezTo>
                  <a:cubicBezTo>
                    <a:pt x="8211" y="8282"/>
                    <a:pt x="8211" y="8241"/>
                    <a:pt x="8192" y="8212"/>
                  </a:cubicBezTo>
                  <a:lnTo>
                    <a:pt x="5959" y="5469"/>
                  </a:lnTo>
                  <a:cubicBezTo>
                    <a:pt x="5944" y="5455"/>
                    <a:pt x="5924" y="5449"/>
                    <a:pt x="5902" y="5441"/>
                  </a:cubicBezTo>
                  <a:close/>
                  <a:moveTo>
                    <a:pt x="7414" y="10850"/>
                  </a:moveTo>
                  <a:cubicBezTo>
                    <a:pt x="7408" y="10850"/>
                    <a:pt x="7402" y="10851"/>
                    <a:pt x="7395" y="10853"/>
                  </a:cubicBezTo>
                  <a:cubicBezTo>
                    <a:pt x="7354" y="10860"/>
                    <a:pt x="7327" y="10901"/>
                    <a:pt x="7341" y="10936"/>
                  </a:cubicBezTo>
                  <a:lnTo>
                    <a:pt x="7341" y="10949"/>
                  </a:lnTo>
                  <a:lnTo>
                    <a:pt x="7341" y="10956"/>
                  </a:lnTo>
                  <a:cubicBezTo>
                    <a:pt x="7354" y="10991"/>
                    <a:pt x="7382" y="11019"/>
                    <a:pt x="7417" y="11019"/>
                  </a:cubicBezTo>
                  <a:cubicBezTo>
                    <a:pt x="7417" y="11019"/>
                    <a:pt x="7424" y="11012"/>
                    <a:pt x="7430" y="11012"/>
                  </a:cubicBezTo>
                  <a:cubicBezTo>
                    <a:pt x="7472" y="11006"/>
                    <a:pt x="7493" y="10964"/>
                    <a:pt x="7487" y="10929"/>
                  </a:cubicBezTo>
                  <a:lnTo>
                    <a:pt x="7478" y="10908"/>
                  </a:lnTo>
                  <a:cubicBezTo>
                    <a:pt x="7473" y="10874"/>
                    <a:pt x="7444" y="10850"/>
                    <a:pt x="7414" y="10850"/>
                  </a:cubicBezTo>
                  <a:close/>
                  <a:moveTo>
                    <a:pt x="10273" y="8221"/>
                  </a:moveTo>
                  <a:cubicBezTo>
                    <a:pt x="11258" y="8221"/>
                    <a:pt x="12127" y="8937"/>
                    <a:pt x="12289" y="9941"/>
                  </a:cubicBezTo>
                  <a:cubicBezTo>
                    <a:pt x="12470" y="11054"/>
                    <a:pt x="11708" y="12110"/>
                    <a:pt x="10597" y="12291"/>
                  </a:cubicBezTo>
                  <a:cubicBezTo>
                    <a:pt x="10489" y="12308"/>
                    <a:pt x="10380" y="12316"/>
                    <a:pt x="10273" y="12316"/>
                  </a:cubicBezTo>
                  <a:cubicBezTo>
                    <a:pt x="9845" y="12316"/>
                    <a:pt x="9430" y="12185"/>
                    <a:pt x="9076" y="11925"/>
                  </a:cubicBezTo>
                  <a:cubicBezTo>
                    <a:pt x="8633" y="11606"/>
                    <a:pt x="8343" y="11137"/>
                    <a:pt x="8253" y="10598"/>
                  </a:cubicBezTo>
                  <a:cubicBezTo>
                    <a:pt x="8163" y="10059"/>
                    <a:pt x="8294" y="9519"/>
                    <a:pt x="8613" y="9070"/>
                  </a:cubicBezTo>
                  <a:cubicBezTo>
                    <a:pt x="8938" y="8627"/>
                    <a:pt x="9407" y="8337"/>
                    <a:pt x="9947" y="8247"/>
                  </a:cubicBezTo>
                  <a:cubicBezTo>
                    <a:pt x="10056" y="8230"/>
                    <a:pt x="10165" y="8221"/>
                    <a:pt x="10273" y="8221"/>
                  </a:cubicBezTo>
                  <a:close/>
                  <a:moveTo>
                    <a:pt x="10278" y="8081"/>
                  </a:moveTo>
                  <a:cubicBezTo>
                    <a:pt x="10162" y="8081"/>
                    <a:pt x="10044" y="8090"/>
                    <a:pt x="9925" y="8109"/>
                  </a:cubicBezTo>
                  <a:cubicBezTo>
                    <a:pt x="9344" y="8199"/>
                    <a:pt x="8840" y="8509"/>
                    <a:pt x="8495" y="8987"/>
                  </a:cubicBezTo>
                  <a:cubicBezTo>
                    <a:pt x="8157" y="9463"/>
                    <a:pt x="8017" y="10044"/>
                    <a:pt x="8109" y="10618"/>
                  </a:cubicBezTo>
                  <a:cubicBezTo>
                    <a:pt x="8205" y="11191"/>
                    <a:pt x="8515" y="11702"/>
                    <a:pt x="8993" y="12042"/>
                  </a:cubicBezTo>
                  <a:cubicBezTo>
                    <a:pt x="9366" y="12318"/>
                    <a:pt x="9816" y="12464"/>
                    <a:pt x="10272" y="12464"/>
                  </a:cubicBezTo>
                  <a:cubicBezTo>
                    <a:pt x="10389" y="12464"/>
                    <a:pt x="10506" y="12449"/>
                    <a:pt x="10623" y="12429"/>
                  </a:cubicBezTo>
                  <a:cubicBezTo>
                    <a:pt x="11813" y="12241"/>
                    <a:pt x="12629" y="11115"/>
                    <a:pt x="12435" y="9919"/>
                  </a:cubicBezTo>
                  <a:cubicBezTo>
                    <a:pt x="12260" y="8844"/>
                    <a:pt x="11330" y="8081"/>
                    <a:pt x="10278" y="8081"/>
                  </a:cubicBezTo>
                  <a:close/>
                  <a:moveTo>
                    <a:pt x="12131" y="12467"/>
                  </a:moveTo>
                  <a:cubicBezTo>
                    <a:pt x="12115" y="12467"/>
                    <a:pt x="12101" y="12473"/>
                    <a:pt x="12090" y="12484"/>
                  </a:cubicBezTo>
                  <a:lnTo>
                    <a:pt x="12075" y="12490"/>
                  </a:lnTo>
                  <a:cubicBezTo>
                    <a:pt x="12061" y="12505"/>
                    <a:pt x="12048" y="12525"/>
                    <a:pt x="12048" y="12553"/>
                  </a:cubicBezTo>
                  <a:cubicBezTo>
                    <a:pt x="12048" y="12567"/>
                    <a:pt x="12055" y="12582"/>
                    <a:pt x="12068" y="12595"/>
                  </a:cubicBezTo>
                  <a:cubicBezTo>
                    <a:pt x="12081" y="12615"/>
                    <a:pt x="12103" y="12623"/>
                    <a:pt x="12123" y="12623"/>
                  </a:cubicBezTo>
                  <a:cubicBezTo>
                    <a:pt x="12138" y="12623"/>
                    <a:pt x="12151" y="12615"/>
                    <a:pt x="12164" y="12608"/>
                  </a:cubicBezTo>
                  <a:lnTo>
                    <a:pt x="12179" y="12595"/>
                  </a:lnTo>
                  <a:cubicBezTo>
                    <a:pt x="12214" y="12573"/>
                    <a:pt x="12214" y="12525"/>
                    <a:pt x="12193" y="12499"/>
                  </a:cubicBezTo>
                  <a:cubicBezTo>
                    <a:pt x="12176" y="12478"/>
                    <a:pt x="12153" y="12467"/>
                    <a:pt x="12131" y="12467"/>
                  </a:cubicBezTo>
                  <a:close/>
                  <a:moveTo>
                    <a:pt x="11969" y="12590"/>
                  </a:moveTo>
                  <a:cubicBezTo>
                    <a:pt x="11955" y="12590"/>
                    <a:pt x="11941" y="12594"/>
                    <a:pt x="11930" y="12601"/>
                  </a:cubicBezTo>
                  <a:cubicBezTo>
                    <a:pt x="11909" y="12615"/>
                    <a:pt x="11902" y="12643"/>
                    <a:pt x="11902" y="12664"/>
                  </a:cubicBezTo>
                  <a:cubicBezTo>
                    <a:pt x="11902" y="12678"/>
                    <a:pt x="11902" y="12691"/>
                    <a:pt x="11909" y="12706"/>
                  </a:cubicBezTo>
                  <a:cubicBezTo>
                    <a:pt x="11924" y="12726"/>
                    <a:pt x="11950" y="12732"/>
                    <a:pt x="11972" y="12732"/>
                  </a:cubicBezTo>
                  <a:cubicBezTo>
                    <a:pt x="11985" y="12732"/>
                    <a:pt x="11998" y="12732"/>
                    <a:pt x="12013" y="12726"/>
                  </a:cubicBezTo>
                  <a:cubicBezTo>
                    <a:pt x="12013" y="12719"/>
                    <a:pt x="12020" y="12719"/>
                    <a:pt x="12020" y="12719"/>
                  </a:cubicBezTo>
                  <a:cubicBezTo>
                    <a:pt x="12040" y="12706"/>
                    <a:pt x="12048" y="12684"/>
                    <a:pt x="12048" y="12664"/>
                  </a:cubicBezTo>
                  <a:cubicBezTo>
                    <a:pt x="12048" y="12643"/>
                    <a:pt x="12040" y="12630"/>
                    <a:pt x="12027" y="12615"/>
                  </a:cubicBezTo>
                  <a:cubicBezTo>
                    <a:pt x="12015" y="12599"/>
                    <a:pt x="11992" y="12590"/>
                    <a:pt x="11969" y="12590"/>
                  </a:cubicBezTo>
                  <a:close/>
                  <a:moveTo>
                    <a:pt x="9222" y="12936"/>
                  </a:moveTo>
                  <a:cubicBezTo>
                    <a:pt x="9190" y="12936"/>
                    <a:pt x="9162" y="12954"/>
                    <a:pt x="9152" y="12981"/>
                  </a:cubicBezTo>
                  <a:cubicBezTo>
                    <a:pt x="9152" y="12996"/>
                    <a:pt x="9145" y="13003"/>
                    <a:pt x="9145" y="13009"/>
                  </a:cubicBezTo>
                  <a:cubicBezTo>
                    <a:pt x="9145" y="13038"/>
                    <a:pt x="9165" y="13064"/>
                    <a:pt x="9193" y="13079"/>
                  </a:cubicBezTo>
                  <a:lnTo>
                    <a:pt x="9207" y="13086"/>
                  </a:lnTo>
                  <a:cubicBezTo>
                    <a:pt x="9213" y="13086"/>
                    <a:pt x="9228" y="13092"/>
                    <a:pt x="9235" y="13092"/>
                  </a:cubicBezTo>
                  <a:cubicBezTo>
                    <a:pt x="9261" y="13092"/>
                    <a:pt x="9290" y="13071"/>
                    <a:pt x="9303" y="13044"/>
                  </a:cubicBezTo>
                  <a:lnTo>
                    <a:pt x="9303" y="13016"/>
                  </a:lnTo>
                  <a:cubicBezTo>
                    <a:pt x="9311" y="12988"/>
                    <a:pt x="9290" y="12961"/>
                    <a:pt x="9261" y="12946"/>
                  </a:cubicBezTo>
                  <a:lnTo>
                    <a:pt x="9248" y="12940"/>
                  </a:lnTo>
                  <a:cubicBezTo>
                    <a:pt x="9239" y="12937"/>
                    <a:pt x="9231" y="12936"/>
                    <a:pt x="9222" y="12936"/>
                  </a:cubicBezTo>
                  <a:close/>
                  <a:moveTo>
                    <a:pt x="9415" y="13002"/>
                  </a:moveTo>
                  <a:cubicBezTo>
                    <a:pt x="9378" y="13002"/>
                    <a:pt x="9344" y="13027"/>
                    <a:pt x="9338" y="13064"/>
                  </a:cubicBezTo>
                  <a:lnTo>
                    <a:pt x="9338" y="13079"/>
                  </a:lnTo>
                  <a:cubicBezTo>
                    <a:pt x="9338" y="13106"/>
                    <a:pt x="9359" y="13134"/>
                    <a:pt x="9386" y="13147"/>
                  </a:cubicBezTo>
                  <a:lnTo>
                    <a:pt x="9407" y="13147"/>
                  </a:lnTo>
                  <a:cubicBezTo>
                    <a:pt x="9442" y="13147"/>
                    <a:pt x="9469" y="13134"/>
                    <a:pt x="9477" y="13099"/>
                  </a:cubicBezTo>
                  <a:cubicBezTo>
                    <a:pt x="9484" y="13092"/>
                    <a:pt x="9484" y="13086"/>
                    <a:pt x="9484" y="13079"/>
                  </a:cubicBezTo>
                  <a:cubicBezTo>
                    <a:pt x="9484" y="13051"/>
                    <a:pt x="9469" y="13023"/>
                    <a:pt x="9436" y="13009"/>
                  </a:cubicBezTo>
                  <a:cubicBezTo>
                    <a:pt x="9436" y="13009"/>
                    <a:pt x="9427" y="13009"/>
                    <a:pt x="9427" y="13003"/>
                  </a:cubicBezTo>
                  <a:cubicBezTo>
                    <a:pt x="9423" y="13002"/>
                    <a:pt x="9419" y="13002"/>
                    <a:pt x="9415" y="13002"/>
                  </a:cubicBezTo>
                  <a:close/>
                  <a:moveTo>
                    <a:pt x="16630" y="9705"/>
                  </a:moveTo>
                  <a:cubicBezTo>
                    <a:pt x="16713" y="10611"/>
                    <a:pt x="16595" y="11536"/>
                    <a:pt x="16298" y="12387"/>
                  </a:cubicBezTo>
                  <a:lnTo>
                    <a:pt x="16285" y="12422"/>
                  </a:lnTo>
                  <a:cubicBezTo>
                    <a:pt x="16278" y="12449"/>
                    <a:pt x="16263" y="12484"/>
                    <a:pt x="16250" y="12512"/>
                  </a:cubicBezTo>
                  <a:lnTo>
                    <a:pt x="16222" y="12582"/>
                  </a:lnTo>
                  <a:cubicBezTo>
                    <a:pt x="16215" y="12608"/>
                    <a:pt x="16208" y="12636"/>
                    <a:pt x="16195" y="12656"/>
                  </a:cubicBezTo>
                  <a:lnTo>
                    <a:pt x="16180" y="12684"/>
                  </a:lnTo>
                  <a:cubicBezTo>
                    <a:pt x="15842" y="13520"/>
                    <a:pt x="15309" y="14295"/>
                    <a:pt x="14652" y="14917"/>
                  </a:cubicBezTo>
                  <a:lnTo>
                    <a:pt x="12511" y="12283"/>
                  </a:lnTo>
                  <a:cubicBezTo>
                    <a:pt x="13015" y="11724"/>
                    <a:pt x="13284" y="11006"/>
                    <a:pt x="13277" y="10251"/>
                  </a:cubicBezTo>
                  <a:lnTo>
                    <a:pt x="16630" y="9705"/>
                  </a:lnTo>
                  <a:close/>
                  <a:moveTo>
                    <a:pt x="16702" y="9551"/>
                  </a:moveTo>
                  <a:cubicBezTo>
                    <a:pt x="16696" y="9551"/>
                    <a:pt x="16690" y="9552"/>
                    <a:pt x="16684" y="9554"/>
                  </a:cubicBezTo>
                  <a:lnTo>
                    <a:pt x="13194" y="10113"/>
                  </a:lnTo>
                  <a:cubicBezTo>
                    <a:pt x="13160" y="10120"/>
                    <a:pt x="13133" y="10155"/>
                    <a:pt x="13133" y="10190"/>
                  </a:cubicBezTo>
                  <a:cubicBezTo>
                    <a:pt x="13153" y="10949"/>
                    <a:pt x="12884" y="11676"/>
                    <a:pt x="12358" y="12228"/>
                  </a:cubicBezTo>
                  <a:cubicBezTo>
                    <a:pt x="12330" y="12256"/>
                    <a:pt x="12330" y="12298"/>
                    <a:pt x="12352" y="12324"/>
                  </a:cubicBezTo>
                  <a:lnTo>
                    <a:pt x="14591" y="15070"/>
                  </a:lnTo>
                  <a:cubicBezTo>
                    <a:pt x="14598" y="15083"/>
                    <a:pt x="14619" y="15096"/>
                    <a:pt x="14639" y="15096"/>
                  </a:cubicBezTo>
                  <a:lnTo>
                    <a:pt x="14646" y="15096"/>
                  </a:lnTo>
                  <a:cubicBezTo>
                    <a:pt x="14661" y="15096"/>
                    <a:pt x="14681" y="15090"/>
                    <a:pt x="14694" y="15076"/>
                  </a:cubicBezTo>
                  <a:cubicBezTo>
                    <a:pt x="15392" y="14426"/>
                    <a:pt x="15960" y="13625"/>
                    <a:pt x="16320" y="12739"/>
                  </a:cubicBezTo>
                  <a:lnTo>
                    <a:pt x="16333" y="12713"/>
                  </a:lnTo>
                  <a:cubicBezTo>
                    <a:pt x="16339" y="12684"/>
                    <a:pt x="16353" y="12656"/>
                    <a:pt x="16361" y="12630"/>
                  </a:cubicBezTo>
                  <a:lnTo>
                    <a:pt x="16388" y="12567"/>
                  </a:lnTo>
                  <a:cubicBezTo>
                    <a:pt x="16402" y="12532"/>
                    <a:pt x="16409" y="12505"/>
                    <a:pt x="16422" y="12470"/>
                  </a:cubicBezTo>
                  <a:lnTo>
                    <a:pt x="16436" y="12436"/>
                  </a:lnTo>
                  <a:cubicBezTo>
                    <a:pt x="16747" y="11536"/>
                    <a:pt x="16865" y="10563"/>
                    <a:pt x="16767" y="9616"/>
                  </a:cubicBezTo>
                  <a:cubicBezTo>
                    <a:pt x="16767" y="9596"/>
                    <a:pt x="16761" y="9581"/>
                    <a:pt x="16741" y="9568"/>
                  </a:cubicBezTo>
                  <a:cubicBezTo>
                    <a:pt x="16730" y="9558"/>
                    <a:pt x="16717" y="9551"/>
                    <a:pt x="16702" y="9551"/>
                  </a:cubicBezTo>
                  <a:close/>
                  <a:moveTo>
                    <a:pt x="7410" y="11198"/>
                  </a:moveTo>
                  <a:cubicBezTo>
                    <a:pt x="7638" y="11918"/>
                    <a:pt x="8129" y="12512"/>
                    <a:pt x="8785" y="12885"/>
                  </a:cubicBezTo>
                  <a:lnTo>
                    <a:pt x="7576" y="16057"/>
                  </a:lnTo>
                  <a:cubicBezTo>
                    <a:pt x="6753" y="15677"/>
                    <a:pt x="6014" y="15111"/>
                    <a:pt x="5426" y="14426"/>
                  </a:cubicBezTo>
                  <a:lnTo>
                    <a:pt x="5405" y="14406"/>
                  </a:lnTo>
                  <a:cubicBezTo>
                    <a:pt x="5378" y="14378"/>
                    <a:pt x="5357" y="14350"/>
                    <a:pt x="5337" y="14323"/>
                  </a:cubicBezTo>
                  <a:lnTo>
                    <a:pt x="5295" y="14267"/>
                  </a:lnTo>
                  <a:cubicBezTo>
                    <a:pt x="5274" y="14247"/>
                    <a:pt x="5261" y="14225"/>
                    <a:pt x="5239" y="14205"/>
                  </a:cubicBezTo>
                  <a:lnTo>
                    <a:pt x="5219" y="14177"/>
                  </a:lnTo>
                  <a:cubicBezTo>
                    <a:pt x="4673" y="13466"/>
                    <a:pt x="4265" y="12623"/>
                    <a:pt x="4058" y="11737"/>
                  </a:cubicBezTo>
                  <a:lnTo>
                    <a:pt x="7410" y="11198"/>
                  </a:lnTo>
                  <a:close/>
                  <a:moveTo>
                    <a:pt x="7467" y="11045"/>
                  </a:moveTo>
                  <a:cubicBezTo>
                    <a:pt x="7462" y="11045"/>
                    <a:pt x="7457" y="11046"/>
                    <a:pt x="7452" y="11047"/>
                  </a:cubicBezTo>
                  <a:lnTo>
                    <a:pt x="3962" y="11606"/>
                  </a:lnTo>
                  <a:cubicBezTo>
                    <a:pt x="3940" y="11613"/>
                    <a:pt x="3920" y="11619"/>
                    <a:pt x="3905" y="11641"/>
                  </a:cubicBezTo>
                  <a:cubicBezTo>
                    <a:pt x="3899" y="11654"/>
                    <a:pt x="3892" y="11676"/>
                    <a:pt x="3899" y="11696"/>
                  </a:cubicBezTo>
                  <a:cubicBezTo>
                    <a:pt x="4106" y="12623"/>
                    <a:pt x="4527" y="13514"/>
                    <a:pt x="5108" y="14267"/>
                  </a:cubicBezTo>
                  <a:lnTo>
                    <a:pt x="5130" y="14295"/>
                  </a:lnTo>
                  <a:cubicBezTo>
                    <a:pt x="5143" y="14315"/>
                    <a:pt x="5164" y="14343"/>
                    <a:pt x="5184" y="14365"/>
                  </a:cubicBezTo>
                  <a:lnTo>
                    <a:pt x="5226" y="14419"/>
                  </a:lnTo>
                  <a:cubicBezTo>
                    <a:pt x="5247" y="14439"/>
                    <a:pt x="5267" y="14468"/>
                    <a:pt x="5295" y="14496"/>
                  </a:cubicBezTo>
                  <a:lnTo>
                    <a:pt x="5315" y="14522"/>
                  </a:lnTo>
                  <a:cubicBezTo>
                    <a:pt x="5931" y="15242"/>
                    <a:pt x="6719" y="15829"/>
                    <a:pt x="7589" y="16223"/>
                  </a:cubicBezTo>
                  <a:cubicBezTo>
                    <a:pt x="7596" y="16231"/>
                    <a:pt x="7611" y="16231"/>
                    <a:pt x="7618" y="16231"/>
                  </a:cubicBezTo>
                  <a:cubicBezTo>
                    <a:pt x="7624" y="16231"/>
                    <a:pt x="7638" y="16231"/>
                    <a:pt x="7644" y="16223"/>
                  </a:cubicBezTo>
                  <a:cubicBezTo>
                    <a:pt x="7666" y="16216"/>
                    <a:pt x="7679" y="16203"/>
                    <a:pt x="7686" y="16181"/>
                  </a:cubicBezTo>
                  <a:lnTo>
                    <a:pt x="8945" y="12878"/>
                  </a:lnTo>
                  <a:cubicBezTo>
                    <a:pt x="8951" y="12850"/>
                    <a:pt x="8951" y="12822"/>
                    <a:pt x="8923" y="12802"/>
                  </a:cubicBezTo>
                  <a:cubicBezTo>
                    <a:pt x="8923" y="12795"/>
                    <a:pt x="8916" y="12789"/>
                    <a:pt x="8910" y="12789"/>
                  </a:cubicBezTo>
                  <a:cubicBezTo>
                    <a:pt x="8240" y="12422"/>
                    <a:pt x="7749" y="11820"/>
                    <a:pt x="7528" y="11095"/>
                  </a:cubicBezTo>
                  <a:cubicBezTo>
                    <a:pt x="7521" y="11065"/>
                    <a:pt x="7496" y="11045"/>
                    <a:pt x="7467" y="11045"/>
                  </a:cubicBezTo>
                  <a:close/>
                  <a:moveTo>
                    <a:pt x="11791" y="12864"/>
                  </a:moveTo>
                  <a:lnTo>
                    <a:pt x="13941" y="15498"/>
                  </a:lnTo>
                  <a:cubicBezTo>
                    <a:pt x="13194" y="16015"/>
                    <a:pt x="12338" y="16382"/>
                    <a:pt x="11446" y="16548"/>
                  </a:cubicBezTo>
                  <a:lnTo>
                    <a:pt x="11418" y="16554"/>
                  </a:lnTo>
                  <a:cubicBezTo>
                    <a:pt x="11385" y="16563"/>
                    <a:pt x="11350" y="16563"/>
                    <a:pt x="11315" y="16569"/>
                  </a:cubicBezTo>
                  <a:lnTo>
                    <a:pt x="11245" y="16582"/>
                  </a:lnTo>
                  <a:cubicBezTo>
                    <a:pt x="11219" y="16582"/>
                    <a:pt x="11191" y="16589"/>
                    <a:pt x="11162" y="16596"/>
                  </a:cubicBezTo>
                  <a:lnTo>
                    <a:pt x="11136" y="16596"/>
                  </a:lnTo>
                  <a:cubicBezTo>
                    <a:pt x="10851" y="16635"/>
                    <a:pt x="10563" y="16655"/>
                    <a:pt x="10275" y="16655"/>
                  </a:cubicBezTo>
                  <a:cubicBezTo>
                    <a:pt x="9653" y="16655"/>
                    <a:pt x="9030" y="16564"/>
                    <a:pt x="8440" y="16388"/>
                  </a:cubicBezTo>
                  <a:lnTo>
                    <a:pt x="9643" y="13210"/>
                  </a:lnTo>
                  <a:cubicBezTo>
                    <a:pt x="9846" y="13256"/>
                    <a:pt x="10052" y="13279"/>
                    <a:pt x="10259" y="13279"/>
                  </a:cubicBezTo>
                  <a:cubicBezTo>
                    <a:pt x="10424" y="13279"/>
                    <a:pt x="10589" y="13265"/>
                    <a:pt x="10754" y="13237"/>
                  </a:cubicBezTo>
                  <a:cubicBezTo>
                    <a:pt x="11121" y="13182"/>
                    <a:pt x="11474" y="13058"/>
                    <a:pt x="11791" y="12864"/>
                  </a:cubicBezTo>
                  <a:close/>
                  <a:moveTo>
                    <a:pt x="11815" y="12700"/>
                  </a:moveTo>
                  <a:cubicBezTo>
                    <a:pt x="11800" y="12700"/>
                    <a:pt x="11785" y="12704"/>
                    <a:pt x="11771" y="12713"/>
                  </a:cubicBezTo>
                  <a:cubicBezTo>
                    <a:pt x="11453" y="12905"/>
                    <a:pt x="11101" y="13038"/>
                    <a:pt x="10728" y="13099"/>
                  </a:cubicBezTo>
                  <a:cubicBezTo>
                    <a:pt x="10578" y="13121"/>
                    <a:pt x="10429" y="13132"/>
                    <a:pt x="10280" y="13132"/>
                  </a:cubicBezTo>
                  <a:cubicBezTo>
                    <a:pt x="10057" y="13132"/>
                    <a:pt x="9835" y="13107"/>
                    <a:pt x="9615" y="13058"/>
                  </a:cubicBezTo>
                  <a:cubicBezTo>
                    <a:pt x="9610" y="13057"/>
                    <a:pt x="9606" y="13056"/>
                    <a:pt x="9601" y="13056"/>
                  </a:cubicBezTo>
                  <a:cubicBezTo>
                    <a:pt x="9570" y="13056"/>
                    <a:pt x="9538" y="13075"/>
                    <a:pt x="9532" y="13106"/>
                  </a:cubicBezTo>
                  <a:lnTo>
                    <a:pt x="8275" y="16410"/>
                  </a:lnTo>
                  <a:cubicBezTo>
                    <a:pt x="8266" y="16423"/>
                    <a:pt x="8266" y="16445"/>
                    <a:pt x="8275" y="16465"/>
                  </a:cubicBezTo>
                  <a:cubicBezTo>
                    <a:pt x="8288" y="16486"/>
                    <a:pt x="8301" y="16500"/>
                    <a:pt x="8323" y="16500"/>
                  </a:cubicBezTo>
                  <a:cubicBezTo>
                    <a:pt x="8951" y="16700"/>
                    <a:pt x="9621" y="16796"/>
                    <a:pt x="10285" y="16796"/>
                  </a:cubicBezTo>
                  <a:cubicBezTo>
                    <a:pt x="10575" y="16796"/>
                    <a:pt x="10866" y="16783"/>
                    <a:pt x="11149" y="16742"/>
                  </a:cubicBezTo>
                  <a:lnTo>
                    <a:pt x="11184" y="16735"/>
                  </a:lnTo>
                  <a:cubicBezTo>
                    <a:pt x="11211" y="16735"/>
                    <a:pt x="11245" y="16728"/>
                    <a:pt x="11274" y="16720"/>
                  </a:cubicBezTo>
                  <a:lnTo>
                    <a:pt x="11335" y="16713"/>
                  </a:lnTo>
                  <a:cubicBezTo>
                    <a:pt x="11370" y="16707"/>
                    <a:pt x="11411" y="16700"/>
                    <a:pt x="11446" y="16694"/>
                  </a:cubicBezTo>
                  <a:lnTo>
                    <a:pt x="11474" y="16694"/>
                  </a:lnTo>
                  <a:cubicBezTo>
                    <a:pt x="12406" y="16513"/>
                    <a:pt x="13312" y="16126"/>
                    <a:pt x="14087" y="15574"/>
                  </a:cubicBezTo>
                  <a:cubicBezTo>
                    <a:pt x="14100" y="15559"/>
                    <a:pt x="14113" y="15539"/>
                    <a:pt x="14113" y="15518"/>
                  </a:cubicBezTo>
                  <a:cubicBezTo>
                    <a:pt x="14122" y="15504"/>
                    <a:pt x="14113" y="15484"/>
                    <a:pt x="14100" y="15463"/>
                  </a:cubicBezTo>
                  <a:lnTo>
                    <a:pt x="11867" y="12726"/>
                  </a:lnTo>
                  <a:cubicBezTo>
                    <a:pt x="11855" y="12709"/>
                    <a:pt x="11836" y="12700"/>
                    <a:pt x="11815" y="12700"/>
                  </a:cubicBezTo>
                  <a:close/>
                  <a:moveTo>
                    <a:pt x="9401" y="154"/>
                  </a:moveTo>
                  <a:lnTo>
                    <a:pt x="10161" y="2380"/>
                  </a:lnTo>
                  <a:cubicBezTo>
                    <a:pt x="10167" y="2407"/>
                    <a:pt x="10195" y="2428"/>
                    <a:pt x="10230" y="2428"/>
                  </a:cubicBezTo>
                  <a:cubicBezTo>
                    <a:pt x="10416" y="2428"/>
                    <a:pt x="10610" y="2435"/>
                    <a:pt x="10796" y="2448"/>
                  </a:cubicBezTo>
                  <a:lnTo>
                    <a:pt x="10824" y="2448"/>
                  </a:lnTo>
                  <a:cubicBezTo>
                    <a:pt x="10872" y="2455"/>
                    <a:pt x="10929" y="2455"/>
                    <a:pt x="10977" y="2463"/>
                  </a:cubicBezTo>
                  <a:cubicBezTo>
                    <a:pt x="10997" y="2463"/>
                    <a:pt x="11018" y="2470"/>
                    <a:pt x="11045" y="2470"/>
                  </a:cubicBezTo>
                  <a:lnTo>
                    <a:pt x="11094" y="2476"/>
                  </a:lnTo>
                  <a:cubicBezTo>
                    <a:pt x="11114" y="2476"/>
                    <a:pt x="11136" y="2476"/>
                    <a:pt x="11156" y="2483"/>
                  </a:cubicBezTo>
                  <a:cubicBezTo>
                    <a:pt x="11211" y="2483"/>
                    <a:pt x="11260" y="2490"/>
                    <a:pt x="11308" y="2496"/>
                  </a:cubicBezTo>
                  <a:lnTo>
                    <a:pt x="11335" y="2505"/>
                  </a:lnTo>
                  <a:cubicBezTo>
                    <a:pt x="11426" y="2518"/>
                    <a:pt x="11501" y="2524"/>
                    <a:pt x="11570" y="2538"/>
                  </a:cubicBezTo>
                  <a:cubicBezTo>
                    <a:pt x="11675" y="2553"/>
                    <a:pt x="11778" y="2573"/>
                    <a:pt x="11896" y="2601"/>
                  </a:cubicBezTo>
                  <a:cubicBezTo>
                    <a:pt x="11902" y="2602"/>
                    <a:pt x="11907" y="2602"/>
                    <a:pt x="11913" y="2602"/>
                  </a:cubicBezTo>
                  <a:cubicBezTo>
                    <a:pt x="11939" y="2602"/>
                    <a:pt x="11960" y="2589"/>
                    <a:pt x="11972" y="2566"/>
                  </a:cubicBezTo>
                  <a:lnTo>
                    <a:pt x="13168" y="541"/>
                  </a:lnTo>
                  <a:lnTo>
                    <a:pt x="14578" y="1080"/>
                  </a:lnTo>
                  <a:lnTo>
                    <a:pt x="14122" y="3382"/>
                  </a:lnTo>
                  <a:cubicBezTo>
                    <a:pt x="14113" y="3417"/>
                    <a:pt x="14128" y="3443"/>
                    <a:pt x="14155" y="3458"/>
                  </a:cubicBezTo>
                  <a:cubicBezTo>
                    <a:pt x="14321" y="3555"/>
                    <a:pt x="14480" y="3651"/>
                    <a:pt x="14639" y="3755"/>
                  </a:cubicBezTo>
                  <a:lnTo>
                    <a:pt x="14661" y="3775"/>
                  </a:lnTo>
                  <a:cubicBezTo>
                    <a:pt x="14702" y="3803"/>
                    <a:pt x="14744" y="3832"/>
                    <a:pt x="14785" y="3858"/>
                  </a:cubicBezTo>
                  <a:cubicBezTo>
                    <a:pt x="14805" y="3873"/>
                    <a:pt x="14827" y="3886"/>
                    <a:pt x="14840" y="3900"/>
                  </a:cubicBezTo>
                  <a:lnTo>
                    <a:pt x="14881" y="3928"/>
                  </a:lnTo>
                  <a:cubicBezTo>
                    <a:pt x="14895" y="3941"/>
                    <a:pt x="14916" y="3956"/>
                    <a:pt x="14936" y="3969"/>
                  </a:cubicBezTo>
                  <a:cubicBezTo>
                    <a:pt x="14978" y="3997"/>
                    <a:pt x="15012" y="4031"/>
                    <a:pt x="15054" y="4059"/>
                  </a:cubicBezTo>
                  <a:lnTo>
                    <a:pt x="15082" y="4080"/>
                  </a:lnTo>
                  <a:cubicBezTo>
                    <a:pt x="15226" y="4190"/>
                    <a:pt x="15372" y="4314"/>
                    <a:pt x="15510" y="4439"/>
                  </a:cubicBezTo>
                  <a:cubicBezTo>
                    <a:pt x="15526" y="4451"/>
                    <a:pt x="15545" y="4459"/>
                    <a:pt x="15562" y="4459"/>
                  </a:cubicBezTo>
                  <a:cubicBezTo>
                    <a:pt x="15576" y="4459"/>
                    <a:pt x="15588" y="4454"/>
                    <a:pt x="15600" y="4445"/>
                  </a:cubicBezTo>
                  <a:lnTo>
                    <a:pt x="17647" y="3292"/>
                  </a:lnTo>
                  <a:lnTo>
                    <a:pt x="18592" y="4460"/>
                  </a:lnTo>
                  <a:lnTo>
                    <a:pt x="17044" y="6228"/>
                  </a:lnTo>
                  <a:cubicBezTo>
                    <a:pt x="17024" y="6250"/>
                    <a:pt x="17024" y="6285"/>
                    <a:pt x="17038" y="6311"/>
                  </a:cubicBezTo>
                  <a:cubicBezTo>
                    <a:pt x="17127" y="6471"/>
                    <a:pt x="17217" y="6623"/>
                    <a:pt x="17287" y="6776"/>
                  </a:cubicBezTo>
                  <a:cubicBezTo>
                    <a:pt x="17293" y="6782"/>
                    <a:pt x="17293" y="6789"/>
                    <a:pt x="17300" y="6796"/>
                  </a:cubicBezTo>
                  <a:lnTo>
                    <a:pt x="17321" y="6837"/>
                  </a:lnTo>
                  <a:cubicBezTo>
                    <a:pt x="17341" y="6885"/>
                    <a:pt x="17363" y="6927"/>
                    <a:pt x="17383" y="6975"/>
                  </a:cubicBezTo>
                  <a:cubicBezTo>
                    <a:pt x="17398" y="6996"/>
                    <a:pt x="17404" y="7016"/>
                    <a:pt x="17418" y="7038"/>
                  </a:cubicBezTo>
                  <a:lnTo>
                    <a:pt x="17431" y="7079"/>
                  </a:lnTo>
                  <a:cubicBezTo>
                    <a:pt x="17439" y="7099"/>
                    <a:pt x="17452" y="7121"/>
                    <a:pt x="17459" y="7141"/>
                  </a:cubicBezTo>
                  <a:cubicBezTo>
                    <a:pt x="17481" y="7191"/>
                    <a:pt x="17501" y="7239"/>
                    <a:pt x="17522" y="7287"/>
                  </a:cubicBezTo>
                  <a:lnTo>
                    <a:pt x="17529" y="7307"/>
                  </a:lnTo>
                  <a:cubicBezTo>
                    <a:pt x="17605" y="7481"/>
                    <a:pt x="17666" y="7660"/>
                    <a:pt x="17729" y="7839"/>
                  </a:cubicBezTo>
                  <a:cubicBezTo>
                    <a:pt x="17736" y="7874"/>
                    <a:pt x="17763" y="7887"/>
                    <a:pt x="17791" y="7896"/>
                  </a:cubicBezTo>
                  <a:lnTo>
                    <a:pt x="20141" y="7915"/>
                  </a:lnTo>
                  <a:lnTo>
                    <a:pt x="20383" y="9402"/>
                  </a:lnTo>
                  <a:lnTo>
                    <a:pt x="18157" y="10155"/>
                  </a:lnTo>
                  <a:cubicBezTo>
                    <a:pt x="18129" y="10168"/>
                    <a:pt x="18109" y="10196"/>
                    <a:pt x="18109" y="10224"/>
                  </a:cubicBezTo>
                  <a:cubicBezTo>
                    <a:pt x="18109" y="10404"/>
                    <a:pt x="18109" y="10583"/>
                    <a:pt x="18094" y="10749"/>
                  </a:cubicBezTo>
                  <a:lnTo>
                    <a:pt x="18094" y="10777"/>
                  </a:lnTo>
                  <a:lnTo>
                    <a:pt x="18088" y="10818"/>
                  </a:lnTo>
                  <a:cubicBezTo>
                    <a:pt x="18088" y="10873"/>
                    <a:pt x="18081" y="10923"/>
                    <a:pt x="18081" y="10977"/>
                  </a:cubicBezTo>
                  <a:cubicBezTo>
                    <a:pt x="18074" y="10997"/>
                    <a:pt x="18074" y="11019"/>
                    <a:pt x="18074" y="11047"/>
                  </a:cubicBezTo>
                  <a:lnTo>
                    <a:pt x="18068" y="11089"/>
                  </a:lnTo>
                  <a:cubicBezTo>
                    <a:pt x="18068" y="11109"/>
                    <a:pt x="18061" y="11130"/>
                    <a:pt x="18061" y="11157"/>
                  </a:cubicBezTo>
                  <a:cubicBezTo>
                    <a:pt x="18053" y="11205"/>
                    <a:pt x="18046" y="11261"/>
                    <a:pt x="18040" y="11309"/>
                  </a:cubicBezTo>
                  <a:lnTo>
                    <a:pt x="18040" y="11337"/>
                  </a:lnTo>
                  <a:cubicBezTo>
                    <a:pt x="18011" y="11523"/>
                    <a:pt x="17978" y="11711"/>
                    <a:pt x="17943" y="11896"/>
                  </a:cubicBezTo>
                  <a:cubicBezTo>
                    <a:pt x="17937" y="11925"/>
                    <a:pt x="17950" y="11951"/>
                    <a:pt x="17978" y="11973"/>
                  </a:cubicBezTo>
                  <a:lnTo>
                    <a:pt x="20002" y="13162"/>
                  </a:lnTo>
                  <a:lnTo>
                    <a:pt x="19463" y="14572"/>
                  </a:lnTo>
                  <a:lnTo>
                    <a:pt x="17162" y="14116"/>
                  </a:lnTo>
                  <a:cubicBezTo>
                    <a:pt x="17156" y="14114"/>
                    <a:pt x="17149" y="14114"/>
                    <a:pt x="17143" y="14114"/>
                  </a:cubicBezTo>
                  <a:cubicBezTo>
                    <a:pt x="17117" y="14114"/>
                    <a:pt x="17095" y="14127"/>
                    <a:pt x="17079" y="14149"/>
                  </a:cubicBezTo>
                  <a:cubicBezTo>
                    <a:pt x="16990" y="14315"/>
                    <a:pt x="16885" y="14481"/>
                    <a:pt x="16782" y="14633"/>
                  </a:cubicBezTo>
                  <a:lnTo>
                    <a:pt x="16754" y="14675"/>
                  </a:lnTo>
                  <a:cubicBezTo>
                    <a:pt x="16734" y="14703"/>
                    <a:pt x="16719" y="14730"/>
                    <a:pt x="16699" y="14758"/>
                  </a:cubicBezTo>
                  <a:lnTo>
                    <a:pt x="16678" y="14786"/>
                  </a:lnTo>
                  <a:cubicBezTo>
                    <a:pt x="16665" y="14799"/>
                    <a:pt x="16651" y="14821"/>
                    <a:pt x="16636" y="14841"/>
                  </a:cubicBezTo>
                  <a:lnTo>
                    <a:pt x="16610" y="14876"/>
                  </a:lnTo>
                  <a:cubicBezTo>
                    <a:pt x="16601" y="14895"/>
                    <a:pt x="16588" y="14910"/>
                    <a:pt x="16575" y="14930"/>
                  </a:cubicBezTo>
                  <a:cubicBezTo>
                    <a:pt x="16547" y="14972"/>
                    <a:pt x="16512" y="15013"/>
                    <a:pt x="16477" y="15055"/>
                  </a:cubicBezTo>
                  <a:lnTo>
                    <a:pt x="16464" y="15070"/>
                  </a:lnTo>
                  <a:lnTo>
                    <a:pt x="16464" y="15076"/>
                  </a:lnTo>
                  <a:cubicBezTo>
                    <a:pt x="16346" y="15221"/>
                    <a:pt x="16228" y="15373"/>
                    <a:pt x="16104" y="15511"/>
                  </a:cubicBezTo>
                  <a:cubicBezTo>
                    <a:pt x="16084" y="15532"/>
                    <a:pt x="16077" y="15567"/>
                    <a:pt x="16091" y="15594"/>
                  </a:cubicBezTo>
                  <a:lnTo>
                    <a:pt x="17252" y="17641"/>
                  </a:lnTo>
                  <a:lnTo>
                    <a:pt x="16084" y="18595"/>
                  </a:lnTo>
                  <a:lnTo>
                    <a:pt x="14314" y="17045"/>
                  </a:lnTo>
                  <a:cubicBezTo>
                    <a:pt x="14299" y="17034"/>
                    <a:pt x="14280" y="17027"/>
                    <a:pt x="14262" y="17027"/>
                  </a:cubicBezTo>
                  <a:cubicBezTo>
                    <a:pt x="14249" y="17027"/>
                    <a:pt x="14236" y="17030"/>
                    <a:pt x="14224" y="17039"/>
                  </a:cubicBezTo>
                  <a:cubicBezTo>
                    <a:pt x="14065" y="17128"/>
                    <a:pt x="13899" y="17226"/>
                    <a:pt x="13727" y="17309"/>
                  </a:cubicBezTo>
                  <a:lnTo>
                    <a:pt x="13707" y="17316"/>
                  </a:lnTo>
                  <a:cubicBezTo>
                    <a:pt x="13657" y="17336"/>
                    <a:pt x="13609" y="17364"/>
                    <a:pt x="13561" y="17384"/>
                  </a:cubicBezTo>
                  <a:cubicBezTo>
                    <a:pt x="13548" y="17392"/>
                    <a:pt x="13526" y="17399"/>
                    <a:pt x="13506" y="17412"/>
                  </a:cubicBezTo>
                  <a:lnTo>
                    <a:pt x="13465" y="17433"/>
                  </a:lnTo>
                  <a:cubicBezTo>
                    <a:pt x="13443" y="17440"/>
                    <a:pt x="13423" y="17447"/>
                    <a:pt x="13402" y="17460"/>
                  </a:cubicBezTo>
                  <a:lnTo>
                    <a:pt x="13388" y="17460"/>
                  </a:lnTo>
                  <a:cubicBezTo>
                    <a:pt x="13382" y="17467"/>
                    <a:pt x="13375" y="17467"/>
                    <a:pt x="13375" y="17467"/>
                  </a:cubicBezTo>
                  <a:cubicBezTo>
                    <a:pt x="13340" y="17482"/>
                    <a:pt x="13312" y="17495"/>
                    <a:pt x="13277" y="17508"/>
                  </a:cubicBezTo>
                  <a:lnTo>
                    <a:pt x="13229" y="17530"/>
                  </a:lnTo>
                  <a:cubicBezTo>
                    <a:pt x="13057" y="17599"/>
                    <a:pt x="12878" y="17661"/>
                    <a:pt x="12697" y="17724"/>
                  </a:cubicBezTo>
                  <a:cubicBezTo>
                    <a:pt x="12670" y="17730"/>
                    <a:pt x="12649" y="17757"/>
                    <a:pt x="12649" y="17792"/>
                  </a:cubicBezTo>
                  <a:lnTo>
                    <a:pt x="12629" y="20142"/>
                  </a:lnTo>
                  <a:lnTo>
                    <a:pt x="11143" y="20384"/>
                  </a:lnTo>
                  <a:lnTo>
                    <a:pt x="10381" y="18158"/>
                  </a:lnTo>
                  <a:cubicBezTo>
                    <a:pt x="10375" y="18130"/>
                    <a:pt x="10348" y="18110"/>
                    <a:pt x="10313" y="18110"/>
                  </a:cubicBezTo>
                  <a:cubicBezTo>
                    <a:pt x="10126" y="18110"/>
                    <a:pt x="9933" y="18104"/>
                    <a:pt x="9746" y="18089"/>
                  </a:cubicBezTo>
                  <a:lnTo>
                    <a:pt x="9718" y="18089"/>
                  </a:lnTo>
                  <a:cubicBezTo>
                    <a:pt x="9670" y="18082"/>
                    <a:pt x="9615" y="18082"/>
                    <a:pt x="9567" y="18075"/>
                  </a:cubicBezTo>
                  <a:cubicBezTo>
                    <a:pt x="9545" y="18075"/>
                    <a:pt x="9519" y="18069"/>
                    <a:pt x="9497" y="18069"/>
                  </a:cubicBezTo>
                  <a:lnTo>
                    <a:pt x="9456" y="18062"/>
                  </a:lnTo>
                  <a:cubicBezTo>
                    <a:pt x="9427" y="18062"/>
                    <a:pt x="9407" y="18062"/>
                    <a:pt x="9386" y="18055"/>
                  </a:cubicBezTo>
                  <a:cubicBezTo>
                    <a:pt x="9331" y="18055"/>
                    <a:pt x="9283" y="18047"/>
                    <a:pt x="9235" y="18041"/>
                  </a:cubicBezTo>
                  <a:lnTo>
                    <a:pt x="9207" y="18034"/>
                  </a:lnTo>
                  <a:cubicBezTo>
                    <a:pt x="9021" y="18014"/>
                    <a:pt x="8834" y="17979"/>
                    <a:pt x="8648" y="17938"/>
                  </a:cubicBezTo>
                  <a:cubicBezTo>
                    <a:pt x="8643" y="17937"/>
                    <a:pt x="8638" y="17936"/>
                    <a:pt x="8633" y="17936"/>
                  </a:cubicBezTo>
                  <a:cubicBezTo>
                    <a:pt x="8608" y="17936"/>
                    <a:pt x="8582" y="17949"/>
                    <a:pt x="8571" y="17972"/>
                  </a:cubicBezTo>
                  <a:lnTo>
                    <a:pt x="7375" y="19996"/>
                  </a:lnTo>
                  <a:lnTo>
                    <a:pt x="5972" y="19465"/>
                  </a:lnTo>
                  <a:lnTo>
                    <a:pt x="6422" y="17156"/>
                  </a:lnTo>
                  <a:cubicBezTo>
                    <a:pt x="6428" y="17128"/>
                    <a:pt x="6415" y="17093"/>
                    <a:pt x="6387" y="17080"/>
                  </a:cubicBezTo>
                  <a:cubicBezTo>
                    <a:pt x="6228" y="16984"/>
                    <a:pt x="6062" y="16886"/>
                    <a:pt x="5911" y="16783"/>
                  </a:cubicBezTo>
                  <a:lnTo>
                    <a:pt x="5883" y="16762"/>
                  </a:lnTo>
                  <a:cubicBezTo>
                    <a:pt x="5841" y="16735"/>
                    <a:pt x="5800" y="16707"/>
                    <a:pt x="5758" y="16679"/>
                  </a:cubicBezTo>
                  <a:cubicBezTo>
                    <a:pt x="5737" y="16665"/>
                    <a:pt x="5723" y="16652"/>
                    <a:pt x="5703" y="16637"/>
                  </a:cubicBezTo>
                  <a:lnTo>
                    <a:pt x="5662" y="16611"/>
                  </a:lnTo>
                  <a:cubicBezTo>
                    <a:pt x="5647" y="16596"/>
                    <a:pt x="5627" y="16582"/>
                    <a:pt x="5612" y="16569"/>
                  </a:cubicBezTo>
                  <a:cubicBezTo>
                    <a:pt x="5571" y="16541"/>
                    <a:pt x="5529" y="16506"/>
                    <a:pt x="5488" y="16480"/>
                  </a:cubicBezTo>
                  <a:lnTo>
                    <a:pt x="5468" y="16465"/>
                  </a:lnTo>
                  <a:cubicBezTo>
                    <a:pt x="5315" y="16347"/>
                    <a:pt x="5171" y="16223"/>
                    <a:pt x="5032" y="16098"/>
                  </a:cubicBezTo>
                  <a:cubicBezTo>
                    <a:pt x="5016" y="16087"/>
                    <a:pt x="5000" y="16079"/>
                    <a:pt x="4984" y="16079"/>
                  </a:cubicBezTo>
                  <a:cubicBezTo>
                    <a:pt x="4972" y="16079"/>
                    <a:pt x="4961" y="16083"/>
                    <a:pt x="4949" y="16091"/>
                  </a:cubicBezTo>
                  <a:lnTo>
                    <a:pt x="2903" y="17246"/>
                  </a:lnTo>
                  <a:lnTo>
                    <a:pt x="1950" y="16078"/>
                  </a:lnTo>
                  <a:lnTo>
                    <a:pt x="3497" y="14308"/>
                  </a:lnTo>
                  <a:cubicBezTo>
                    <a:pt x="3519" y="14288"/>
                    <a:pt x="3519" y="14254"/>
                    <a:pt x="3506" y="14225"/>
                  </a:cubicBezTo>
                  <a:cubicBezTo>
                    <a:pt x="3408" y="14059"/>
                    <a:pt x="3318" y="13894"/>
                    <a:pt x="3235" y="13728"/>
                  </a:cubicBezTo>
                  <a:lnTo>
                    <a:pt x="3222" y="13701"/>
                  </a:lnTo>
                  <a:cubicBezTo>
                    <a:pt x="3200" y="13651"/>
                    <a:pt x="3180" y="13610"/>
                    <a:pt x="3159" y="13562"/>
                  </a:cubicBezTo>
                  <a:cubicBezTo>
                    <a:pt x="3146" y="13542"/>
                    <a:pt x="3139" y="13520"/>
                    <a:pt x="3132" y="13500"/>
                  </a:cubicBezTo>
                  <a:lnTo>
                    <a:pt x="3111" y="13459"/>
                  </a:lnTo>
                  <a:cubicBezTo>
                    <a:pt x="3104" y="13437"/>
                    <a:pt x="3091" y="13418"/>
                    <a:pt x="3083" y="13396"/>
                  </a:cubicBezTo>
                  <a:cubicBezTo>
                    <a:pt x="3063" y="13348"/>
                    <a:pt x="3041" y="13300"/>
                    <a:pt x="3021" y="13252"/>
                  </a:cubicBezTo>
                  <a:lnTo>
                    <a:pt x="3015" y="13230"/>
                  </a:lnTo>
                  <a:cubicBezTo>
                    <a:pt x="2945" y="13058"/>
                    <a:pt x="2875" y="12878"/>
                    <a:pt x="2821" y="12698"/>
                  </a:cubicBezTo>
                  <a:cubicBezTo>
                    <a:pt x="2807" y="12671"/>
                    <a:pt x="2779" y="12650"/>
                    <a:pt x="2751" y="12650"/>
                  </a:cubicBezTo>
                  <a:lnTo>
                    <a:pt x="402" y="12630"/>
                  </a:lnTo>
                  <a:lnTo>
                    <a:pt x="160" y="11137"/>
                  </a:lnTo>
                  <a:lnTo>
                    <a:pt x="2386" y="10384"/>
                  </a:lnTo>
                  <a:cubicBezTo>
                    <a:pt x="2412" y="10369"/>
                    <a:pt x="2434" y="10342"/>
                    <a:pt x="2434" y="10314"/>
                  </a:cubicBezTo>
                  <a:cubicBezTo>
                    <a:pt x="2434" y="10120"/>
                    <a:pt x="2441" y="9934"/>
                    <a:pt x="2447" y="9747"/>
                  </a:cubicBezTo>
                  <a:lnTo>
                    <a:pt x="2454" y="9720"/>
                  </a:lnTo>
                  <a:cubicBezTo>
                    <a:pt x="2454" y="9664"/>
                    <a:pt x="2461" y="9616"/>
                    <a:pt x="2469" y="9561"/>
                  </a:cubicBezTo>
                  <a:lnTo>
                    <a:pt x="2469" y="9546"/>
                  </a:lnTo>
                  <a:lnTo>
                    <a:pt x="2469" y="9505"/>
                  </a:lnTo>
                  <a:lnTo>
                    <a:pt x="2475" y="9450"/>
                  </a:lnTo>
                  <a:cubicBezTo>
                    <a:pt x="2482" y="9430"/>
                    <a:pt x="2482" y="9402"/>
                    <a:pt x="2482" y="9380"/>
                  </a:cubicBezTo>
                  <a:cubicBezTo>
                    <a:pt x="2489" y="9332"/>
                    <a:pt x="2495" y="9284"/>
                    <a:pt x="2502" y="9229"/>
                  </a:cubicBezTo>
                  <a:lnTo>
                    <a:pt x="2502" y="9201"/>
                  </a:lnTo>
                  <a:cubicBezTo>
                    <a:pt x="2530" y="9015"/>
                    <a:pt x="2565" y="8828"/>
                    <a:pt x="2607" y="8649"/>
                  </a:cubicBezTo>
                  <a:cubicBezTo>
                    <a:pt x="2607" y="8614"/>
                    <a:pt x="2593" y="8586"/>
                    <a:pt x="2572" y="8566"/>
                  </a:cubicBezTo>
                  <a:lnTo>
                    <a:pt x="546" y="7376"/>
                  </a:lnTo>
                  <a:lnTo>
                    <a:pt x="1079" y="5966"/>
                  </a:lnTo>
                  <a:lnTo>
                    <a:pt x="3388" y="6423"/>
                  </a:lnTo>
                  <a:cubicBezTo>
                    <a:pt x="3392" y="6424"/>
                    <a:pt x="3397" y="6424"/>
                    <a:pt x="3402" y="6424"/>
                  </a:cubicBezTo>
                  <a:cubicBezTo>
                    <a:pt x="3426" y="6424"/>
                    <a:pt x="3452" y="6411"/>
                    <a:pt x="3464" y="6388"/>
                  </a:cubicBezTo>
                  <a:cubicBezTo>
                    <a:pt x="3554" y="6222"/>
                    <a:pt x="3657" y="6063"/>
                    <a:pt x="3761" y="5905"/>
                  </a:cubicBezTo>
                  <a:lnTo>
                    <a:pt x="3788" y="5864"/>
                  </a:lnTo>
                  <a:cubicBezTo>
                    <a:pt x="3809" y="5835"/>
                    <a:pt x="3822" y="5807"/>
                    <a:pt x="3844" y="5781"/>
                  </a:cubicBezTo>
                  <a:cubicBezTo>
                    <a:pt x="3851" y="5772"/>
                    <a:pt x="3851" y="5772"/>
                    <a:pt x="3857" y="5766"/>
                  </a:cubicBezTo>
                  <a:lnTo>
                    <a:pt x="3864" y="5752"/>
                  </a:lnTo>
                  <a:cubicBezTo>
                    <a:pt x="3879" y="5739"/>
                    <a:pt x="3892" y="5718"/>
                    <a:pt x="3905" y="5698"/>
                  </a:cubicBezTo>
                  <a:lnTo>
                    <a:pt x="3934" y="5663"/>
                  </a:lnTo>
                  <a:cubicBezTo>
                    <a:pt x="3940" y="5641"/>
                    <a:pt x="3953" y="5628"/>
                    <a:pt x="3968" y="5606"/>
                  </a:cubicBezTo>
                  <a:cubicBezTo>
                    <a:pt x="4003" y="5565"/>
                    <a:pt x="4030" y="5523"/>
                    <a:pt x="4065" y="5482"/>
                  </a:cubicBezTo>
                  <a:lnTo>
                    <a:pt x="4078" y="5469"/>
                  </a:lnTo>
                  <a:lnTo>
                    <a:pt x="4078" y="5462"/>
                  </a:lnTo>
                  <a:cubicBezTo>
                    <a:pt x="4196" y="5316"/>
                    <a:pt x="4313" y="5165"/>
                    <a:pt x="4444" y="5026"/>
                  </a:cubicBezTo>
                  <a:cubicBezTo>
                    <a:pt x="4466" y="5006"/>
                    <a:pt x="4466" y="4971"/>
                    <a:pt x="4451" y="4943"/>
                  </a:cubicBezTo>
                  <a:lnTo>
                    <a:pt x="3298" y="2898"/>
                  </a:lnTo>
                  <a:lnTo>
                    <a:pt x="4459" y="1944"/>
                  </a:lnTo>
                  <a:lnTo>
                    <a:pt x="6234" y="3491"/>
                  </a:lnTo>
                  <a:cubicBezTo>
                    <a:pt x="6247" y="3504"/>
                    <a:pt x="6264" y="3512"/>
                    <a:pt x="6282" y="3512"/>
                  </a:cubicBezTo>
                  <a:cubicBezTo>
                    <a:pt x="6294" y="3512"/>
                    <a:pt x="6306" y="3508"/>
                    <a:pt x="6317" y="3500"/>
                  </a:cubicBezTo>
                  <a:cubicBezTo>
                    <a:pt x="6476" y="3409"/>
                    <a:pt x="6649" y="3319"/>
                    <a:pt x="6815" y="3236"/>
                  </a:cubicBezTo>
                  <a:lnTo>
                    <a:pt x="6823" y="3229"/>
                  </a:lnTo>
                  <a:lnTo>
                    <a:pt x="6843" y="3223"/>
                  </a:lnTo>
                  <a:cubicBezTo>
                    <a:pt x="6884" y="3201"/>
                    <a:pt x="6933" y="3175"/>
                    <a:pt x="6981" y="3153"/>
                  </a:cubicBezTo>
                  <a:cubicBezTo>
                    <a:pt x="7002" y="3146"/>
                    <a:pt x="7022" y="3140"/>
                    <a:pt x="7044" y="3127"/>
                  </a:cubicBezTo>
                  <a:lnTo>
                    <a:pt x="7079" y="3112"/>
                  </a:lnTo>
                  <a:cubicBezTo>
                    <a:pt x="7098" y="3098"/>
                    <a:pt x="7127" y="3092"/>
                    <a:pt x="7147" y="3077"/>
                  </a:cubicBezTo>
                  <a:lnTo>
                    <a:pt x="7175" y="3070"/>
                  </a:lnTo>
                  <a:cubicBezTo>
                    <a:pt x="7203" y="3057"/>
                    <a:pt x="7230" y="3044"/>
                    <a:pt x="7264" y="3029"/>
                  </a:cubicBezTo>
                  <a:lnTo>
                    <a:pt x="7312" y="3009"/>
                  </a:lnTo>
                  <a:cubicBezTo>
                    <a:pt x="7487" y="2939"/>
                    <a:pt x="7666" y="2878"/>
                    <a:pt x="7845" y="2815"/>
                  </a:cubicBezTo>
                  <a:cubicBezTo>
                    <a:pt x="7873" y="2808"/>
                    <a:pt x="7893" y="2780"/>
                    <a:pt x="7893" y="2745"/>
                  </a:cubicBezTo>
                  <a:lnTo>
                    <a:pt x="7915" y="396"/>
                  </a:lnTo>
                  <a:lnTo>
                    <a:pt x="9401" y="154"/>
                  </a:lnTo>
                  <a:close/>
                  <a:moveTo>
                    <a:pt x="9455" y="0"/>
                  </a:moveTo>
                  <a:cubicBezTo>
                    <a:pt x="9451" y="0"/>
                    <a:pt x="9447" y="1"/>
                    <a:pt x="9442" y="1"/>
                  </a:cubicBezTo>
                  <a:lnTo>
                    <a:pt x="7832" y="265"/>
                  </a:lnTo>
                  <a:cubicBezTo>
                    <a:pt x="7797" y="272"/>
                    <a:pt x="7769" y="298"/>
                    <a:pt x="7769" y="333"/>
                  </a:cubicBezTo>
                  <a:lnTo>
                    <a:pt x="7749" y="2690"/>
                  </a:lnTo>
                  <a:cubicBezTo>
                    <a:pt x="7583" y="2745"/>
                    <a:pt x="7417" y="2808"/>
                    <a:pt x="7258" y="2878"/>
                  </a:cubicBezTo>
                  <a:lnTo>
                    <a:pt x="7210" y="2898"/>
                  </a:lnTo>
                  <a:cubicBezTo>
                    <a:pt x="7175" y="2911"/>
                    <a:pt x="7147" y="2919"/>
                    <a:pt x="7113" y="2932"/>
                  </a:cubicBezTo>
                  <a:cubicBezTo>
                    <a:pt x="7113" y="2939"/>
                    <a:pt x="7105" y="2939"/>
                    <a:pt x="7098" y="2939"/>
                  </a:cubicBezTo>
                  <a:lnTo>
                    <a:pt x="7085" y="2946"/>
                  </a:lnTo>
                  <a:cubicBezTo>
                    <a:pt x="7064" y="2961"/>
                    <a:pt x="7044" y="2967"/>
                    <a:pt x="7022" y="2974"/>
                  </a:cubicBezTo>
                  <a:lnTo>
                    <a:pt x="6981" y="2994"/>
                  </a:lnTo>
                  <a:cubicBezTo>
                    <a:pt x="6961" y="3002"/>
                    <a:pt x="6939" y="3015"/>
                    <a:pt x="6919" y="3022"/>
                  </a:cubicBezTo>
                  <a:cubicBezTo>
                    <a:pt x="6871" y="3044"/>
                    <a:pt x="6823" y="3070"/>
                    <a:pt x="6773" y="3092"/>
                  </a:cubicBezTo>
                  <a:lnTo>
                    <a:pt x="6753" y="3105"/>
                  </a:lnTo>
                  <a:cubicBezTo>
                    <a:pt x="6594" y="3181"/>
                    <a:pt x="6442" y="3264"/>
                    <a:pt x="6291" y="3347"/>
                  </a:cubicBezTo>
                  <a:lnTo>
                    <a:pt x="4514" y="1800"/>
                  </a:lnTo>
                  <a:cubicBezTo>
                    <a:pt x="4500" y="1785"/>
                    <a:pt x="4483" y="1778"/>
                    <a:pt x="4465" y="1778"/>
                  </a:cubicBezTo>
                  <a:cubicBezTo>
                    <a:pt x="4448" y="1778"/>
                    <a:pt x="4431" y="1785"/>
                    <a:pt x="4418" y="1800"/>
                  </a:cubicBezTo>
                  <a:lnTo>
                    <a:pt x="3152" y="2821"/>
                  </a:lnTo>
                  <a:cubicBezTo>
                    <a:pt x="3124" y="2850"/>
                    <a:pt x="3117" y="2884"/>
                    <a:pt x="3139" y="2919"/>
                  </a:cubicBezTo>
                  <a:lnTo>
                    <a:pt x="4300" y="4971"/>
                  </a:lnTo>
                  <a:cubicBezTo>
                    <a:pt x="4182" y="5102"/>
                    <a:pt x="4071" y="5233"/>
                    <a:pt x="3962" y="5373"/>
                  </a:cubicBezTo>
                  <a:lnTo>
                    <a:pt x="3947" y="5392"/>
                  </a:lnTo>
                  <a:cubicBezTo>
                    <a:pt x="3912" y="5434"/>
                    <a:pt x="3885" y="5475"/>
                    <a:pt x="3851" y="5523"/>
                  </a:cubicBezTo>
                  <a:cubicBezTo>
                    <a:pt x="3837" y="5538"/>
                    <a:pt x="3822" y="5558"/>
                    <a:pt x="3816" y="5573"/>
                  </a:cubicBezTo>
                  <a:lnTo>
                    <a:pt x="3781" y="5615"/>
                  </a:lnTo>
                  <a:cubicBezTo>
                    <a:pt x="3768" y="5635"/>
                    <a:pt x="3761" y="5656"/>
                    <a:pt x="3746" y="5669"/>
                  </a:cubicBezTo>
                  <a:lnTo>
                    <a:pt x="3733" y="5683"/>
                  </a:lnTo>
                  <a:cubicBezTo>
                    <a:pt x="3733" y="5683"/>
                    <a:pt x="3733" y="5689"/>
                    <a:pt x="3726" y="5698"/>
                  </a:cubicBezTo>
                  <a:cubicBezTo>
                    <a:pt x="3705" y="5724"/>
                    <a:pt x="3685" y="5752"/>
                    <a:pt x="3663" y="5781"/>
                  </a:cubicBezTo>
                  <a:lnTo>
                    <a:pt x="3643" y="5822"/>
                  </a:lnTo>
                  <a:cubicBezTo>
                    <a:pt x="3539" y="5966"/>
                    <a:pt x="3449" y="6119"/>
                    <a:pt x="3360" y="6270"/>
                  </a:cubicBezTo>
                  <a:lnTo>
                    <a:pt x="1044" y="5814"/>
                  </a:lnTo>
                  <a:cubicBezTo>
                    <a:pt x="1039" y="5813"/>
                    <a:pt x="1033" y="5812"/>
                    <a:pt x="1028" y="5812"/>
                  </a:cubicBezTo>
                  <a:cubicBezTo>
                    <a:pt x="999" y="5812"/>
                    <a:pt x="975" y="5827"/>
                    <a:pt x="968" y="5855"/>
                  </a:cubicBezTo>
                  <a:lnTo>
                    <a:pt x="387" y="7383"/>
                  </a:lnTo>
                  <a:cubicBezTo>
                    <a:pt x="374" y="7411"/>
                    <a:pt x="387" y="7453"/>
                    <a:pt x="415" y="7466"/>
                  </a:cubicBezTo>
                  <a:lnTo>
                    <a:pt x="2447" y="8668"/>
                  </a:lnTo>
                  <a:cubicBezTo>
                    <a:pt x="2412" y="8834"/>
                    <a:pt x="2386" y="9015"/>
                    <a:pt x="2364" y="9181"/>
                  </a:cubicBezTo>
                  <a:lnTo>
                    <a:pt x="2358" y="9208"/>
                  </a:lnTo>
                  <a:cubicBezTo>
                    <a:pt x="2351" y="9264"/>
                    <a:pt x="2344" y="9312"/>
                    <a:pt x="2336" y="9367"/>
                  </a:cubicBezTo>
                  <a:cubicBezTo>
                    <a:pt x="2336" y="9388"/>
                    <a:pt x="2336" y="9408"/>
                    <a:pt x="2330" y="9436"/>
                  </a:cubicBezTo>
                  <a:lnTo>
                    <a:pt x="2323" y="9491"/>
                  </a:lnTo>
                  <a:lnTo>
                    <a:pt x="2323" y="9533"/>
                  </a:lnTo>
                  <a:lnTo>
                    <a:pt x="2323" y="9554"/>
                  </a:lnTo>
                  <a:cubicBezTo>
                    <a:pt x="2316" y="9602"/>
                    <a:pt x="2310" y="9657"/>
                    <a:pt x="2310" y="9705"/>
                  </a:cubicBezTo>
                  <a:lnTo>
                    <a:pt x="2310" y="9720"/>
                  </a:lnTo>
                  <a:cubicBezTo>
                    <a:pt x="2310" y="9727"/>
                    <a:pt x="2303" y="9727"/>
                    <a:pt x="2303" y="9733"/>
                  </a:cubicBezTo>
                  <a:cubicBezTo>
                    <a:pt x="2295" y="9906"/>
                    <a:pt x="2288" y="10085"/>
                    <a:pt x="2288" y="10259"/>
                  </a:cubicBezTo>
                  <a:lnTo>
                    <a:pt x="55" y="11019"/>
                  </a:lnTo>
                  <a:cubicBezTo>
                    <a:pt x="22" y="11032"/>
                    <a:pt x="1" y="11067"/>
                    <a:pt x="7" y="11102"/>
                  </a:cubicBezTo>
                  <a:lnTo>
                    <a:pt x="263" y="12713"/>
                  </a:lnTo>
                  <a:cubicBezTo>
                    <a:pt x="271" y="12747"/>
                    <a:pt x="304" y="12767"/>
                    <a:pt x="339" y="12774"/>
                  </a:cubicBezTo>
                  <a:lnTo>
                    <a:pt x="2696" y="12795"/>
                  </a:lnTo>
                  <a:cubicBezTo>
                    <a:pt x="2751" y="12961"/>
                    <a:pt x="2814" y="13121"/>
                    <a:pt x="2875" y="13286"/>
                  </a:cubicBezTo>
                  <a:lnTo>
                    <a:pt x="2890" y="13313"/>
                  </a:lnTo>
                  <a:cubicBezTo>
                    <a:pt x="2910" y="13354"/>
                    <a:pt x="2932" y="13403"/>
                    <a:pt x="2952" y="13452"/>
                  </a:cubicBezTo>
                  <a:cubicBezTo>
                    <a:pt x="2958" y="13472"/>
                    <a:pt x="2966" y="13500"/>
                    <a:pt x="2980" y="13520"/>
                  </a:cubicBezTo>
                  <a:lnTo>
                    <a:pt x="3000" y="13562"/>
                  </a:lnTo>
                  <a:cubicBezTo>
                    <a:pt x="3008" y="13583"/>
                    <a:pt x="3015" y="13603"/>
                    <a:pt x="3028" y="13625"/>
                  </a:cubicBezTo>
                  <a:cubicBezTo>
                    <a:pt x="3049" y="13673"/>
                    <a:pt x="3069" y="13721"/>
                    <a:pt x="3098" y="13763"/>
                  </a:cubicBezTo>
                  <a:lnTo>
                    <a:pt x="3104" y="13791"/>
                  </a:lnTo>
                  <a:cubicBezTo>
                    <a:pt x="3180" y="13942"/>
                    <a:pt x="3263" y="14101"/>
                    <a:pt x="3353" y="14254"/>
                  </a:cubicBezTo>
                  <a:lnTo>
                    <a:pt x="1797" y="16030"/>
                  </a:lnTo>
                  <a:cubicBezTo>
                    <a:pt x="1777" y="16057"/>
                    <a:pt x="1777" y="16098"/>
                    <a:pt x="1797" y="16126"/>
                  </a:cubicBezTo>
                  <a:lnTo>
                    <a:pt x="2827" y="17384"/>
                  </a:lnTo>
                  <a:cubicBezTo>
                    <a:pt x="2842" y="17403"/>
                    <a:pt x="2865" y="17412"/>
                    <a:pt x="2887" y="17412"/>
                  </a:cubicBezTo>
                  <a:cubicBezTo>
                    <a:pt x="2898" y="17412"/>
                    <a:pt x="2908" y="17410"/>
                    <a:pt x="2917" y="17405"/>
                  </a:cubicBezTo>
                  <a:lnTo>
                    <a:pt x="4970" y="16244"/>
                  </a:lnTo>
                  <a:cubicBezTo>
                    <a:pt x="5101" y="16355"/>
                    <a:pt x="5239" y="16471"/>
                    <a:pt x="5378" y="16576"/>
                  </a:cubicBezTo>
                  <a:lnTo>
                    <a:pt x="5398" y="16596"/>
                  </a:lnTo>
                  <a:cubicBezTo>
                    <a:pt x="5440" y="16624"/>
                    <a:pt x="5481" y="16659"/>
                    <a:pt x="5523" y="16687"/>
                  </a:cubicBezTo>
                  <a:cubicBezTo>
                    <a:pt x="5544" y="16700"/>
                    <a:pt x="5557" y="16713"/>
                    <a:pt x="5579" y="16728"/>
                  </a:cubicBezTo>
                  <a:lnTo>
                    <a:pt x="5621" y="16755"/>
                  </a:lnTo>
                  <a:cubicBezTo>
                    <a:pt x="5634" y="16770"/>
                    <a:pt x="5654" y="16783"/>
                    <a:pt x="5675" y="16796"/>
                  </a:cubicBezTo>
                  <a:cubicBezTo>
                    <a:pt x="5717" y="16825"/>
                    <a:pt x="5758" y="16859"/>
                    <a:pt x="5800" y="16886"/>
                  </a:cubicBezTo>
                  <a:lnTo>
                    <a:pt x="5828" y="16901"/>
                  </a:lnTo>
                  <a:cubicBezTo>
                    <a:pt x="5972" y="16997"/>
                    <a:pt x="6118" y="17093"/>
                    <a:pt x="6269" y="17176"/>
                  </a:cubicBezTo>
                  <a:lnTo>
                    <a:pt x="5813" y="19492"/>
                  </a:lnTo>
                  <a:cubicBezTo>
                    <a:pt x="5806" y="19527"/>
                    <a:pt x="5828" y="19562"/>
                    <a:pt x="5861" y="19575"/>
                  </a:cubicBezTo>
                  <a:lnTo>
                    <a:pt x="7382" y="20155"/>
                  </a:lnTo>
                  <a:cubicBezTo>
                    <a:pt x="7391" y="20159"/>
                    <a:pt x="7400" y="20161"/>
                    <a:pt x="7409" y="20161"/>
                  </a:cubicBezTo>
                  <a:cubicBezTo>
                    <a:pt x="7434" y="20161"/>
                    <a:pt x="7457" y="20146"/>
                    <a:pt x="7472" y="20121"/>
                  </a:cubicBezTo>
                  <a:lnTo>
                    <a:pt x="8668" y="18089"/>
                  </a:lnTo>
                  <a:cubicBezTo>
                    <a:pt x="8840" y="18123"/>
                    <a:pt x="9013" y="18158"/>
                    <a:pt x="9187" y="18180"/>
                  </a:cubicBezTo>
                  <a:lnTo>
                    <a:pt x="9213" y="18186"/>
                  </a:lnTo>
                  <a:cubicBezTo>
                    <a:pt x="9261" y="18193"/>
                    <a:pt x="9318" y="18200"/>
                    <a:pt x="9373" y="18200"/>
                  </a:cubicBezTo>
                  <a:cubicBezTo>
                    <a:pt x="9394" y="18206"/>
                    <a:pt x="9414" y="18206"/>
                    <a:pt x="9442" y="18206"/>
                  </a:cubicBezTo>
                  <a:lnTo>
                    <a:pt x="9484" y="18213"/>
                  </a:lnTo>
                  <a:cubicBezTo>
                    <a:pt x="9504" y="18213"/>
                    <a:pt x="9532" y="18221"/>
                    <a:pt x="9552" y="18221"/>
                  </a:cubicBezTo>
                  <a:cubicBezTo>
                    <a:pt x="9608" y="18228"/>
                    <a:pt x="9656" y="18228"/>
                    <a:pt x="9711" y="18235"/>
                  </a:cubicBezTo>
                  <a:lnTo>
                    <a:pt x="9739" y="18235"/>
                  </a:lnTo>
                  <a:cubicBezTo>
                    <a:pt x="9912" y="18248"/>
                    <a:pt x="10084" y="18254"/>
                    <a:pt x="10265" y="18254"/>
                  </a:cubicBezTo>
                  <a:lnTo>
                    <a:pt x="11025" y="20487"/>
                  </a:lnTo>
                  <a:cubicBezTo>
                    <a:pt x="11031" y="20515"/>
                    <a:pt x="11066" y="20535"/>
                    <a:pt x="11094" y="20535"/>
                  </a:cubicBezTo>
                  <a:lnTo>
                    <a:pt x="11108" y="20535"/>
                  </a:lnTo>
                  <a:lnTo>
                    <a:pt x="12712" y="20273"/>
                  </a:lnTo>
                  <a:cubicBezTo>
                    <a:pt x="12745" y="20267"/>
                    <a:pt x="12773" y="20238"/>
                    <a:pt x="12773" y="20204"/>
                  </a:cubicBezTo>
                  <a:lnTo>
                    <a:pt x="12795" y="17848"/>
                  </a:lnTo>
                  <a:cubicBezTo>
                    <a:pt x="12961" y="17792"/>
                    <a:pt x="13126" y="17730"/>
                    <a:pt x="13284" y="17661"/>
                  </a:cubicBezTo>
                  <a:lnTo>
                    <a:pt x="13334" y="17647"/>
                  </a:lnTo>
                  <a:cubicBezTo>
                    <a:pt x="13367" y="17632"/>
                    <a:pt x="13395" y="17619"/>
                    <a:pt x="13430" y="17606"/>
                  </a:cubicBezTo>
                  <a:cubicBezTo>
                    <a:pt x="13437" y="17599"/>
                    <a:pt x="13437" y="17599"/>
                    <a:pt x="13443" y="17599"/>
                  </a:cubicBezTo>
                  <a:lnTo>
                    <a:pt x="13458" y="17591"/>
                  </a:lnTo>
                  <a:cubicBezTo>
                    <a:pt x="13478" y="17584"/>
                    <a:pt x="13500" y="17571"/>
                    <a:pt x="13520" y="17564"/>
                  </a:cubicBezTo>
                  <a:lnTo>
                    <a:pt x="13561" y="17543"/>
                  </a:lnTo>
                  <a:cubicBezTo>
                    <a:pt x="13583" y="17536"/>
                    <a:pt x="13602" y="17523"/>
                    <a:pt x="13624" y="17516"/>
                  </a:cubicBezTo>
                  <a:cubicBezTo>
                    <a:pt x="13672" y="17495"/>
                    <a:pt x="13720" y="17467"/>
                    <a:pt x="13768" y="17447"/>
                  </a:cubicBezTo>
                  <a:lnTo>
                    <a:pt x="13790" y="17440"/>
                  </a:lnTo>
                  <a:cubicBezTo>
                    <a:pt x="13790" y="17440"/>
                    <a:pt x="13790" y="17433"/>
                    <a:pt x="13797" y="17433"/>
                  </a:cubicBezTo>
                  <a:cubicBezTo>
                    <a:pt x="13947" y="17357"/>
                    <a:pt x="14107" y="17274"/>
                    <a:pt x="14259" y="17191"/>
                  </a:cubicBezTo>
                  <a:lnTo>
                    <a:pt x="16036" y="18739"/>
                  </a:lnTo>
                  <a:cubicBezTo>
                    <a:pt x="16046" y="18754"/>
                    <a:pt x="16063" y="18761"/>
                    <a:pt x="16081" y="18761"/>
                  </a:cubicBezTo>
                  <a:cubicBezTo>
                    <a:pt x="16096" y="18761"/>
                    <a:pt x="16112" y="18756"/>
                    <a:pt x="16125" y="18745"/>
                  </a:cubicBezTo>
                  <a:lnTo>
                    <a:pt x="17389" y="17715"/>
                  </a:lnTo>
                  <a:cubicBezTo>
                    <a:pt x="17418" y="17689"/>
                    <a:pt x="17424" y="17654"/>
                    <a:pt x="17404" y="17619"/>
                  </a:cubicBezTo>
                  <a:lnTo>
                    <a:pt x="16243" y="15567"/>
                  </a:lnTo>
                  <a:cubicBezTo>
                    <a:pt x="16361" y="15435"/>
                    <a:pt x="16470" y="15304"/>
                    <a:pt x="16582" y="15166"/>
                  </a:cubicBezTo>
                  <a:lnTo>
                    <a:pt x="16582" y="15159"/>
                  </a:lnTo>
                  <a:lnTo>
                    <a:pt x="16595" y="15144"/>
                  </a:lnTo>
                  <a:cubicBezTo>
                    <a:pt x="16630" y="15103"/>
                    <a:pt x="16658" y="15061"/>
                    <a:pt x="16693" y="15020"/>
                  </a:cubicBezTo>
                  <a:cubicBezTo>
                    <a:pt x="16706" y="15000"/>
                    <a:pt x="16719" y="14978"/>
                    <a:pt x="16734" y="14965"/>
                  </a:cubicBezTo>
                  <a:lnTo>
                    <a:pt x="16754" y="14924"/>
                  </a:lnTo>
                  <a:cubicBezTo>
                    <a:pt x="16776" y="14910"/>
                    <a:pt x="16789" y="14889"/>
                    <a:pt x="16802" y="14869"/>
                  </a:cubicBezTo>
                  <a:lnTo>
                    <a:pt x="16809" y="14854"/>
                  </a:lnTo>
                  <a:cubicBezTo>
                    <a:pt x="16809" y="14854"/>
                    <a:pt x="16817" y="14847"/>
                    <a:pt x="16817" y="14841"/>
                  </a:cubicBezTo>
                  <a:cubicBezTo>
                    <a:pt x="16837" y="14813"/>
                    <a:pt x="16859" y="14786"/>
                    <a:pt x="16879" y="14758"/>
                  </a:cubicBezTo>
                  <a:lnTo>
                    <a:pt x="16907" y="14716"/>
                  </a:lnTo>
                  <a:cubicBezTo>
                    <a:pt x="17003" y="14572"/>
                    <a:pt x="17092" y="14419"/>
                    <a:pt x="17182" y="14267"/>
                  </a:cubicBezTo>
                  <a:lnTo>
                    <a:pt x="19498" y="14723"/>
                  </a:lnTo>
                  <a:cubicBezTo>
                    <a:pt x="19503" y="14724"/>
                    <a:pt x="19509" y="14725"/>
                    <a:pt x="19515" y="14725"/>
                  </a:cubicBezTo>
                  <a:cubicBezTo>
                    <a:pt x="19543" y="14725"/>
                    <a:pt x="19570" y="14711"/>
                    <a:pt x="19581" y="14682"/>
                  </a:cubicBezTo>
                  <a:lnTo>
                    <a:pt x="20155" y="13162"/>
                  </a:lnTo>
                  <a:cubicBezTo>
                    <a:pt x="20168" y="13127"/>
                    <a:pt x="20155" y="13086"/>
                    <a:pt x="20126" y="13071"/>
                  </a:cubicBezTo>
                  <a:lnTo>
                    <a:pt x="18094" y="11868"/>
                  </a:lnTo>
                  <a:cubicBezTo>
                    <a:pt x="18129" y="11702"/>
                    <a:pt x="18157" y="11530"/>
                    <a:pt x="18186" y="11357"/>
                  </a:cubicBezTo>
                  <a:lnTo>
                    <a:pt x="18186" y="11329"/>
                  </a:lnTo>
                  <a:cubicBezTo>
                    <a:pt x="18192" y="11274"/>
                    <a:pt x="18199" y="11226"/>
                    <a:pt x="18206" y="11172"/>
                  </a:cubicBezTo>
                  <a:cubicBezTo>
                    <a:pt x="18206" y="11150"/>
                    <a:pt x="18212" y="11130"/>
                    <a:pt x="18212" y="11102"/>
                  </a:cubicBezTo>
                  <a:lnTo>
                    <a:pt x="18219" y="11060"/>
                  </a:lnTo>
                  <a:cubicBezTo>
                    <a:pt x="18219" y="11032"/>
                    <a:pt x="18219" y="11012"/>
                    <a:pt x="18227" y="10984"/>
                  </a:cubicBezTo>
                  <a:cubicBezTo>
                    <a:pt x="18227" y="10936"/>
                    <a:pt x="18234" y="10881"/>
                    <a:pt x="18234" y="10832"/>
                  </a:cubicBezTo>
                  <a:lnTo>
                    <a:pt x="18240" y="10783"/>
                  </a:lnTo>
                  <a:lnTo>
                    <a:pt x="18240" y="10764"/>
                  </a:lnTo>
                  <a:cubicBezTo>
                    <a:pt x="18254" y="10604"/>
                    <a:pt x="18254" y="10445"/>
                    <a:pt x="18254" y="10279"/>
                  </a:cubicBezTo>
                  <a:lnTo>
                    <a:pt x="20486" y="9519"/>
                  </a:lnTo>
                  <a:cubicBezTo>
                    <a:pt x="20521" y="9505"/>
                    <a:pt x="20541" y="9471"/>
                    <a:pt x="20534" y="9436"/>
                  </a:cubicBezTo>
                  <a:lnTo>
                    <a:pt x="20279" y="7826"/>
                  </a:lnTo>
                  <a:cubicBezTo>
                    <a:pt x="20272" y="7791"/>
                    <a:pt x="20244" y="7771"/>
                    <a:pt x="20209" y="7771"/>
                  </a:cubicBezTo>
                  <a:lnTo>
                    <a:pt x="17846" y="7750"/>
                  </a:lnTo>
                  <a:cubicBezTo>
                    <a:pt x="17791" y="7577"/>
                    <a:pt x="17729" y="7418"/>
                    <a:pt x="17666" y="7252"/>
                  </a:cubicBezTo>
                  <a:cubicBezTo>
                    <a:pt x="17666" y="7252"/>
                    <a:pt x="17660" y="7245"/>
                    <a:pt x="17660" y="7239"/>
                  </a:cubicBezTo>
                  <a:lnTo>
                    <a:pt x="17653" y="7232"/>
                  </a:lnTo>
                  <a:cubicBezTo>
                    <a:pt x="17632" y="7182"/>
                    <a:pt x="17618" y="7134"/>
                    <a:pt x="17590" y="7086"/>
                  </a:cubicBezTo>
                  <a:cubicBezTo>
                    <a:pt x="17583" y="7066"/>
                    <a:pt x="17577" y="7038"/>
                    <a:pt x="17564" y="7016"/>
                  </a:cubicBezTo>
                  <a:lnTo>
                    <a:pt x="17549" y="6983"/>
                  </a:lnTo>
                  <a:cubicBezTo>
                    <a:pt x="17535" y="6962"/>
                    <a:pt x="17529" y="6933"/>
                    <a:pt x="17522" y="6914"/>
                  </a:cubicBezTo>
                  <a:cubicBezTo>
                    <a:pt x="17494" y="6865"/>
                    <a:pt x="17472" y="6824"/>
                    <a:pt x="17452" y="6776"/>
                  </a:cubicBezTo>
                  <a:lnTo>
                    <a:pt x="17431" y="6734"/>
                  </a:lnTo>
                  <a:cubicBezTo>
                    <a:pt x="17424" y="6726"/>
                    <a:pt x="17424" y="6719"/>
                    <a:pt x="17418" y="6713"/>
                  </a:cubicBezTo>
                  <a:cubicBezTo>
                    <a:pt x="17348" y="6568"/>
                    <a:pt x="17273" y="6429"/>
                    <a:pt x="17190" y="6285"/>
                  </a:cubicBezTo>
                  <a:lnTo>
                    <a:pt x="18745" y="4508"/>
                  </a:lnTo>
                  <a:cubicBezTo>
                    <a:pt x="18766" y="4480"/>
                    <a:pt x="18766" y="4439"/>
                    <a:pt x="18745" y="4419"/>
                  </a:cubicBezTo>
                  <a:lnTo>
                    <a:pt x="17715" y="3153"/>
                  </a:lnTo>
                  <a:cubicBezTo>
                    <a:pt x="17701" y="3135"/>
                    <a:pt x="17678" y="3126"/>
                    <a:pt x="17656" y="3126"/>
                  </a:cubicBezTo>
                  <a:cubicBezTo>
                    <a:pt x="17645" y="3126"/>
                    <a:pt x="17634" y="3128"/>
                    <a:pt x="17625" y="3133"/>
                  </a:cubicBezTo>
                  <a:lnTo>
                    <a:pt x="15573" y="4294"/>
                  </a:lnTo>
                  <a:cubicBezTo>
                    <a:pt x="15440" y="4183"/>
                    <a:pt x="15303" y="4065"/>
                    <a:pt x="15165" y="3963"/>
                  </a:cubicBezTo>
                  <a:lnTo>
                    <a:pt x="15143" y="3941"/>
                  </a:lnTo>
                  <a:cubicBezTo>
                    <a:pt x="15102" y="3914"/>
                    <a:pt x="15061" y="3880"/>
                    <a:pt x="15019" y="3851"/>
                  </a:cubicBezTo>
                  <a:cubicBezTo>
                    <a:pt x="14999" y="3838"/>
                    <a:pt x="14984" y="3823"/>
                    <a:pt x="14964" y="3810"/>
                  </a:cubicBezTo>
                  <a:lnTo>
                    <a:pt x="14929" y="3782"/>
                  </a:lnTo>
                  <a:cubicBezTo>
                    <a:pt x="14910" y="3769"/>
                    <a:pt x="14888" y="3755"/>
                    <a:pt x="14868" y="3740"/>
                  </a:cubicBezTo>
                  <a:cubicBezTo>
                    <a:pt x="14827" y="3714"/>
                    <a:pt x="14785" y="3679"/>
                    <a:pt x="14744" y="3651"/>
                  </a:cubicBezTo>
                  <a:lnTo>
                    <a:pt x="14715" y="3637"/>
                  </a:lnTo>
                  <a:cubicBezTo>
                    <a:pt x="14570" y="3541"/>
                    <a:pt x="14425" y="3443"/>
                    <a:pt x="14273" y="3360"/>
                  </a:cubicBezTo>
                  <a:lnTo>
                    <a:pt x="14729" y="1045"/>
                  </a:lnTo>
                  <a:cubicBezTo>
                    <a:pt x="14735" y="1012"/>
                    <a:pt x="14715" y="977"/>
                    <a:pt x="14681" y="962"/>
                  </a:cubicBezTo>
                  <a:lnTo>
                    <a:pt x="13160" y="381"/>
                  </a:lnTo>
                  <a:cubicBezTo>
                    <a:pt x="13151" y="378"/>
                    <a:pt x="13142" y="376"/>
                    <a:pt x="13134" y="376"/>
                  </a:cubicBezTo>
                  <a:cubicBezTo>
                    <a:pt x="13109" y="376"/>
                    <a:pt x="13086" y="390"/>
                    <a:pt x="13070" y="416"/>
                  </a:cubicBezTo>
                  <a:lnTo>
                    <a:pt x="11874" y="2448"/>
                  </a:lnTo>
                  <a:cubicBezTo>
                    <a:pt x="11778" y="2428"/>
                    <a:pt x="11682" y="2407"/>
                    <a:pt x="11592" y="2393"/>
                  </a:cubicBezTo>
                  <a:cubicBezTo>
                    <a:pt x="11522" y="2380"/>
                    <a:pt x="11446" y="2372"/>
                    <a:pt x="11356" y="2359"/>
                  </a:cubicBezTo>
                  <a:lnTo>
                    <a:pt x="11328" y="2352"/>
                  </a:lnTo>
                  <a:cubicBezTo>
                    <a:pt x="11280" y="2345"/>
                    <a:pt x="11225" y="2345"/>
                    <a:pt x="11177" y="2339"/>
                  </a:cubicBezTo>
                  <a:cubicBezTo>
                    <a:pt x="11149" y="2330"/>
                    <a:pt x="11128" y="2330"/>
                    <a:pt x="11108" y="2330"/>
                  </a:cubicBezTo>
                  <a:lnTo>
                    <a:pt x="11060" y="2324"/>
                  </a:lnTo>
                  <a:cubicBezTo>
                    <a:pt x="11038" y="2324"/>
                    <a:pt x="11011" y="2317"/>
                    <a:pt x="10990" y="2317"/>
                  </a:cubicBezTo>
                  <a:cubicBezTo>
                    <a:pt x="10935" y="2310"/>
                    <a:pt x="10887" y="2310"/>
                    <a:pt x="10831" y="2304"/>
                  </a:cubicBezTo>
                  <a:lnTo>
                    <a:pt x="10804" y="2304"/>
                  </a:lnTo>
                  <a:cubicBezTo>
                    <a:pt x="10630" y="2289"/>
                    <a:pt x="10457" y="2282"/>
                    <a:pt x="10285" y="2282"/>
                  </a:cubicBezTo>
                  <a:lnTo>
                    <a:pt x="9519" y="50"/>
                  </a:lnTo>
                  <a:cubicBezTo>
                    <a:pt x="9511" y="20"/>
                    <a:pt x="9485" y="0"/>
                    <a:pt x="94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9" name="Google Shape;16419;p43"/>
            <p:cNvSpPr/>
            <p:nvPr/>
          </p:nvSpPr>
          <p:spPr>
            <a:xfrm>
              <a:off x="7033950" y="-293650"/>
              <a:ext cx="2687391" cy="2688118"/>
            </a:xfrm>
            <a:custGeom>
              <a:rect b="b" l="l" r="r" t="t"/>
              <a:pathLst>
                <a:path extrusionOk="0" h="25884" w="25877">
                  <a:moveTo>
                    <a:pt x="12939" y="77"/>
                  </a:moveTo>
                  <a:cubicBezTo>
                    <a:pt x="20037" y="77"/>
                    <a:pt x="25807" y="5848"/>
                    <a:pt x="25807" y="12946"/>
                  </a:cubicBezTo>
                  <a:cubicBezTo>
                    <a:pt x="25807" y="20037"/>
                    <a:pt x="20037" y="25808"/>
                    <a:pt x="12939" y="25808"/>
                  </a:cubicBezTo>
                  <a:cubicBezTo>
                    <a:pt x="5847" y="25808"/>
                    <a:pt x="77" y="20037"/>
                    <a:pt x="77" y="12946"/>
                  </a:cubicBezTo>
                  <a:cubicBezTo>
                    <a:pt x="77" y="5848"/>
                    <a:pt x="5847" y="77"/>
                    <a:pt x="12939" y="77"/>
                  </a:cubicBezTo>
                  <a:close/>
                  <a:moveTo>
                    <a:pt x="12939" y="1"/>
                  </a:moveTo>
                  <a:cubicBezTo>
                    <a:pt x="11190" y="1"/>
                    <a:pt x="9497" y="346"/>
                    <a:pt x="7899" y="1022"/>
                  </a:cubicBezTo>
                  <a:cubicBezTo>
                    <a:pt x="6358" y="1673"/>
                    <a:pt x="4977" y="2606"/>
                    <a:pt x="3787" y="3794"/>
                  </a:cubicBezTo>
                  <a:cubicBezTo>
                    <a:pt x="2598" y="4983"/>
                    <a:pt x="1666" y="6365"/>
                    <a:pt x="1015" y="7906"/>
                  </a:cubicBezTo>
                  <a:cubicBezTo>
                    <a:pt x="339" y="9504"/>
                    <a:pt x="0" y="11197"/>
                    <a:pt x="0" y="12946"/>
                  </a:cubicBezTo>
                  <a:cubicBezTo>
                    <a:pt x="0" y="14687"/>
                    <a:pt x="339" y="16381"/>
                    <a:pt x="1015" y="17977"/>
                  </a:cubicBezTo>
                  <a:cubicBezTo>
                    <a:pt x="1666" y="19518"/>
                    <a:pt x="2598" y="20901"/>
                    <a:pt x="3787" y="22089"/>
                  </a:cubicBezTo>
                  <a:cubicBezTo>
                    <a:pt x="4977" y="23278"/>
                    <a:pt x="6358" y="24212"/>
                    <a:pt x="7899" y="24867"/>
                  </a:cubicBezTo>
                  <a:cubicBezTo>
                    <a:pt x="9497" y="25539"/>
                    <a:pt x="11190" y="25884"/>
                    <a:pt x="12939" y="25884"/>
                  </a:cubicBezTo>
                  <a:cubicBezTo>
                    <a:pt x="14687" y="25884"/>
                    <a:pt x="16381" y="25539"/>
                    <a:pt x="17976" y="24867"/>
                  </a:cubicBezTo>
                  <a:cubicBezTo>
                    <a:pt x="19517" y="24212"/>
                    <a:pt x="20901" y="23278"/>
                    <a:pt x="22088" y="22089"/>
                  </a:cubicBezTo>
                  <a:cubicBezTo>
                    <a:pt x="23278" y="20901"/>
                    <a:pt x="24212" y="19518"/>
                    <a:pt x="24860" y="17977"/>
                  </a:cubicBezTo>
                  <a:cubicBezTo>
                    <a:pt x="25539" y="16381"/>
                    <a:pt x="25877" y="14687"/>
                    <a:pt x="25877" y="12946"/>
                  </a:cubicBezTo>
                  <a:cubicBezTo>
                    <a:pt x="25877" y="11197"/>
                    <a:pt x="25539" y="9504"/>
                    <a:pt x="24860" y="7906"/>
                  </a:cubicBezTo>
                  <a:cubicBezTo>
                    <a:pt x="24212" y="6365"/>
                    <a:pt x="23278" y="4983"/>
                    <a:pt x="22088" y="3794"/>
                  </a:cubicBezTo>
                  <a:cubicBezTo>
                    <a:pt x="20901" y="2606"/>
                    <a:pt x="19517" y="1673"/>
                    <a:pt x="17976" y="1022"/>
                  </a:cubicBezTo>
                  <a:cubicBezTo>
                    <a:pt x="16381" y="346"/>
                    <a:pt x="14687" y="1"/>
                    <a:pt x="129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420" name="Google Shape;16420;p43"/>
          <p:cNvSpPr/>
          <p:nvPr/>
        </p:nvSpPr>
        <p:spPr>
          <a:xfrm>
            <a:off x="5548098" y="4250561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21" name="Google Shape;16421;p43"/>
          <p:cNvSpPr/>
          <p:nvPr/>
        </p:nvSpPr>
        <p:spPr>
          <a:xfrm>
            <a:off x="7272175" y="3122700"/>
            <a:ext cx="2302200" cy="23598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425" name="Shape 16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26" name="Google Shape;16426;p44"/>
          <p:cNvSpPr txBox="1"/>
          <p:nvPr>
            <p:ph type="title"/>
          </p:nvPr>
        </p:nvSpPr>
        <p:spPr>
          <a:xfrm>
            <a:off x="720000" y="429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will that take?</a:t>
            </a:r>
            <a:endParaRPr/>
          </a:p>
        </p:txBody>
      </p:sp>
      <p:cxnSp>
        <p:nvCxnSpPr>
          <p:cNvPr id="16427" name="Google Shape;16427;p44"/>
          <p:cNvCxnSpPr/>
          <p:nvPr/>
        </p:nvCxnSpPr>
        <p:spPr>
          <a:xfrm>
            <a:off x="709800" y="2930375"/>
            <a:ext cx="7724400" cy="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428" name="Google Shape;16428;p44"/>
          <p:cNvCxnSpPr>
            <a:stCxn id="16429" idx="0"/>
          </p:cNvCxnSpPr>
          <p:nvPr/>
        </p:nvCxnSpPr>
        <p:spPr>
          <a:xfrm rot="10800000">
            <a:off x="1012952" y="2911280"/>
            <a:ext cx="0" cy="7401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16430" name="Google Shape;16430;p44"/>
          <p:cNvCxnSpPr>
            <a:stCxn id="16431" idx="2"/>
          </p:cNvCxnSpPr>
          <p:nvPr/>
        </p:nvCxnSpPr>
        <p:spPr>
          <a:xfrm flipH="1">
            <a:off x="2003815" y="2194494"/>
            <a:ext cx="6300" cy="7266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16432" name="Google Shape;16432;p44"/>
          <p:cNvCxnSpPr>
            <a:stCxn id="16433" idx="0"/>
          </p:cNvCxnSpPr>
          <p:nvPr/>
        </p:nvCxnSpPr>
        <p:spPr>
          <a:xfrm rot="10800000">
            <a:off x="4436827" y="2911280"/>
            <a:ext cx="0" cy="7449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oval"/>
          </a:ln>
        </p:spPr>
      </p:cxnSp>
      <p:sp>
        <p:nvSpPr>
          <p:cNvPr id="16434" name="Google Shape;16434;p44"/>
          <p:cNvSpPr txBox="1"/>
          <p:nvPr>
            <p:ph idx="4294967295" type="subTitle"/>
          </p:nvPr>
        </p:nvSpPr>
        <p:spPr>
          <a:xfrm>
            <a:off x="2421388" y="2032200"/>
            <a:ext cx="2121600" cy="59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suspension to use? What size of wheels to use? </a:t>
            </a:r>
            <a:endParaRPr/>
          </a:p>
        </p:txBody>
      </p:sp>
      <p:sp>
        <p:nvSpPr>
          <p:cNvPr id="16435" name="Google Shape;16435;p44"/>
          <p:cNvSpPr txBox="1"/>
          <p:nvPr>
            <p:ph idx="4294967295" type="subTitle"/>
          </p:nvPr>
        </p:nvSpPr>
        <p:spPr>
          <a:xfrm>
            <a:off x="2421400" y="1699275"/>
            <a:ext cx="2426700" cy="46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latin typeface="Poppins SemiBold"/>
                <a:ea typeface="Poppins SemiBold"/>
                <a:cs typeface="Poppins SemiBold"/>
                <a:sym typeface="Poppins SemiBold"/>
              </a:rPr>
              <a:t>Choosing Components</a:t>
            </a:r>
            <a:endParaRPr sz="2000">
              <a:latin typeface="Poppins SemiBold"/>
              <a:ea typeface="Poppins SemiBold"/>
              <a:cs typeface="Poppins SemiBold"/>
              <a:sym typeface="Poppins SemiBold"/>
            </a:endParaRPr>
          </a:p>
        </p:txBody>
      </p:sp>
      <p:sp>
        <p:nvSpPr>
          <p:cNvPr id="16431" name="Google Shape;16431;p44"/>
          <p:cNvSpPr txBox="1"/>
          <p:nvPr>
            <p:ph idx="4294967295" type="subTitle"/>
          </p:nvPr>
        </p:nvSpPr>
        <p:spPr>
          <a:xfrm>
            <a:off x="1717165" y="1737594"/>
            <a:ext cx="585900" cy="4569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1"/>
                </a:solidFill>
                <a:latin typeface="Poppins SemiBold"/>
                <a:ea typeface="Poppins SemiBold"/>
                <a:cs typeface="Poppins SemiBold"/>
                <a:sym typeface="Poppins SemiBold"/>
              </a:rPr>
              <a:t>2</a:t>
            </a:r>
            <a:endParaRPr sz="2400">
              <a:solidFill>
                <a:schemeClr val="dk1"/>
              </a:solidFill>
              <a:latin typeface="Poppins SemiBold"/>
              <a:ea typeface="Poppins SemiBold"/>
              <a:cs typeface="Poppins SemiBold"/>
              <a:sym typeface="Poppins SemiBold"/>
            </a:endParaRPr>
          </a:p>
        </p:txBody>
      </p:sp>
      <p:sp>
        <p:nvSpPr>
          <p:cNvPr id="16436" name="Google Shape;16436;p44"/>
          <p:cNvSpPr txBox="1"/>
          <p:nvPr>
            <p:ph idx="4294967295" type="subTitle"/>
          </p:nvPr>
        </p:nvSpPr>
        <p:spPr>
          <a:xfrm>
            <a:off x="1424235" y="3882426"/>
            <a:ext cx="2121600" cy="59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Learning how to weld, 3D print, and Lathe</a:t>
            </a:r>
            <a:endParaRPr/>
          </a:p>
        </p:txBody>
      </p:sp>
      <p:sp>
        <p:nvSpPr>
          <p:cNvPr id="16437" name="Google Shape;16437;p44"/>
          <p:cNvSpPr txBox="1"/>
          <p:nvPr>
            <p:ph idx="4294967295" type="subTitle"/>
          </p:nvPr>
        </p:nvSpPr>
        <p:spPr>
          <a:xfrm>
            <a:off x="1424235" y="3559525"/>
            <a:ext cx="2121600" cy="46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latin typeface="Poppins SemiBold"/>
                <a:ea typeface="Poppins SemiBold"/>
                <a:cs typeface="Poppins SemiBold"/>
                <a:sym typeface="Poppins SemiBold"/>
              </a:rPr>
              <a:t>Fabrication Techniques</a:t>
            </a:r>
            <a:endParaRPr sz="1700">
              <a:latin typeface="Poppins SemiBold"/>
              <a:ea typeface="Poppins SemiBold"/>
              <a:cs typeface="Poppins SemiBold"/>
              <a:sym typeface="Poppins SemiBold"/>
            </a:endParaRPr>
          </a:p>
        </p:txBody>
      </p:sp>
      <p:sp>
        <p:nvSpPr>
          <p:cNvPr id="16429" name="Google Shape;16429;p44"/>
          <p:cNvSpPr txBox="1"/>
          <p:nvPr>
            <p:ph idx="4294967295" type="subTitle"/>
          </p:nvPr>
        </p:nvSpPr>
        <p:spPr>
          <a:xfrm>
            <a:off x="720002" y="3651380"/>
            <a:ext cx="585900" cy="4569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1"/>
                </a:solidFill>
                <a:latin typeface="Poppins SemiBold"/>
                <a:ea typeface="Poppins SemiBold"/>
                <a:cs typeface="Poppins SemiBold"/>
                <a:sym typeface="Poppins SemiBold"/>
              </a:rPr>
              <a:t>1</a:t>
            </a:r>
            <a:endParaRPr sz="2400">
              <a:solidFill>
                <a:schemeClr val="dk1"/>
              </a:solidFill>
              <a:latin typeface="Poppins SemiBold"/>
              <a:ea typeface="Poppins SemiBold"/>
              <a:cs typeface="Poppins SemiBold"/>
              <a:sym typeface="Poppins SemiBold"/>
            </a:endParaRPr>
          </a:p>
        </p:txBody>
      </p:sp>
      <p:sp>
        <p:nvSpPr>
          <p:cNvPr id="16438" name="Google Shape;16438;p44"/>
          <p:cNvSpPr txBox="1"/>
          <p:nvPr>
            <p:ph idx="4294967295" type="subTitle"/>
          </p:nvPr>
        </p:nvSpPr>
        <p:spPr>
          <a:xfrm>
            <a:off x="4848110" y="3887226"/>
            <a:ext cx="2121600" cy="59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Using the general idea left by Ben and Justin, create a new design</a:t>
            </a:r>
            <a:endParaRPr/>
          </a:p>
        </p:txBody>
      </p:sp>
      <p:sp>
        <p:nvSpPr>
          <p:cNvPr id="16439" name="Google Shape;16439;p44"/>
          <p:cNvSpPr txBox="1"/>
          <p:nvPr>
            <p:ph idx="4294967295" type="subTitle"/>
          </p:nvPr>
        </p:nvSpPr>
        <p:spPr>
          <a:xfrm>
            <a:off x="4848110" y="3564325"/>
            <a:ext cx="2121600" cy="46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latin typeface="Poppins SemiBold"/>
                <a:ea typeface="Poppins SemiBold"/>
                <a:cs typeface="Poppins SemiBold"/>
                <a:sym typeface="Poppins SemiBold"/>
              </a:rPr>
              <a:t>Front Chassis Design</a:t>
            </a:r>
            <a:endParaRPr sz="2000">
              <a:latin typeface="Poppins SemiBold"/>
              <a:ea typeface="Poppins SemiBold"/>
              <a:cs typeface="Poppins SemiBold"/>
              <a:sym typeface="Poppins SemiBold"/>
            </a:endParaRPr>
          </a:p>
        </p:txBody>
      </p:sp>
      <p:sp>
        <p:nvSpPr>
          <p:cNvPr id="16433" name="Google Shape;16433;p44"/>
          <p:cNvSpPr txBox="1"/>
          <p:nvPr>
            <p:ph idx="4294967295" type="subTitle"/>
          </p:nvPr>
        </p:nvSpPr>
        <p:spPr>
          <a:xfrm>
            <a:off x="4143877" y="3656180"/>
            <a:ext cx="585900" cy="4569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1"/>
                </a:solidFill>
                <a:latin typeface="Poppins SemiBold"/>
                <a:ea typeface="Poppins SemiBold"/>
                <a:cs typeface="Poppins SemiBold"/>
                <a:sym typeface="Poppins SemiBold"/>
              </a:rPr>
              <a:t>3</a:t>
            </a:r>
            <a:endParaRPr sz="2400">
              <a:solidFill>
                <a:schemeClr val="dk1"/>
              </a:solidFill>
              <a:latin typeface="Poppins SemiBold"/>
              <a:ea typeface="Poppins SemiBold"/>
              <a:cs typeface="Poppins SemiBold"/>
              <a:sym typeface="Poppins SemiBold"/>
            </a:endParaRPr>
          </a:p>
        </p:txBody>
      </p:sp>
      <p:sp>
        <p:nvSpPr>
          <p:cNvPr id="16440" name="Google Shape;16440;p44"/>
          <p:cNvSpPr txBox="1"/>
          <p:nvPr>
            <p:ph idx="4294967295" type="subTitle"/>
          </p:nvPr>
        </p:nvSpPr>
        <p:spPr>
          <a:xfrm>
            <a:off x="6636925" y="2007651"/>
            <a:ext cx="2121600" cy="59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Actually putting together the front end</a:t>
            </a:r>
            <a:endParaRPr/>
          </a:p>
        </p:txBody>
      </p:sp>
      <p:sp>
        <p:nvSpPr>
          <p:cNvPr id="16441" name="Google Shape;16441;p44"/>
          <p:cNvSpPr txBox="1"/>
          <p:nvPr>
            <p:ph idx="4294967295" type="subTitle"/>
          </p:nvPr>
        </p:nvSpPr>
        <p:spPr>
          <a:xfrm>
            <a:off x="6636924" y="1661900"/>
            <a:ext cx="2322900" cy="46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Poppins SemiBold"/>
                <a:ea typeface="Poppins SemiBold"/>
                <a:cs typeface="Poppins SemiBold"/>
                <a:sym typeface="Poppins SemiBold"/>
              </a:rPr>
              <a:t>Construction</a:t>
            </a:r>
            <a:endParaRPr sz="2400">
              <a:latin typeface="Poppins SemiBold"/>
              <a:ea typeface="Poppins SemiBold"/>
              <a:cs typeface="Poppins SemiBold"/>
              <a:sym typeface="Poppins SemiBold"/>
            </a:endParaRPr>
          </a:p>
        </p:txBody>
      </p:sp>
      <p:sp>
        <p:nvSpPr>
          <p:cNvPr id="16442" name="Google Shape;16442;p44"/>
          <p:cNvSpPr txBox="1"/>
          <p:nvPr>
            <p:ph idx="4294967295" type="subTitle"/>
          </p:nvPr>
        </p:nvSpPr>
        <p:spPr>
          <a:xfrm>
            <a:off x="5932702" y="1753744"/>
            <a:ext cx="585900" cy="4569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1"/>
                </a:solidFill>
                <a:latin typeface="Poppins SemiBold"/>
                <a:ea typeface="Poppins SemiBold"/>
                <a:cs typeface="Poppins SemiBold"/>
                <a:sym typeface="Poppins SemiBold"/>
              </a:rPr>
              <a:t>4</a:t>
            </a:r>
            <a:endParaRPr sz="2400">
              <a:solidFill>
                <a:schemeClr val="dk1"/>
              </a:solidFill>
              <a:latin typeface="Poppins SemiBold"/>
              <a:ea typeface="Poppins SemiBold"/>
              <a:cs typeface="Poppins SemiBold"/>
              <a:sym typeface="Poppins SemiBold"/>
            </a:endParaRPr>
          </a:p>
        </p:txBody>
      </p:sp>
      <p:cxnSp>
        <p:nvCxnSpPr>
          <p:cNvPr id="16443" name="Google Shape;16443;p44"/>
          <p:cNvCxnSpPr>
            <a:stCxn id="16442" idx="2"/>
          </p:cNvCxnSpPr>
          <p:nvPr/>
        </p:nvCxnSpPr>
        <p:spPr>
          <a:xfrm flipH="1">
            <a:off x="6222352" y="2210644"/>
            <a:ext cx="3300" cy="709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16444" name="Google Shape;16444;p44"/>
          <p:cNvCxnSpPr>
            <a:stCxn id="16445" idx="0"/>
          </p:cNvCxnSpPr>
          <p:nvPr/>
        </p:nvCxnSpPr>
        <p:spPr>
          <a:xfrm rot="10800000">
            <a:off x="8021727" y="2920930"/>
            <a:ext cx="0" cy="7449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oval"/>
          </a:ln>
        </p:spPr>
      </p:cxnSp>
      <p:sp>
        <p:nvSpPr>
          <p:cNvPr id="16446" name="Google Shape;16446;p44"/>
          <p:cNvSpPr txBox="1"/>
          <p:nvPr>
            <p:ph idx="4294967295" type="subTitle"/>
          </p:nvPr>
        </p:nvSpPr>
        <p:spPr>
          <a:xfrm>
            <a:off x="7149327" y="4198100"/>
            <a:ext cx="1744800" cy="46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latin typeface="Poppins SemiBold"/>
                <a:ea typeface="Poppins SemiBold"/>
                <a:cs typeface="Poppins SemiBold"/>
                <a:sym typeface="Poppins SemiBold"/>
              </a:rPr>
              <a:t>Completion</a:t>
            </a:r>
            <a:endParaRPr sz="2000">
              <a:latin typeface="Poppins SemiBold"/>
              <a:ea typeface="Poppins SemiBold"/>
              <a:cs typeface="Poppins SemiBold"/>
              <a:sym typeface="Poppins SemiBold"/>
            </a:endParaRPr>
          </a:p>
        </p:txBody>
      </p:sp>
      <p:sp>
        <p:nvSpPr>
          <p:cNvPr id="16445" name="Google Shape;16445;p44"/>
          <p:cNvSpPr txBox="1"/>
          <p:nvPr>
            <p:ph idx="4294967295" type="subTitle"/>
          </p:nvPr>
        </p:nvSpPr>
        <p:spPr>
          <a:xfrm>
            <a:off x="7728777" y="3665830"/>
            <a:ext cx="585900" cy="4569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1"/>
                </a:solidFill>
                <a:latin typeface="Poppins SemiBold"/>
                <a:ea typeface="Poppins SemiBold"/>
                <a:cs typeface="Poppins SemiBold"/>
                <a:sym typeface="Poppins SemiBold"/>
              </a:rPr>
              <a:t>5</a:t>
            </a:r>
            <a:endParaRPr sz="2400">
              <a:solidFill>
                <a:schemeClr val="dk1"/>
              </a:solidFill>
              <a:latin typeface="Poppins SemiBold"/>
              <a:ea typeface="Poppins SemiBold"/>
              <a:cs typeface="Poppins SemiBold"/>
              <a:sym typeface="Poppins SemiBold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450" name="Shape 164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51" name="Google Shape;16451;p45"/>
          <p:cNvSpPr txBox="1"/>
          <p:nvPr>
            <p:ph type="title"/>
          </p:nvPr>
        </p:nvSpPr>
        <p:spPr>
          <a:xfrm>
            <a:off x="720000" y="2427400"/>
            <a:ext cx="8062200" cy="95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700"/>
              <a:t>Future Considerations</a:t>
            </a:r>
            <a:endParaRPr sz="3700"/>
          </a:p>
        </p:txBody>
      </p:sp>
      <p:sp>
        <p:nvSpPr>
          <p:cNvPr id="16452" name="Google Shape;16452;p45"/>
          <p:cNvSpPr txBox="1"/>
          <p:nvPr>
            <p:ph idx="2" type="title"/>
          </p:nvPr>
        </p:nvSpPr>
        <p:spPr>
          <a:xfrm>
            <a:off x="720000" y="1296588"/>
            <a:ext cx="1256700" cy="95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16453" name="Google Shape;16453;p45"/>
          <p:cNvSpPr txBox="1"/>
          <p:nvPr>
            <p:ph idx="1" type="subTitle"/>
          </p:nvPr>
        </p:nvSpPr>
        <p:spPr>
          <a:xfrm>
            <a:off x="720000" y="3471913"/>
            <a:ext cx="5067600" cy="37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Rebuilding the rest of the HFCV</a:t>
            </a:r>
            <a:endParaRPr/>
          </a:p>
        </p:txBody>
      </p:sp>
      <p:sp>
        <p:nvSpPr>
          <p:cNvPr id="16454" name="Google Shape;16454;p45"/>
          <p:cNvSpPr/>
          <p:nvPr/>
        </p:nvSpPr>
        <p:spPr>
          <a:xfrm flipH="1" rot="10800000">
            <a:off x="2390075" y="4446625"/>
            <a:ext cx="5180700" cy="9567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55" name="Google Shape;16455;p45"/>
          <p:cNvSpPr/>
          <p:nvPr/>
        </p:nvSpPr>
        <p:spPr>
          <a:xfrm>
            <a:off x="4672348" y="4160311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456" name="Google Shape;16456;p45"/>
          <p:cNvGrpSpPr/>
          <p:nvPr/>
        </p:nvGrpSpPr>
        <p:grpSpPr>
          <a:xfrm>
            <a:off x="6164164" y="264950"/>
            <a:ext cx="3478111" cy="3478005"/>
            <a:chOff x="1136350" y="86675"/>
            <a:chExt cx="4941903" cy="4941752"/>
          </a:xfrm>
        </p:grpSpPr>
        <p:sp>
          <p:nvSpPr>
            <p:cNvPr id="16457" name="Google Shape;16457;p45"/>
            <p:cNvSpPr/>
            <p:nvPr/>
          </p:nvSpPr>
          <p:spPr>
            <a:xfrm>
              <a:off x="2290236" y="1256492"/>
              <a:ext cx="2767668" cy="2601848"/>
            </a:xfrm>
            <a:custGeom>
              <a:rect b="b" l="l" r="r" t="t"/>
              <a:pathLst>
                <a:path extrusionOk="0" h="34457" w="36653">
                  <a:moveTo>
                    <a:pt x="17728" y="598"/>
                  </a:moveTo>
                  <a:cubicBezTo>
                    <a:pt x="19719" y="598"/>
                    <a:pt x="21717" y="965"/>
                    <a:pt x="23632" y="1690"/>
                  </a:cubicBezTo>
                  <a:cubicBezTo>
                    <a:pt x="27785" y="3265"/>
                    <a:pt x="31075" y="6369"/>
                    <a:pt x="32893" y="10413"/>
                  </a:cubicBezTo>
                  <a:cubicBezTo>
                    <a:pt x="36653" y="18775"/>
                    <a:pt x="32906" y="28631"/>
                    <a:pt x="24551" y="32392"/>
                  </a:cubicBezTo>
                  <a:cubicBezTo>
                    <a:pt x="22370" y="33369"/>
                    <a:pt x="20054" y="33861"/>
                    <a:pt x="17733" y="33861"/>
                  </a:cubicBezTo>
                  <a:cubicBezTo>
                    <a:pt x="15742" y="33861"/>
                    <a:pt x="13748" y="33499"/>
                    <a:pt x="11833" y="32771"/>
                  </a:cubicBezTo>
                  <a:cubicBezTo>
                    <a:pt x="7679" y="31196"/>
                    <a:pt x="4397" y="28092"/>
                    <a:pt x="2572" y="24048"/>
                  </a:cubicBezTo>
                  <a:cubicBezTo>
                    <a:pt x="754" y="19999"/>
                    <a:pt x="616" y="15479"/>
                    <a:pt x="2192" y="11332"/>
                  </a:cubicBezTo>
                  <a:cubicBezTo>
                    <a:pt x="3768" y="7178"/>
                    <a:pt x="6872" y="3894"/>
                    <a:pt x="10921" y="2069"/>
                  </a:cubicBezTo>
                  <a:cubicBezTo>
                    <a:pt x="13099" y="1096"/>
                    <a:pt x="15406" y="598"/>
                    <a:pt x="17728" y="598"/>
                  </a:cubicBezTo>
                  <a:close/>
                  <a:moveTo>
                    <a:pt x="17726" y="0"/>
                  </a:moveTo>
                  <a:cubicBezTo>
                    <a:pt x="15324" y="0"/>
                    <a:pt x="12928" y="509"/>
                    <a:pt x="10672" y="1524"/>
                  </a:cubicBezTo>
                  <a:cubicBezTo>
                    <a:pt x="6477" y="3411"/>
                    <a:pt x="3270" y="6818"/>
                    <a:pt x="1638" y="11118"/>
                  </a:cubicBezTo>
                  <a:cubicBezTo>
                    <a:pt x="1" y="15416"/>
                    <a:pt x="145" y="20095"/>
                    <a:pt x="2026" y="24290"/>
                  </a:cubicBezTo>
                  <a:cubicBezTo>
                    <a:pt x="3912" y="28485"/>
                    <a:pt x="7319" y="31693"/>
                    <a:pt x="11619" y="33324"/>
                  </a:cubicBezTo>
                  <a:cubicBezTo>
                    <a:pt x="13609" y="34084"/>
                    <a:pt x="15676" y="34457"/>
                    <a:pt x="17743" y="34457"/>
                  </a:cubicBezTo>
                  <a:cubicBezTo>
                    <a:pt x="20142" y="34457"/>
                    <a:pt x="22539" y="33946"/>
                    <a:pt x="24793" y="32937"/>
                  </a:cubicBezTo>
                  <a:cubicBezTo>
                    <a:pt x="28988" y="31050"/>
                    <a:pt x="32194" y="27643"/>
                    <a:pt x="33833" y="23343"/>
                  </a:cubicBezTo>
                  <a:cubicBezTo>
                    <a:pt x="35464" y="19045"/>
                    <a:pt x="35326" y="14366"/>
                    <a:pt x="33438" y="10171"/>
                  </a:cubicBezTo>
                  <a:cubicBezTo>
                    <a:pt x="31552" y="5976"/>
                    <a:pt x="28145" y="2768"/>
                    <a:pt x="23846" y="1131"/>
                  </a:cubicBezTo>
                  <a:cubicBezTo>
                    <a:pt x="21859" y="376"/>
                    <a:pt x="19790" y="0"/>
                    <a:pt x="177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8" name="Google Shape;16458;p45"/>
            <p:cNvSpPr/>
            <p:nvPr/>
          </p:nvSpPr>
          <p:spPr>
            <a:xfrm>
              <a:off x="3371629" y="4691867"/>
              <a:ext cx="291771" cy="306344"/>
            </a:xfrm>
            <a:custGeom>
              <a:rect b="b" l="l" r="r" t="t"/>
              <a:pathLst>
                <a:path extrusionOk="0" h="4057" w="3864">
                  <a:moveTo>
                    <a:pt x="3863" y="1"/>
                  </a:moveTo>
                  <a:lnTo>
                    <a:pt x="0" y="3857"/>
                  </a:lnTo>
                  <a:lnTo>
                    <a:pt x="1971" y="4056"/>
                  </a:lnTo>
                  <a:lnTo>
                    <a:pt x="3034" y="2993"/>
                  </a:lnTo>
                  <a:lnTo>
                    <a:pt x="386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9" name="Google Shape;16459;p45"/>
            <p:cNvSpPr/>
            <p:nvPr/>
          </p:nvSpPr>
          <p:spPr>
            <a:xfrm>
              <a:off x="2162396" y="3506570"/>
              <a:ext cx="322126" cy="335189"/>
            </a:xfrm>
            <a:custGeom>
              <a:rect b="b" l="l" r="r" t="t"/>
              <a:pathLst>
                <a:path extrusionOk="0" h="4439" w="4266">
                  <a:moveTo>
                    <a:pt x="3276" y="1"/>
                  </a:moveTo>
                  <a:lnTo>
                    <a:pt x="0" y="3277"/>
                  </a:lnTo>
                  <a:cubicBezTo>
                    <a:pt x="63" y="3353"/>
                    <a:pt x="125" y="3430"/>
                    <a:pt x="188" y="3506"/>
                  </a:cubicBezTo>
                  <a:cubicBezTo>
                    <a:pt x="291" y="3630"/>
                    <a:pt x="395" y="3755"/>
                    <a:pt x="505" y="3879"/>
                  </a:cubicBezTo>
                  <a:cubicBezTo>
                    <a:pt x="526" y="3899"/>
                    <a:pt x="539" y="3927"/>
                    <a:pt x="561" y="3947"/>
                  </a:cubicBezTo>
                  <a:cubicBezTo>
                    <a:pt x="705" y="4113"/>
                    <a:pt x="858" y="4272"/>
                    <a:pt x="1002" y="4438"/>
                  </a:cubicBezTo>
                  <a:lnTo>
                    <a:pt x="4265" y="1175"/>
                  </a:lnTo>
                  <a:cubicBezTo>
                    <a:pt x="3920" y="795"/>
                    <a:pt x="3588" y="402"/>
                    <a:pt x="32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0" name="Google Shape;16460;p45"/>
            <p:cNvSpPr/>
            <p:nvPr/>
          </p:nvSpPr>
          <p:spPr>
            <a:xfrm>
              <a:off x="4141917" y="3099490"/>
              <a:ext cx="1301188" cy="1399276"/>
            </a:xfrm>
            <a:custGeom>
              <a:rect b="b" l="l" r="r" t="t"/>
              <a:pathLst>
                <a:path extrusionOk="0" h="18531" w="17232">
                  <a:moveTo>
                    <a:pt x="17232" y="1"/>
                  </a:moveTo>
                  <a:lnTo>
                    <a:pt x="0" y="17232"/>
                  </a:lnTo>
                  <a:lnTo>
                    <a:pt x="871" y="18531"/>
                  </a:lnTo>
                  <a:lnTo>
                    <a:pt x="15890" y="3513"/>
                  </a:lnTo>
                  <a:cubicBezTo>
                    <a:pt x="16042" y="3187"/>
                    <a:pt x="16188" y="2862"/>
                    <a:pt x="16326" y="2531"/>
                  </a:cubicBezTo>
                  <a:cubicBezTo>
                    <a:pt x="16339" y="2502"/>
                    <a:pt x="16346" y="2476"/>
                    <a:pt x="16361" y="2454"/>
                  </a:cubicBezTo>
                  <a:cubicBezTo>
                    <a:pt x="16422" y="2303"/>
                    <a:pt x="16485" y="2144"/>
                    <a:pt x="16547" y="1991"/>
                  </a:cubicBezTo>
                  <a:cubicBezTo>
                    <a:pt x="16547" y="1985"/>
                    <a:pt x="16553" y="1978"/>
                    <a:pt x="16553" y="1963"/>
                  </a:cubicBezTo>
                  <a:cubicBezTo>
                    <a:pt x="16562" y="1957"/>
                    <a:pt x="16562" y="1950"/>
                    <a:pt x="16568" y="1943"/>
                  </a:cubicBezTo>
                  <a:cubicBezTo>
                    <a:pt x="16595" y="1867"/>
                    <a:pt x="16623" y="1797"/>
                    <a:pt x="16651" y="1723"/>
                  </a:cubicBezTo>
                  <a:cubicBezTo>
                    <a:pt x="16686" y="1632"/>
                    <a:pt x="16719" y="1542"/>
                    <a:pt x="16754" y="1452"/>
                  </a:cubicBezTo>
                  <a:cubicBezTo>
                    <a:pt x="16810" y="1293"/>
                    <a:pt x="16865" y="1142"/>
                    <a:pt x="16913" y="983"/>
                  </a:cubicBezTo>
                  <a:cubicBezTo>
                    <a:pt x="16926" y="961"/>
                    <a:pt x="16935" y="935"/>
                    <a:pt x="16948" y="907"/>
                  </a:cubicBezTo>
                  <a:cubicBezTo>
                    <a:pt x="17044" y="603"/>
                    <a:pt x="17142" y="304"/>
                    <a:pt x="172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1" name="Google Shape;16461;p45"/>
            <p:cNvSpPr/>
            <p:nvPr/>
          </p:nvSpPr>
          <p:spPr>
            <a:xfrm>
              <a:off x="1766869" y="1154401"/>
              <a:ext cx="477978" cy="451021"/>
            </a:xfrm>
            <a:custGeom>
              <a:rect b="b" l="l" r="r" t="t"/>
              <a:pathLst>
                <a:path extrusionOk="0" h="5973" w="6330">
                  <a:moveTo>
                    <a:pt x="4878" y="1"/>
                  </a:moveTo>
                  <a:lnTo>
                    <a:pt x="0" y="4881"/>
                  </a:lnTo>
                  <a:lnTo>
                    <a:pt x="1072" y="5973"/>
                  </a:lnTo>
                  <a:lnTo>
                    <a:pt x="6330" y="713"/>
                  </a:lnTo>
                  <a:lnTo>
                    <a:pt x="48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2" name="Google Shape;16462;p45"/>
            <p:cNvSpPr/>
            <p:nvPr/>
          </p:nvSpPr>
          <p:spPr>
            <a:xfrm>
              <a:off x="1673915" y="1092784"/>
              <a:ext cx="445207" cy="418174"/>
            </a:xfrm>
            <a:custGeom>
              <a:rect b="b" l="l" r="r" t="t"/>
              <a:pathLst>
                <a:path extrusionOk="0" h="5538" w="5896">
                  <a:moveTo>
                    <a:pt x="4444" y="1"/>
                  </a:moveTo>
                  <a:lnTo>
                    <a:pt x="0" y="4445"/>
                  </a:lnTo>
                  <a:lnTo>
                    <a:pt x="1072" y="5538"/>
                  </a:lnTo>
                  <a:lnTo>
                    <a:pt x="5895" y="712"/>
                  </a:lnTo>
                  <a:lnTo>
                    <a:pt x="444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3" name="Google Shape;16463;p45"/>
            <p:cNvSpPr/>
            <p:nvPr/>
          </p:nvSpPr>
          <p:spPr>
            <a:xfrm>
              <a:off x="1188001" y="2095344"/>
              <a:ext cx="357540" cy="357691"/>
            </a:xfrm>
            <a:custGeom>
              <a:rect b="b" l="l" r="r" t="t"/>
              <a:pathLst>
                <a:path extrusionOk="0" h="4737" w="4735">
                  <a:moveTo>
                    <a:pt x="4735" y="1"/>
                  </a:moveTo>
                  <a:lnTo>
                    <a:pt x="2406" y="160"/>
                  </a:lnTo>
                  <a:lnTo>
                    <a:pt x="243" y="2323"/>
                  </a:lnTo>
                  <a:lnTo>
                    <a:pt x="1" y="4736"/>
                  </a:lnTo>
                  <a:lnTo>
                    <a:pt x="47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4" name="Google Shape;16464;p45"/>
            <p:cNvSpPr/>
            <p:nvPr/>
          </p:nvSpPr>
          <p:spPr>
            <a:xfrm>
              <a:off x="2451452" y="390909"/>
              <a:ext cx="48175" cy="42890"/>
            </a:xfrm>
            <a:custGeom>
              <a:rect b="b" l="l" r="r" t="t"/>
              <a:pathLst>
                <a:path extrusionOk="0" h="568" w="638">
                  <a:moveTo>
                    <a:pt x="638" y="0"/>
                  </a:moveTo>
                  <a:lnTo>
                    <a:pt x="1" y="290"/>
                  </a:lnTo>
                  <a:lnTo>
                    <a:pt x="70" y="567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5" name="Google Shape;16465;p45"/>
            <p:cNvSpPr/>
            <p:nvPr/>
          </p:nvSpPr>
          <p:spPr>
            <a:xfrm>
              <a:off x="4217050" y="3411653"/>
              <a:ext cx="1180599" cy="1199401"/>
            </a:xfrm>
            <a:custGeom>
              <a:rect b="b" l="l" r="r" t="t"/>
              <a:pathLst>
                <a:path extrusionOk="0" h="15884" w="15635">
                  <a:moveTo>
                    <a:pt x="14591" y="1"/>
                  </a:moveTo>
                  <a:lnTo>
                    <a:pt x="1" y="14583"/>
                  </a:lnTo>
                  <a:lnTo>
                    <a:pt x="872" y="15883"/>
                  </a:lnTo>
                  <a:lnTo>
                    <a:pt x="6138" y="10617"/>
                  </a:lnTo>
                  <a:lnTo>
                    <a:pt x="5896" y="9698"/>
                  </a:lnTo>
                  <a:cubicBezTo>
                    <a:pt x="6402" y="9373"/>
                    <a:pt x="6899" y="9019"/>
                    <a:pt x="7382" y="8653"/>
                  </a:cubicBezTo>
                  <a:cubicBezTo>
                    <a:pt x="7382" y="8653"/>
                    <a:pt x="7389" y="8646"/>
                    <a:pt x="7397" y="8646"/>
                  </a:cubicBezTo>
                  <a:cubicBezTo>
                    <a:pt x="7410" y="8633"/>
                    <a:pt x="7430" y="8620"/>
                    <a:pt x="7445" y="8605"/>
                  </a:cubicBezTo>
                  <a:cubicBezTo>
                    <a:pt x="7576" y="8502"/>
                    <a:pt x="7707" y="8404"/>
                    <a:pt x="7838" y="8301"/>
                  </a:cubicBezTo>
                  <a:cubicBezTo>
                    <a:pt x="7915" y="8238"/>
                    <a:pt x="7984" y="8177"/>
                    <a:pt x="8061" y="8122"/>
                  </a:cubicBezTo>
                  <a:cubicBezTo>
                    <a:pt x="8135" y="8059"/>
                    <a:pt x="8212" y="7997"/>
                    <a:pt x="8288" y="7928"/>
                  </a:cubicBezTo>
                  <a:cubicBezTo>
                    <a:pt x="8316" y="7906"/>
                    <a:pt x="8336" y="7893"/>
                    <a:pt x="8364" y="7873"/>
                  </a:cubicBezTo>
                  <a:cubicBezTo>
                    <a:pt x="8460" y="7782"/>
                    <a:pt x="8565" y="7699"/>
                    <a:pt x="8661" y="7609"/>
                  </a:cubicBezTo>
                  <a:cubicBezTo>
                    <a:pt x="8683" y="7596"/>
                    <a:pt x="8709" y="7574"/>
                    <a:pt x="8731" y="7555"/>
                  </a:cubicBezTo>
                  <a:cubicBezTo>
                    <a:pt x="9187" y="7153"/>
                    <a:pt x="9628" y="6738"/>
                    <a:pt x="10051" y="6311"/>
                  </a:cubicBezTo>
                  <a:lnTo>
                    <a:pt x="10313" y="6442"/>
                  </a:lnTo>
                  <a:lnTo>
                    <a:pt x="15635" y="1120"/>
                  </a:lnTo>
                  <a:lnTo>
                    <a:pt x="14571" y="42"/>
                  </a:lnTo>
                  <a:cubicBezTo>
                    <a:pt x="14578" y="27"/>
                    <a:pt x="14585" y="14"/>
                    <a:pt x="145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6" name="Google Shape;16466;p45"/>
            <p:cNvSpPr/>
            <p:nvPr/>
          </p:nvSpPr>
          <p:spPr>
            <a:xfrm>
              <a:off x="3201503" y="3840631"/>
              <a:ext cx="1289182" cy="1140428"/>
            </a:xfrm>
            <a:custGeom>
              <a:rect b="b" l="l" r="r" t="t"/>
              <a:pathLst>
                <a:path extrusionOk="0" h="15103" w="17073">
                  <a:moveTo>
                    <a:pt x="17072" y="1"/>
                  </a:moveTo>
                  <a:lnTo>
                    <a:pt x="17072" y="1"/>
                  </a:lnTo>
                  <a:cubicBezTo>
                    <a:pt x="16256" y="547"/>
                    <a:pt x="15405" y="1038"/>
                    <a:pt x="14521" y="1459"/>
                  </a:cubicBezTo>
                  <a:cubicBezTo>
                    <a:pt x="14493" y="1479"/>
                    <a:pt x="14467" y="1494"/>
                    <a:pt x="14432" y="1507"/>
                  </a:cubicBezTo>
                  <a:cubicBezTo>
                    <a:pt x="14301" y="1570"/>
                    <a:pt x="14176" y="1625"/>
                    <a:pt x="14045" y="1680"/>
                  </a:cubicBezTo>
                  <a:cubicBezTo>
                    <a:pt x="13921" y="1736"/>
                    <a:pt x="13803" y="1791"/>
                    <a:pt x="13685" y="1845"/>
                  </a:cubicBezTo>
                  <a:cubicBezTo>
                    <a:pt x="13650" y="1852"/>
                    <a:pt x="13622" y="1867"/>
                    <a:pt x="13589" y="1880"/>
                  </a:cubicBezTo>
                  <a:cubicBezTo>
                    <a:pt x="13284" y="2011"/>
                    <a:pt x="12974" y="2129"/>
                    <a:pt x="12662" y="2247"/>
                  </a:cubicBezTo>
                  <a:lnTo>
                    <a:pt x="0" y="14902"/>
                  </a:lnTo>
                  <a:lnTo>
                    <a:pt x="1969" y="15102"/>
                  </a:lnTo>
                  <a:lnTo>
                    <a:pt x="6241" y="10831"/>
                  </a:lnTo>
                  <a:lnTo>
                    <a:pt x="7009" y="8046"/>
                  </a:lnTo>
                  <a:cubicBezTo>
                    <a:pt x="7609" y="8011"/>
                    <a:pt x="8211" y="7956"/>
                    <a:pt x="8812" y="7880"/>
                  </a:cubicBezTo>
                  <a:cubicBezTo>
                    <a:pt x="8847" y="7880"/>
                    <a:pt x="8875" y="7873"/>
                    <a:pt x="8903" y="7873"/>
                  </a:cubicBezTo>
                  <a:cubicBezTo>
                    <a:pt x="9019" y="7852"/>
                    <a:pt x="9130" y="7839"/>
                    <a:pt x="9248" y="7824"/>
                  </a:cubicBezTo>
                  <a:lnTo>
                    <a:pt x="170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7" name="Google Shape;16467;p45"/>
            <p:cNvSpPr/>
            <p:nvPr/>
          </p:nvSpPr>
          <p:spPr>
            <a:xfrm>
              <a:off x="1458331" y="1690379"/>
              <a:ext cx="891471" cy="926508"/>
            </a:xfrm>
            <a:custGeom>
              <a:rect b="b" l="l" r="r" t="t"/>
              <a:pathLst>
                <a:path extrusionOk="0" h="12270" w="11806">
                  <a:moveTo>
                    <a:pt x="11806" y="1"/>
                  </a:moveTo>
                  <a:lnTo>
                    <a:pt x="0" y="11800"/>
                  </a:lnTo>
                  <a:lnTo>
                    <a:pt x="1701" y="12269"/>
                  </a:lnTo>
                  <a:lnTo>
                    <a:pt x="9538" y="4438"/>
                  </a:lnTo>
                  <a:cubicBezTo>
                    <a:pt x="10112" y="2875"/>
                    <a:pt x="10872" y="1383"/>
                    <a:pt x="118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8" name="Google Shape;16468;p45"/>
            <p:cNvSpPr/>
            <p:nvPr/>
          </p:nvSpPr>
          <p:spPr>
            <a:xfrm>
              <a:off x="5911669" y="2868275"/>
              <a:ext cx="137806" cy="137881"/>
            </a:xfrm>
            <a:custGeom>
              <a:rect b="b" l="l" r="r" t="t"/>
              <a:pathLst>
                <a:path extrusionOk="0" h="1826" w="1825">
                  <a:moveTo>
                    <a:pt x="1825" y="1"/>
                  </a:moveTo>
                  <a:lnTo>
                    <a:pt x="0" y="1825"/>
                  </a:lnTo>
                  <a:lnTo>
                    <a:pt x="1652" y="1716"/>
                  </a:lnTo>
                  <a:lnTo>
                    <a:pt x="18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9" name="Google Shape;16469;p45"/>
            <p:cNvSpPr/>
            <p:nvPr/>
          </p:nvSpPr>
          <p:spPr>
            <a:xfrm>
              <a:off x="1739685" y="2312061"/>
              <a:ext cx="363807" cy="511958"/>
            </a:xfrm>
            <a:custGeom>
              <a:rect b="b" l="l" r="r" t="t"/>
              <a:pathLst>
                <a:path extrusionOk="0" h="6780" w="4818">
                  <a:moveTo>
                    <a:pt x="4817" y="0"/>
                  </a:moveTo>
                  <a:lnTo>
                    <a:pt x="0" y="4811"/>
                  </a:lnTo>
                  <a:cubicBezTo>
                    <a:pt x="35" y="5342"/>
                    <a:pt x="83" y="5874"/>
                    <a:pt x="153" y="6400"/>
                  </a:cubicBezTo>
                  <a:cubicBezTo>
                    <a:pt x="153" y="6428"/>
                    <a:pt x="159" y="6455"/>
                    <a:pt x="159" y="6489"/>
                  </a:cubicBezTo>
                  <a:cubicBezTo>
                    <a:pt x="173" y="6586"/>
                    <a:pt x="188" y="6683"/>
                    <a:pt x="201" y="6780"/>
                  </a:cubicBezTo>
                  <a:lnTo>
                    <a:pt x="4575" y="2412"/>
                  </a:lnTo>
                  <a:cubicBezTo>
                    <a:pt x="4583" y="2170"/>
                    <a:pt x="4596" y="1928"/>
                    <a:pt x="4616" y="1692"/>
                  </a:cubicBezTo>
                  <a:cubicBezTo>
                    <a:pt x="4616" y="1659"/>
                    <a:pt x="4616" y="1631"/>
                    <a:pt x="4625" y="1596"/>
                  </a:cubicBezTo>
                  <a:cubicBezTo>
                    <a:pt x="4631" y="1458"/>
                    <a:pt x="4651" y="1312"/>
                    <a:pt x="4666" y="1168"/>
                  </a:cubicBezTo>
                  <a:cubicBezTo>
                    <a:pt x="4679" y="1037"/>
                    <a:pt x="4686" y="904"/>
                    <a:pt x="4708" y="773"/>
                  </a:cubicBezTo>
                  <a:cubicBezTo>
                    <a:pt x="4708" y="747"/>
                    <a:pt x="4714" y="712"/>
                    <a:pt x="4714" y="684"/>
                  </a:cubicBezTo>
                  <a:cubicBezTo>
                    <a:pt x="4749" y="456"/>
                    <a:pt x="4776" y="228"/>
                    <a:pt x="48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0" name="Google Shape;16470;p45"/>
            <p:cNvSpPr/>
            <p:nvPr/>
          </p:nvSpPr>
          <p:spPr>
            <a:xfrm>
              <a:off x="1757959" y="2518735"/>
              <a:ext cx="330960" cy="463480"/>
            </a:xfrm>
            <a:custGeom>
              <a:rect b="b" l="l" r="r" t="t"/>
              <a:pathLst>
                <a:path extrusionOk="0" h="6138" w="4383">
                  <a:moveTo>
                    <a:pt x="4320" y="0"/>
                  </a:moveTo>
                  <a:lnTo>
                    <a:pt x="0" y="4320"/>
                  </a:lnTo>
                  <a:cubicBezTo>
                    <a:pt x="14" y="4388"/>
                    <a:pt x="20" y="4457"/>
                    <a:pt x="35" y="4527"/>
                  </a:cubicBezTo>
                  <a:cubicBezTo>
                    <a:pt x="48" y="4623"/>
                    <a:pt x="62" y="4719"/>
                    <a:pt x="83" y="4811"/>
                  </a:cubicBezTo>
                  <a:cubicBezTo>
                    <a:pt x="111" y="4977"/>
                    <a:pt x="138" y="5134"/>
                    <a:pt x="173" y="5300"/>
                  </a:cubicBezTo>
                  <a:cubicBezTo>
                    <a:pt x="179" y="5328"/>
                    <a:pt x="179" y="5356"/>
                    <a:pt x="186" y="5383"/>
                  </a:cubicBezTo>
                  <a:cubicBezTo>
                    <a:pt x="236" y="5640"/>
                    <a:pt x="291" y="5889"/>
                    <a:pt x="352" y="6138"/>
                  </a:cubicBezTo>
                  <a:lnTo>
                    <a:pt x="4383" y="2107"/>
                  </a:lnTo>
                  <a:cubicBezTo>
                    <a:pt x="4326" y="1410"/>
                    <a:pt x="4306" y="705"/>
                    <a:pt x="43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1" name="Google Shape;16471;p45"/>
            <p:cNvSpPr/>
            <p:nvPr/>
          </p:nvSpPr>
          <p:spPr>
            <a:xfrm>
              <a:off x="5389812" y="3792077"/>
              <a:ext cx="332017" cy="350291"/>
            </a:xfrm>
            <a:custGeom>
              <a:rect b="b" l="l" r="r" t="t"/>
              <a:pathLst>
                <a:path extrusionOk="0" h="4639" w="4397">
                  <a:moveTo>
                    <a:pt x="3953" y="0"/>
                  </a:moveTo>
                  <a:lnTo>
                    <a:pt x="1" y="3961"/>
                  </a:lnTo>
                  <a:lnTo>
                    <a:pt x="1382" y="4638"/>
                  </a:lnTo>
                  <a:lnTo>
                    <a:pt x="4396" y="450"/>
                  </a:lnTo>
                  <a:lnTo>
                    <a:pt x="395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2" name="Google Shape;16472;p45"/>
            <p:cNvSpPr/>
            <p:nvPr/>
          </p:nvSpPr>
          <p:spPr>
            <a:xfrm>
              <a:off x="2051772" y="3786943"/>
              <a:ext cx="736449" cy="709265"/>
            </a:xfrm>
            <a:custGeom>
              <a:rect b="b" l="l" r="r" t="t"/>
              <a:pathLst>
                <a:path extrusionOk="0" h="9393" w="9753">
                  <a:moveTo>
                    <a:pt x="8480" y="0"/>
                  </a:moveTo>
                  <a:lnTo>
                    <a:pt x="1" y="8480"/>
                  </a:lnTo>
                  <a:lnTo>
                    <a:pt x="1258" y="9392"/>
                  </a:lnTo>
                  <a:lnTo>
                    <a:pt x="9753" y="891"/>
                  </a:lnTo>
                  <a:cubicBezTo>
                    <a:pt x="9615" y="801"/>
                    <a:pt x="9476" y="712"/>
                    <a:pt x="9338" y="614"/>
                  </a:cubicBezTo>
                  <a:cubicBezTo>
                    <a:pt x="9310" y="601"/>
                    <a:pt x="9283" y="581"/>
                    <a:pt x="9255" y="559"/>
                  </a:cubicBezTo>
                  <a:cubicBezTo>
                    <a:pt x="9137" y="476"/>
                    <a:pt x="9026" y="393"/>
                    <a:pt x="8910" y="310"/>
                  </a:cubicBezTo>
                  <a:cubicBezTo>
                    <a:pt x="8799" y="234"/>
                    <a:pt x="8694" y="158"/>
                    <a:pt x="8591" y="83"/>
                  </a:cubicBezTo>
                  <a:cubicBezTo>
                    <a:pt x="8563" y="62"/>
                    <a:pt x="8537" y="42"/>
                    <a:pt x="8508" y="20"/>
                  </a:cubicBezTo>
                  <a:cubicBezTo>
                    <a:pt x="8502" y="14"/>
                    <a:pt x="8487" y="7"/>
                    <a:pt x="84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3" name="Google Shape;16473;p45"/>
            <p:cNvSpPr/>
            <p:nvPr/>
          </p:nvSpPr>
          <p:spPr>
            <a:xfrm>
              <a:off x="1536636" y="972797"/>
              <a:ext cx="330507" cy="348705"/>
            </a:xfrm>
            <a:custGeom>
              <a:rect b="b" l="l" r="r" t="t"/>
              <a:pathLst>
                <a:path extrusionOk="0" h="4618" w="4377">
                  <a:moveTo>
                    <a:pt x="3021" y="1"/>
                  </a:moveTo>
                  <a:lnTo>
                    <a:pt x="0" y="4189"/>
                  </a:lnTo>
                  <a:lnTo>
                    <a:pt x="430" y="4617"/>
                  </a:lnTo>
                  <a:lnTo>
                    <a:pt x="4376" y="671"/>
                  </a:lnTo>
                  <a:lnTo>
                    <a:pt x="30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4" name="Google Shape;16474;p45"/>
            <p:cNvSpPr/>
            <p:nvPr/>
          </p:nvSpPr>
          <p:spPr>
            <a:xfrm>
              <a:off x="5737918" y="1690379"/>
              <a:ext cx="196326" cy="175938"/>
            </a:xfrm>
            <a:custGeom>
              <a:rect b="b" l="l" r="r" t="t"/>
              <a:pathLst>
                <a:path extrusionOk="0" h="2330" w="2600">
                  <a:moveTo>
                    <a:pt x="2329" y="1"/>
                  </a:moveTo>
                  <a:lnTo>
                    <a:pt x="0" y="2330"/>
                  </a:lnTo>
                  <a:lnTo>
                    <a:pt x="2600" y="588"/>
                  </a:lnTo>
                  <a:lnTo>
                    <a:pt x="232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5" name="Google Shape;16475;p45"/>
            <p:cNvSpPr/>
            <p:nvPr/>
          </p:nvSpPr>
          <p:spPr>
            <a:xfrm>
              <a:off x="1409324" y="2863669"/>
              <a:ext cx="737506" cy="817849"/>
            </a:xfrm>
            <a:custGeom>
              <a:rect b="b" l="l" r="r" t="t"/>
              <a:pathLst>
                <a:path extrusionOk="0" h="10831" w="9767">
                  <a:moveTo>
                    <a:pt x="9338" y="0"/>
                  </a:moveTo>
                  <a:lnTo>
                    <a:pt x="1" y="9338"/>
                  </a:lnTo>
                  <a:lnTo>
                    <a:pt x="671" y="10831"/>
                  </a:lnTo>
                  <a:lnTo>
                    <a:pt x="9766" y="1736"/>
                  </a:lnTo>
                  <a:cubicBezTo>
                    <a:pt x="9600" y="1162"/>
                    <a:pt x="9456" y="581"/>
                    <a:pt x="93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6" name="Google Shape;16476;p45"/>
            <p:cNvSpPr/>
            <p:nvPr/>
          </p:nvSpPr>
          <p:spPr>
            <a:xfrm>
              <a:off x="1467694" y="3013483"/>
              <a:ext cx="727690" cy="722253"/>
            </a:xfrm>
            <a:custGeom>
              <a:rect b="b" l="l" r="r" t="t"/>
              <a:pathLst>
                <a:path extrusionOk="0" h="9565" w="9637">
                  <a:moveTo>
                    <a:pt x="9069" y="0"/>
                  </a:moveTo>
                  <a:lnTo>
                    <a:pt x="1" y="9067"/>
                  </a:lnTo>
                  <a:lnTo>
                    <a:pt x="223" y="9565"/>
                  </a:lnTo>
                  <a:lnTo>
                    <a:pt x="2179" y="9054"/>
                  </a:lnTo>
                  <a:lnTo>
                    <a:pt x="9637" y="1596"/>
                  </a:lnTo>
                  <a:cubicBezTo>
                    <a:pt x="9421" y="1070"/>
                    <a:pt x="9235" y="539"/>
                    <a:pt x="90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7" name="Google Shape;16477;p45"/>
            <p:cNvSpPr/>
            <p:nvPr/>
          </p:nvSpPr>
          <p:spPr>
            <a:xfrm>
              <a:off x="1351332" y="2699735"/>
              <a:ext cx="759480" cy="852432"/>
            </a:xfrm>
            <a:custGeom>
              <a:rect b="b" l="l" r="r" t="t"/>
              <a:pathLst>
                <a:path extrusionOk="0" h="11289" w="10058">
                  <a:moveTo>
                    <a:pt x="9788" y="0"/>
                  </a:moveTo>
                  <a:lnTo>
                    <a:pt x="5793" y="3996"/>
                  </a:lnTo>
                  <a:cubicBezTo>
                    <a:pt x="5855" y="4252"/>
                    <a:pt x="5918" y="4500"/>
                    <a:pt x="5986" y="4749"/>
                  </a:cubicBezTo>
                  <a:lnTo>
                    <a:pt x="3111" y="6685"/>
                  </a:lnTo>
                  <a:lnTo>
                    <a:pt x="1" y="9795"/>
                  </a:lnTo>
                  <a:lnTo>
                    <a:pt x="671" y="11288"/>
                  </a:lnTo>
                  <a:lnTo>
                    <a:pt x="10058" y="1901"/>
                  </a:lnTo>
                  <a:cubicBezTo>
                    <a:pt x="9940" y="1272"/>
                    <a:pt x="9851" y="644"/>
                    <a:pt x="97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8" name="Google Shape;16478;p45"/>
            <p:cNvSpPr/>
            <p:nvPr/>
          </p:nvSpPr>
          <p:spPr>
            <a:xfrm>
              <a:off x="2236547" y="3607831"/>
              <a:ext cx="340852" cy="423385"/>
            </a:xfrm>
            <a:custGeom>
              <a:rect b="b" l="l" r="r" t="t"/>
              <a:pathLst>
                <a:path extrusionOk="0" h="5607" w="4514">
                  <a:moveTo>
                    <a:pt x="3436" y="0"/>
                  </a:moveTo>
                  <a:lnTo>
                    <a:pt x="173" y="3263"/>
                  </a:lnTo>
                  <a:cubicBezTo>
                    <a:pt x="387" y="3484"/>
                    <a:pt x="601" y="3706"/>
                    <a:pt x="823" y="3926"/>
                  </a:cubicBezTo>
                  <a:lnTo>
                    <a:pt x="0" y="5607"/>
                  </a:lnTo>
                  <a:lnTo>
                    <a:pt x="4514" y="1087"/>
                  </a:lnTo>
                  <a:cubicBezTo>
                    <a:pt x="4141" y="740"/>
                    <a:pt x="3781" y="373"/>
                    <a:pt x="34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9" name="Google Shape;16479;p45"/>
            <p:cNvSpPr/>
            <p:nvPr/>
          </p:nvSpPr>
          <p:spPr>
            <a:xfrm>
              <a:off x="2080995" y="3397004"/>
              <a:ext cx="318426" cy="344024"/>
            </a:xfrm>
            <a:custGeom>
              <a:rect b="b" l="l" r="r" t="t"/>
              <a:pathLst>
                <a:path extrusionOk="0" h="4556" w="4217">
                  <a:moveTo>
                    <a:pt x="3318" y="1"/>
                  </a:moveTo>
                  <a:lnTo>
                    <a:pt x="0" y="3318"/>
                  </a:lnTo>
                  <a:cubicBezTo>
                    <a:pt x="179" y="3560"/>
                    <a:pt x="354" y="3809"/>
                    <a:pt x="539" y="4051"/>
                  </a:cubicBezTo>
                  <a:cubicBezTo>
                    <a:pt x="553" y="4071"/>
                    <a:pt x="574" y="4093"/>
                    <a:pt x="594" y="4119"/>
                  </a:cubicBezTo>
                  <a:cubicBezTo>
                    <a:pt x="692" y="4244"/>
                    <a:pt x="795" y="4376"/>
                    <a:pt x="893" y="4507"/>
                  </a:cubicBezTo>
                  <a:cubicBezTo>
                    <a:pt x="906" y="4521"/>
                    <a:pt x="919" y="4534"/>
                    <a:pt x="934" y="4555"/>
                  </a:cubicBezTo>
                  <a:lnTo>
                    <a:pt x="4217" y="1273"/>
                  </a:lnTo>
                  <a:cubicBezTo>
                    <a:pt x="3898" y="858"/>
                    <a:pt x="3601" y="437"/>
                    <a:pt x="33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0" name="Google Shape;16480;p45"/>
            <p:cNvSpPr/>
            <p:nvPr/>
          </p:nvSpPr>
          <p:spPr>
            <a:xfrm>
              <a:off x="4443659" y="4530575"/>
              <a:ext cx="352783" cy="331489"/>
            </a:xfrm>
            <a:custGeom>
              <a:rect b="b" l="l" r="r" t="t"/>
              <a:pathLst>
                <a:path extrusionOk="0" h="4390" w="4672">
                  <a:moveTo>
                    <a:pt x="4222" y="0"/>
                  </a:moveTo>
                  <a:lnTo>
                    <a:pt x="0" y="4230"/>
                  </a:lnTo>
                  <a:lnTo>
                    <a:pt x="110" y="4389"/>
                  </a:lnTo>
                  <a:lnTo>
                    <a:pt x="3545" y="2848"/>
                  </a:lnTo>
                  <a:lnTo>
                    <a:pt x="4671" y="1722"/>
                  </a:lnTo>
                  <a:lnTo>
                    <a:pt x="422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1" name="Google Shape;16481;p45"/>
            <p:cNvSpPr/>
            <p:nvPr/>
          </p:nvSpPr>
          <p:spPr>
            <a:xfrm>
              <a:off x="1311688" y="688347"/>
              <a:ext cx="2015588" cy="1888279"/>
            </a:xfrm>
            <a:custGeom>
              <a:rect b="b" l="l" r="r" t="t"/>
              <a:pathLst>
                <a:path extrusionOk="0" h="25007" w="26693">
                  <a:moveTo>
                    <a:pt x="26693" y="1"/>
                  </a:moveTo>
                  <a:lnTo>
                    <a:pt x="26687" y="7"/>
                  </a:lnTo>
                  <a:lnTo>
                    <a:pt x="26687" y="7"/>
                  </a:lnTo>
                  <a:cubicBezTo>
                    <a:pt x="26690" y="6"/>
                    <a:pt x="26693" y="5"/>
                    <a:pt x="26693" y="1"/>
                  </a:cubicBezTo>
                  <a:close/>
                  <a:moveTo>
                    <a:pt x="26687" y="7"/>
                  </a:moveTo>
                  <a:cubicBezTo>
                    <a:pt x="26684" y="7"/>
                    <a:pt x="26682" y="7"/>
                    <a:pt x="26680" y="7"/>
                  </a:cubicBezTo>
                  <a:cubicBezTo>
                    <a:pt x="26582" y="22"/>
                    <a:pt x="26492" y="36"/>
                    <a:pt x="26396" y="55"/>
                  </a:cubicBezTo>
                  <a:cubicBezTo>
                    <a:pt x="26230" y="84"/>
                    <a:pt x="26071" y="112"/>
                    <a:pt x="25912" y="147"/>
                  </a:cubicBezTo>
                  <a:cubicBezTo>
                    <a:pt x="25885" y="147"/>
                    <a:pt x="25863" y="153"/>
                    <a:pt x="25844" y="160"/>
                  </a:cubicBezTo>
                  <a:lnTo>
                    <a:pt x="25822" y="160"/>
                  </a:lnTo>
                  <a:cubicBezTo>
                    <a:pt x="25228" y="278"/>
                    <a:pt x="24641" y="415"/>
                    <a:pt x="24060" y="575"/>
                  </a:cubicBezTo>
                  <a:lnTo>
                    <a:pt x="24019" y="512"/>
                  </a:lnTo>
                  <a:lnTo>
                    <a:pt x="6552" y="17978"/>
                  </a:lnTo>
                  <a:cubicBezTo>
                    <a:pt x="6511" y="18123"/>
                    <a:pt x="6478" y="18269"/>
                    <a:pt x="6436" y="18406"/>
                  </a:cubicBezTo>
                  <a:lnTo>
                    <a:pt x="6104" y="18435"/>
                  </a:lnTo>
                  <a:lnTo>
                    <a:pt x="0" y="24537"/>
                  </a:lnTo>
                  <a:lnTo>
                    <a:pt x="1694" y="25007"/>
                  </a:lnTo>
                  <a:lnTo>
                    <a:pt x="14619" y="12082"/>
                  </a:lnTo>
                  <a:cubicBezTo>
                    <a:pt x="15607" y="10824"/>
                    <a:pt x="16747" y="9691"/>
                    <a:pt x="17998" y="8703"/>
                  </a:cubicBezTo>
                  <a:lnTo>
                    <a:pt x="26687" y="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2" name="Google Shape;16482;p45"/>
            <p:cNvSpPr/>
            <p:nvPr/>
          </p:nvSpPr>
          <p:spPr>
            <a:xfrm>
              <a:off x="5263406" y="3697613"/>
              <a:ext cx="413417" cy="385705"/>
            </a:xfrm>
            <a:custGeom>
              <a:rect b="b" l="l" r="r" t="t"/>
              <a:pathLst>
                <a:path extrusionOk="0" h="5108" w="5475">
                  <a:moveTo>
                    <a:pt x="4397" y="1"/>
                  </a:moveTo>
                  <a:lnTo>
                    <a:pt x="1" y="4396"/>
                  </a:lnTo>
                  <a:lnTo>
                    <a:pt x="1461" y="5108"/>
                  </a:lnTo>
                  <a:lnTo>
                    <a:pt x="5475" y="1092"/>
                  </a:lnTo>
                  <a:lnTo>
                    <a:pt x="43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3" name="Google Shape;16483;p45"/>
            <p:cNvSpPr/>
            <p:nvPr/>
          </p:nvSpPr>
          <p:spPr>
            <a:xfrm>
              <a:off x="1182791" y="2081828"/>
              <a:ext cx="563682" cy="454117"/>
            </a:xfrm>
            <a:custGeom>
              <a:rect b="b" l="l" r="r" t="t"/>
              <a:pathLst>
                <a:path extrusionOk="0" h="6014" w="7465">
                  <a:moveTo>
                    <a:pt x="7465" y="0"/>
                  </a:moveTo>
                  <a:lnTo>
                    <a:pt x="5142" y="160"/>
                  </a:lnTo>
                  <a:lnTo>
                    <a:pt x="35" y="5267"/>
                  </a:lnTo>
                  <a:lnTo>
                    <a:pt x="0" y="5605"/>
                  </a:lnTo>
                  <a:lnTo>
                    <a:pt x="1458" y="6013"/>
                  </a:lnTo>
                  <a:lnTo>
                    <a:pt x="74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4" name="Google Shape;16484;p45"/>
            <p:cNvSpPr/>
            <p:nvPr/>
          </p:nvSpPr>
          <p:spPr>
            <a:xfrm>
              <a:off x="4367846" y="4381290"/>
              <a:ext cx="390009" cy="454117"/>
            </a:xfrm>
            <a:custGeom>
              <a:rect b="b" l="l" r="r" t="t"/>
              <a:pathLst>
                <a:path extrusionOk="0" h="6014" w="5165">
                  <a:moveTo>
                    <a:pt x="4715" y="0"/>
                  </a:moveTo>
                  <a:lnTo>
                    <a:pt x="1" y="4714"/>
                  </a:lnTo>
                  <a:lnTo>
                    <a:pt x="872" y="6013"/>
                  </a:lnTo>
                  <a:lnTo>
                    <a:pt x="5165" y="1722"/>
                  </a:lnTo>
                  <a:lnTo>
                    <a:pt x="47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5" name="Google Shape;16485;p45"/>
            <p:cNvSpPr/>
            <p:nvPr/>
          </p:nvSpPr>
          <p:spPr>
            <a:xfrm>
              <a:off x="4292712" y="4232609"/>
              <a:ext cx="426556" cy="490664"/>
            </a:xfrm>
            <a:custGeom>
              <a:rect b="b" l="l" r="r" t="t"/>
              <a:pathLst>
                <a:path extrusionOk="0" h="6498" w="5649">
                  <a:moveTo>
                    <a:pt x="5199" y="0"/>
                  </a:moveTo>
                  <a:lnTo>
                    <a:pt x="1" y="5197"/>
                  </a:lnTo>
                  <a:lnTo>
                    <a:pt x="871" y="6497"/>
                  </a:lnTo>
                  <a:lnTo>
                    <a:pt x="5649" y="1720"/>
                  </a:lnTo>
                  <a:lnTo>
                    <a:pt x="519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6" name="Google Shape;16486;p45"/>
            <p:cNvSpPr/>
            <p:nvPr/>
          </p:nvSpPr>
          <p:spPr>
            <a:xfrm>
              <a:off x="3667557" y="111216"/>
              <a:ext cx="46590" cy="49686"/>
            </a:xfrm>
            <a:custGeom>
              <a:rect b="b" l="l" r="r" t="t"/>
              <a:pathLst>
                <a:path extrusionOk="0" h="658" w="617">
                  <a:moveTo>
                    <a:pt x="186" y="0"/>
                  </a:moveTo>
                  <a:lnTo>
                    <a:pt x="1" y="657"/>
                  </a:lnTo>
                  <a:lnTo>
                    <a:pt x="1" y="657"/>
                  </a:lnTo>
                  <a:lnTo>
                    <a:pt x="616" y="42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7" name="Google Shape;16487;p45"/>
            <p:cNvSpPr/>
            <p:nvPr/>
          </p:nvSpPr>
          <p:spPr>
            <a:xfrm>
              <a:off x="1664476" y="3151291"/>
              <a:ext cx="589809" cy="537480"/>
            </a:xfrm>
            <a:custGeom>
              <a:rect b="b" l="l" r="r" t="t"/>
              <a:pathLst>
                <a:path extrusionOk="0" h="7118" w="7811">
                  <a:moveTo>
                    <a:pt x="7120" y="0"/>
                  </a:moveTo>
                  <a:lnTo>
                    <a:pt x="1" y="7118"/>
                  </a:lnTo>
                  <a:lnTo>
                    <a:pt x="2925" y="6358"/>
                  </a:lnTo>
                  <a:lnTo>
                    <a:pt x="7810" y="1478"/>
                  </a:lnTo>
                  <a:cubicBezTo>
                    <a:pt x="7727" y="1319"/>
                    <a:pt x="7644" y="1161"/>
                    <a:pt x="7570" y="995"/>
                  </a:cubicBezTo>
                  <a:cubicBezTo>
                    <a:pt x="7555" y="967"/>
                    <a:pt x="7535" y="932"/>
                    <a:pt x="7520" y="904"/>
                  </a:cubicBezTo>
                  <a:cubicBezTo>
                    <a:pt x="7459" y="773"/>
                    <a:pt x="7404" y="642"/>
                    <a:pt x="7341" y="511"/>
                  </a:cubicBezTo>
                  <a:cubicBezTo>
                    <a:pt x="7293" y="393"/>
                    <a:pt x="7238" y="275"/>
                    <a:pt x="7188" y="158"/>
                  </a:cubicBezTo>
                  <a:cubicBezTo>
                    <a:pt x="7175" y="124"/>
                    <a:pt x="7162" y="96"/>
                    <a:pt x="7147" y="61"/>
                  </a:cubicBezTo>
                  <a:cubicBezTo>
                    <a:pt x="7140" y="41"/>
                    <a:pt x="7127" y="20"/>
                    <a:pt x="7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8" name="Google Shape;16488;p45"/>
            <p:cNvSpPr/>
            <p:nvPr/>
          </p:nvSpPr>
          <p:spPr>
            <a:xfrm>
              <a:off x="1917664" y="3278527"/>
              <a:ext cx="404507" cy="355048"/>
            </a:xfrm>
            <a:custGeom>
              <a:rect b="b" l="l" r="r" t="t"/>
              <a:pathLst>
                <a:path extrusionOk="0" h="4702" w="5357">
                  <a:moveTo>
                    <a:pt x="4562" y="0"/>
                  </a:moveTo>
                  <a:lnTo>
                    <a:pt x="0" y="4562"/>
                  </a:lnTo>
                  <a:lnTo>
                    <a:pt x="1659" y="4134"/>
                  </a:lnTo>
                  <a:cubicBezTo>
                    <a:pt x="1783" y="4328"/>
                    <a:pt x="1908" y="4514"/>
                    <a:pt x="2039" y="4701"/>
                  </a:cubicBezTo>
                  <a:lnTo>
                    <a:pt x="5356" y="1375"/>
                  </a:lnTo>
                  <a:cubicBezTo>
                    <a:pt x="5079" y="928"/>
                    <a:pt x="4811" y="471"/>
                    <a:pt x="45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9" name="Google Shape;16489;p45"/>
            <p:cNvSpPr/>
            <p:nvPr/>
          </p:nvSpPr>
          <p:spPr>
            <a:xfrm>
              <a:off x="5137681" y="3603149"/>
              <a:ext cx="445887" cy="418703"/>
            </a:xfrm>
            <a:custGeom>
              <a:rect b="b" l="l" r="r" t="t"/>
              <a:pathLst>
                <a:path extrusionOk="0" h="5545" w="5905">
                  <a:moveTo>
                    <a:pt x="4833" y="1"/>
                  </a:moveTo>
                  <a:lnTo>
                    <a:pt x="1" y="4825"/>
                  </a:lnTo>
                  <a:lnTo>
                    <a:pt x="1459" y="5544"/>
                  </a:lnTo>
                  <a:lnTo>
                    <a:pt x="5904" y="1092"/>
                  </a:lnTo>
                  <a:lnTo>
                    <a:pt x="48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0" name="Google Shape;16490;p45"/>
            <p:cNvSpPr/>
            <p:nvPr/>
          </p:nvSpPr>
          <p:spPr>
            <a:xfrm>
              <a:off x="5011955" y="3508760"/>
              <a:ext cx="478658" cy="450946"/>
            </a:xfrm>
            <a:custGeom>
              <a:rect b="b" l="l" r="r" t="t"/>
              <a:pathLst>
                <a:path extrusionOk="0" h="5972" w="6339">
                  <a:moveTo>
                    <a:pt x="5267" y="0"/>
                  </a:moveTo>
                  <a:lnTo>
                    <a:pt x="0" y="5260"/>
                  </a:lnTo>
                  <a:lnTo>
                    <a:pt x="1452" y="5972"/>
                  </a:lnTo>
                  <a:lnTo>
                    <a:pt x="6338" y="1092"/>
                  </a:lnTo>
                  <a:lnTo>
                    <a:pt x="52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1" name="Google Shape;16491;p45"/>
            <p:cNvSpPr/>
            <p:nvPr/>
          </p:nvSpPr>
          <p:spPr>
            <a:xfrm>
              <a:off x="1605502" y="2062044"/>
              <a:ext cx="560058" cy="595547"/>
            </a:xfrm>
            <a:custGeom>
              <a:rect b="b" l="l" r="r" t="t"/>
              <a:pathLst>
                <a:path extrusionOk="0" h="7887" w="7417">
                  <a:moveTo>
                    <a:pt x="7417" y="0"/>
                  </a:moveTo>
                  <a:lnTo>
                    <a:pt x="1" y="7417"/>
                  </a:lnTo>
                  <a:lnTo>
                    <a:pt x="1694" y="7886"/>
                  </a:lnTo>
                  <a:lnTo>
                    <a:pt x="6657" y="2930"/>
                  </a:lnTo>
                  <a:cubicBezTo>
                    <a:pt x="6836" y="1935"/>
                    <a:pt x="7092" y="954"/>
                    <a:pt x="7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2" name="Google Shape;16492;p45"/>
            <p:cNvSpPr/>
            <p:nvPr/>
          </p:nvSpPr>
          <p:spPr>
            <a:xfrm>
              <a:off x="4754689" y="4679332"/>
              <a:ext cx="52781" cy="47043"/>
            </a:xfrm>
            <a:custGeom>
              <a:rect b="b" l="l" r="r" t="t"/>
              <a:pathLst>
                <a:path extrusionOk="0" h="623" w="699">
                  <a:moveTo>
                    <a:pt x="615" y="1"/>
                  </a:moveTo>
                  <a:lnTo>
                    <a:pt x="0" y="623"/>
                  </a:lnTo>
                  <a:lnTo>
                    <a:pt x="698" y="304"/>
                  </a:lnTo>
                  <a:lnTo>
                    <a:pt x="61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3" name="Google Shape;16493;p45"/>
            <p:cNvSpPr/>
            <p:nvPr/>
          </p:nvSpPr>
          <p:spPr>
            <a:xfrm>
              <a:off x="5111101" y="1431527"/>
              <a:ext cx="737506" cy="817924"/>
            </a:xfrm>
            <a:custGeom>
              <a:rect b="b" l="l" r="r" t="t"/>
              <a:pathLst>
                <a:path extrusionOk="0" h="10832" w="9767">
                  <a:moveTo>
                    <a:pt x="9089" y="0"/>
                  </a:moveTo>
                  <a:lnTo>
                    <a:pt x="1" y="9097"/>
                  </a:lnTo>
                  <a:cubicBezTo>
                    <a:pt x="167" y="9671"/>
                    <a:pt x="311" y="10251"/>
                    <a:pt x="429" y="10832"/>
                  </a:cubicBezTo>
                  <a:lnTo>
                    <a:pt x="9766" y="1501"/>
                  </a:lnTo>
                  <a:lnTo>
                    <a:pt x="908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4" name="Google Shape;16494;p45"/>
            <p:cNvSpPr/>
            <p:nvPr/>
          </p:nvSpPr>
          <p:spPr>
            <a:xfrm>
              <a:off x="4935311" y="1480609"/>
              <a:ext cx="402317" cy="354444"/>
            </a:xfrm>
            <a:custGeom>
              <a:rect b="b" l="l" r="r" t="t"/>
              <a:pathLst>
                <a:path extrusionOk="0" h="4694" w="5328">
                  <a:moveTo>
                    <a:pt x="3324" y="0"/>
                  </a:moveTo>
                  <a:lnTo>
                    <a:pt x="0" y="3318"/>
                  </a:lnTo>
                  <a:cubicBezTo>
                    <a:pt x="282" y="3767"/>
                    <a:pt x="546" y="4224"/>
                    <a:pt x="795" y="4693"/>
                  </a:cubicBezTo>
                  <a:lnTo>
                    <a:pt x="5328" y="160"/>
                  </a:lnTo>
                  <a:lnTo>
                    <a:pt x="3711" y="581"/>
                  </a:lnTo>
                  <a:cubicBezTo>
                    <a:pt x="3586" y="387"/>
                    <a:pt x="3455" y="194"/>
                    <a:pt x="33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5" name="Google Shape;16495;p45"/>
            <p:cNvSpPr/>
            <p:nvPr/>
          </p:nvSpPr>
          <p:spPr>
            <a:xfrm>
              <a:off x="5062547" y="1379424"/>
              <a:ext cx="727690" cy="720743"/>
            </a:xfrm>
            <a:custGeom>
              <a:rect b="b" l="l" r="r" t="t"/>
              <a:pathLst>
                <a:path extrusionOk="0" h="9545" w="9637">
                  <a:moveTo>
                    <a:pt x="9420" y="0"/>
                  </a:moveTo>
                  <a:lnTo>
                    <a:pt x="7423" y="518"/>
                  </a:lnTo>
                  <a:lnTo>
                    <a:pt x="0" y="7941"/>
                  </a:lnTo>
                  <a:cubicBezTo>
                    <a:pt x="214" y="8466"/>
                    <a:pt x="402" y="9006"/>
                    <a:pt x="568" y="9545"/>
                  </a:cubicBezTo>
                  <a:lnTo>
                    <a:pt x="9636" y="476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6" name="Google Shape;16496;p45"/>
            <p:cNvSpPr/>
            <p:nvPr/>
          </p:nvSpPr>
          <p:spPr>
            <a:xfrm>
              <a:off x="5003573" y="1426845"/>
              <a:ext cx="587241" cy="535592"/>
            </a:xfrm>
            <a:custGeom>
              <a:rect b="b" l="l" r="r" t="t"/>
              <a:pathLst>
                <a:path extrusionOk="0" h="7093" w="7777">
                  <a:moveTo>
                    <a:pt x="7776" y="1"/>
                  </a:moveTo>
                  <a:lnTo>
                    <a:pt x="4852" y="761"/>
                  </a:lnTo>
                  <a:lnTo>
                    <a:pt x="0" y="5612"/>
                  </a:lnTo>
                  <a:cubicBezTo>
                    <a:pt x="91" y="5778"/>
                    <a:pt x="174" y="5951"/>
                    <a:pt x="257" y="6117"/>
                  </a:cubicBezTo>
                  <a:cubicBezTo>
                    <a:pt x="270" y="6145"/>
                    <a:pt x="284" y="6180"/>
                    <a:pt x="299" y="6208"/>
                  </a:cubicBezTo>
                  <a:cubicBezTo>
                    <a:pt x="353" y="6324"/>
                    <a:pt x="401" y="6442"/>
                    <a:pt x="456" y="6566"/>
                  </a:cubicBezTo>
                  <a:cubicBezTo>
                    <a:pt x="519" y="6697"/>
                    <a:pt x="581" y="6830"/>
                    <a:pt x="637" y="6961"/>
                  </a:cubicBezTo>
                  <a:cubicBezTo>
                    <a:pt x="650" y="6988"/>
                    <a:pt x="664" y="7022"/>
                    <a:pt x="672" y="7051"/>
                  </a:cubicBezTo>
                  <a:cubicBezTo>
                    <a:pt x="678" y="7064"/>
                    <a:pt x="685" y="7079"/>
                    <a:pt x="692" y="7092"/>
                  </a:cubicBezTo>
                  <a:lnTo>
                    <a:pt x="77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7" name="Google Shape;16497;p45"/>
            <p:cNvSpPr/>
            <p:nvPr/>
          </p:nvSpPr>
          <p:spPr>
            <a:xfrm>
              <a:off x="4679480" y="1079268"/>
              <a:ext cx="345081" cy="426480"/>
            </a:xfrm>
            <a:custGeom>
              <a:rect b="b" l="l" r="r" t="t"/>
              <a:pathLst>
                <a:path extrusionOk="0" h="5648" w="4570">
                  <a:moveTo>
                    <a:pt x="4569" y="1"/>
                  </a:moveTo>
                  <a:lnTo>
                    <a:pt x="1" y="4569"/>
                  </a:lnTo>
                  <a:cubicBezTo>
                    <a:pt x="381" y="4914"/>
                    <a:pt x="741" y="5274"/>
                    <a:pt x="1086" y="5647"/>
                  </a:cubicBezTo>
                  <a:lnTo>
                    <a:pt x="4348" y="2393"/>
                  </a:lnTo>
                  <a:cubicBezTo>
                    <a:pt x="4141" y="2170"/>
                    <a:pt x="3927" y="1956"/>
                    <a:pt x="3711" y="1742"/>
                  </a:cubicBezTo>
                  <a:lnTo>
                    <a:pt x="45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8" name="Google Shape;16498;p45"/>
            <p:cNvSpPr/>
            <p:nvPr/>
          </p:nvSpPr>
          <p:spPr>
            <a:xfrm>
              <a:off x="4857988" y="1373157"/>
              <a:ext cx="318501" cy="343344"/>
            </a:xfrm>
            <a:custGeom>
              <a:rect b="b" l="l" r="r" t="t"/>
              <a:pathLst>
                <a:path extrusionOk="0" h="4547" w="4218">
                  <a:moveTo>
                    <a:pt x="3283" y="0"/>
                  </a:moveTo>
                  <a:lnTo>
                    <a:pt x="1" y="3276"/>
                  </a:lnTo>
                  <a:cubicBezTo>
                    <a:pt x="319" y="3691"/>
                    <a:pt x="616" y="4119"/>
                    <a:pt x="900" y="4547"/>
                  </a:cubicBezTo>
                  <a:lnTo>
                    <a:pt x="4217" y="1238"/>
                  </a:lnTo>
                  <a:cubicBezTo>
                    <a:pt x="4043" y="995"/>
                    <a:pt x="3870" y="753"/>
                    <a:pt x="3691" y="518"/>
                  </a:cubicBezTo>
                  <a:cubicBezTo>
                    <a:pt x="3678" y="498"/>
                    <a:pt x="3656" y="476"/>
                    <a:pt x="3643" y="450"/>
                  </a:cubicBezTo>
                  <a:cubicBezTo>
                    <a:pt x="3539" y="317"/>
                    <a:pt x="3443" y="193"/>
                    <a:pt x="3338" y="62"/>
                  </a:cubicBezTo>
                  <a:cubicBezTo>
                    <a:pt x="3318" y="42"/>
                    <a:pt x="3305" y="20"/>
                    <a:pt x="32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9" name="Google Shape;16499;p45"/>
            <p:cNvSpPr/>
            <p:nvPr/>
          </p:nvSpPr>
          <p:spPr>
            <a:xfrm>
              <a:off x="1324827" y="3253457"/>
              <a:ext cx="188473" cy="169142"/>
            </a:xfrm>
            <a:custGeom>
              <a:rect b="b" l="l" r="r" t="t"/>
              <a:pathLst>
                <a:path extrusionOk="0" h="2240" w="2496">
                  <a:moveTo>
                    <a:pt x="2495" y="1"/>
                  </a:moveTo>
                  <a:lnTo>
                    <a:pt x="0" y="1681"/>
                  </a:lnTo>
                  <a:lnTo>
                    <a:pt x="249" y="2240"/>
                  </a:lnTo>
                  <a:lnTo>
                    <a:pt x="249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0" name="Google Shape;16500;p45"/>
            <p:cNvSpPr/>
            <p:nvPr/>
          </p:nvSpPr>
          <p:spPr>
            <a:xfrm>
              <a:off x="4772962" y="1272425"/>
              <a:ext cx="322579" cy="335113"/>
            </a:xfrm>
            <a:custGeom>
              <a:rect b="b" l="l" r="r" t="t"/>
              <a:pathLst>
                <a:path extrusionOk="0" h="4438" w="4272">
                  <a:moveTo>
                    <a:pt x="3261" y="1"/>
                  </a:moveTo>
                  <a:lnTo>
                    <a:pt x="0" y="3255"/>
                  </a:lnTo>
                  <a:cubicBezTo>
                    <a:pt x="345" y="3635"/>
                    <a:pt x="677" y="4030"/>
                    <a:pt x="989" y="4438"/>
                  </a:cubicBezTo>
                  <a:lnTo>
                    <a:pt x="4272" y="1153"/>
                  </a:lnTo>
                  <a:cubicBezTo>
                    <a:pt x="4209" y="1085"/>
                    <a:pt x="4154" y="1016"/>
                    <a:pt x="4099" y="946"/>
                  </a:cubicBezTo>
                  <a:cubicBezTo>
                    <a:pt x="3988" y="822"/>
                    <a:pt x="3883" y="697"/>
                    <a:pt x="3774" y="573"/>
                  </a:cubicBezTo>
                  <a:cubicBezTo>
                    <a:pt x="3752" y="546"/>
                    <a:pt x="3739" y="525"/>
                    <a:pt x="3718" y="505"/>
                  </a:cubicBezTo>
                  <a:cubicBezTo>
                    <a:pt x="3567" y="332"/>
                    <a:pt x="3414" y="166"/>
                    <a:pt x="32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1" name="Google Shape;16501;p45"/>
            <p:cNvSpPr/>
            <p:nvPr/>
          </p:nvSpPr>
          <p:spPr>
            <a:xfrm>
              <a:off x="5155501" y="2289030"/>
              <a:ext cx="363279" cy="511580"/>
            </a:xfrm>
            <a:custGeom>
              <a:rect b="b" l="l" r="r" t="t"/>
              <a:pathLst>
                <a:path extrusionOk="0" h="6775" w="4811">
                  <a:moveTo>
                    <a:pt x="4603" y="0"/>
                  </a:moveTo>
                  <a:lnTo>
                    <a:pt x="242" y="4369"/>
                  </a:lnTo>
                  <a:cubicBezTo>
                    <a:pt x="227" y="4618"/>
                    <a:pt x="214" y="4859"/>
                    <a:pt x="201" y="5107"/>
                  </a:cubicBezTo>
                  <a:cubicBezTo>
                    <a:pt x="194" y="5142"/>
                    <a:pt x="194" y="5177"/>
                    <a:pt x="194" y="5219"/>
                  </a:cubicBezTo>
                  <a:cubicBezTo>
                    <a:pt x="179" y="5343"/>
                    <a:pt x="166" y="5474"/>
                    <a:pt x="153" y="5605"/>
                  </a:cubicBezTo>
                  <a:cubicBezTo>
                    <a:pt x="138" y="5751"/>
                    <a:pt x="125" y="5889"/>
                    <a:pt x="111" y="6028"/>
                  </a:cubicBezTo>
                  <a:cubicBezTo>
                    <a:pt x="103" y="6061"/>
                    <a:pt x="96" y="6096"/>
                    <a:pt x="96" y="6131"/>
                  </a:cubicBezTo>
                  <a:cubicBezTo>
                    <a:pt x="70" y="6345"/>
                    <a:pt x="35" y="6559"/>
                    <a:pt x="0" y="6774"/>
                  </a:cubicBezTo>
                  <a:lnTo>
                    <a:pt x="4811" y="1964"/>
                  </a:lnTo>
                  <a:cubicBezTo>
                    <a:pt x="4776" y="1445"/>
                    <a:pt x="4728" y="927"/>
                    <a:pt x="4658" y="408"/>
                  </a:cubicBezTo>
                  <a:cubicBezTo>
                    <a:pt x="4658" y="373"/>
                    <a:pt x="4651" y="347"/>
                    <a:pt x="4651" y="319"/>
                  </a:cubicBezTo>
                  <a:cubicBezTo>
                    <a:pt x="4638" y="214"/>
                    <a:pt x="4623" y="105"/>
                    <a:pt x="46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2" name="Google Shape;16502;p45"/>
            <p:cNvSpPr/>
            <p:nvPr/>
          </p:nvSpPr>
          <p:spPr>
            <a:xfrm>
              <a:off x="1209446" y="2109012"/>
              <a:ext cx="134710" cy="135238"/>
            </a:xfrm>
            <a:custGeom>
              <a:rect b="b" l="l" r="r" t="t"/>
              <a:pathLst>
                <a:path extrusionOk="0" h="1791" w="1784">
                  <a:moveTo>
                    <a:pt x="1784" y="0"/>
                  </a:moveTo>
                  <a:lnTo>
                    <a:pt x="166" y="110"/>
                  </a:lnTo>
                  <a:lnTo>
                    <a:pt x="1" y="1790"/>
                  </a:lnTo>
                  <a:lnTo>
                    <a:pt x="17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3" name="Google Shape;16503;p45"/>
            <p:cNvSpPr/>
            <p:nvPr/>
          </p:nvSpPr>
          <p:spPr>
            <a:xfrm>
              <a:off x="5094337" y="2457118"/>
              <a:ext cx="556962" cy="592376"/>
            </a:xfrm>
            <a:custGeom>
              <a:rect b="b" l="l" r="r" t="t"/>
              <a:pathLst>
                <a:path extrusionOk="0" h="7845" w="7376">
                  <a:moveTo>
                    <a:pt x="5675" y="0"/>
                  </a:moveTo>
                  <a:lnTo>
                    <a:pt x="747" y="4928"/>
                  </a:lnTo>
                  <a:cubicBezTo>
                    <a:pt x="568" y="5917"/>
                    <a:pt x="319" y="6891"/>
                    <a:pt x="1" y="7844"/>
                  </a:cubicBezTo>
                  <a:lnTo>
                    <a:pt x="7376" y="470"/>
                  </a:lnTo>
                  <a:lnTo>
                    <a:pt x="567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4" name="Google Shape;16504;p45"/>
            <p:cNvSpPr/>
            <p:nvPr/>
          </p:nvSpPr>
          <p:spPr>
            <a:xfrm>
              <a:off x="4913337" y="2497290"/>
              <a:ext cx="884600" cy="920693"/>
            </a:xfrm>
            <a:custGeom>
              <a:rect b="b" l="l" r="r" t="t"/>
              <a:pathLst>
                <a:path extrusionOk="0" h="12193" w="11715">
                  <a:moveTo>
                    <a:pt x="10021" y="1"/>
                  </a:moveTo>
                  <a:lnTo>
                    <a:pt x="2225" y="7797"/>
                  </a:lnTo>
                  <a:cubicBezTo>
                    <a:pt x="1666" y="9344"/>
                    <a:pt x="920" y="10817"/>
                    <a:pt x="1" y="12193"/>
                  </a:cubicBezTo>
                  <a:lnTo>
                    <a:pt x="11715" y="470"/>
                  </a:lnTo>
                  <a:lnTo>
                    <a:pt x="100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5" name="Google Shape;16505;p45"/>
            <p:cNvSpPr/>
            <p:nvPr/>
          </p:nvSpPr>
          <p:spPr>
            <a:xfrm>
              <a:off x="1816404" y="614875"/>
              <a:ext cx="1299603" cy="1397615"/>
            </a:xfrm>
            <a:custGeom>
              <a:rect b="b" l="l" r="r" t="t"/>
              <a:pathLst>
                <a:path extrusionOk="0" h="18509" w="17211">
                  <a:moveTo>
                    <a:pt x="16340" y="0"/>
                  </a:moveTo>
                  <a:lnTo>
                    <a:pt x="1361" y="14977"/>
                  </a:lnTo>
                  <a:cubicBezTo>
                    <a:pt x="1195" y="15322"/>
                    <a:pt x="1038" y="15667"/>
                    <a:pt x="892" y="16020"/>
                  </a:cubicBezTo>
                  <a:cubicBezTo>
                    <a:pt x="878" y="16049"/>
                    <a:pt x="872" y="16075"/>
                    <a:pt x="857" y="16103"/>
                  </a:cubicBezTo>
                  <a:cubicBezTo>
                    <a:pt x="795" y="16256"/>
                    <a:pt x="732" y="16407"/>
                    <a:pt x="671" y="16559"/>
                  </a:cubicBezTo>
                  <a:cubicBezTo>
                    <a:pt x="636" y="16649"/>
                    <a:pt x="601" y="16739"/>
                    <a:pt x="567" y="16828"/>
                  </a:cubicBezTo>
                  <a:cubicBezTo>
                    <a:pt x="532" y="16919"/>
                    <a:pt x="499" y="17009"/>
                    <a:pt x="470" y="17099"/>
                  </a:cubicBezTo>
                  <a:cubicBezTo>
                    <a:pt x="407" y="17258"/>
                    <a:pt x="353" y="17409"/>
                    <a:pt x="304" y="17568"/>
                  </a:cubicBezTo>
                  <a:cubicBezTo>
                    <a:pt x="291" y="17596"/>
                    <a:pt x="283" y="17616"/>
                    <a:pt x="276" y="17644"/>
                  </a:cubicBezTo>
                  <a:cubicBezTo>
                    <a:pt x="180" y="17935"/>
                    <a:pt x="84" y="18218"/>
                    <a:pt x="1" y="18509"/>
                  </a:cubicBezTo>
                  <a:lnTo>
                    <a:pt x="17211" y="1299"/>
                  </a:lnTo>
                  <a:lnTo>
                    <a:pt x="1634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6" name="Google Shape;16506;p45"/>
            <p:cNvSpPr/>
            <p:nvPr/>
          </p:nvSpPr>
          <p:spPr>
            <a:xfrm>
              <a:off x="5147573" y="1561028"/>
              <a:ext cx="759027" cy="851753"/>
            </a:xfrm>
            <a:custGeom>
              <a:rect b="b" l="l" r="r" t="t"/>
              <a:pathLst>
                <a:path extrusionOk="0" h="11280" w="10052">
                  <a:moveTo>
                    <a:pt x="9381" y="0"/>
                  </a:moveTo>
                  <a:lnTo>
                    <a:pt x="1" y="9386"/>
                  </a:lnTo>
                  <a:cubicBezTo>
                    <a:pt x="118" y="10014"/>
                    <a:pt x="208" y="10643"/>
                    <a:pt x="271" y="11280"/>
                  </a:cubicBezTo>
                  <a:lnTo>
                    <a:pt x="4259" y="7292"/>
                  </a:lnTo>
                  <a:cubicBezTo>
                    <a:pt x="4239" y="7194"/>
                    <a:pt x="4211" y="7098"/>
                    <a:pt x="4189" y="7002"/>
                  </a:cubicBezTo>
                  <a:cubicBezTo>
                    <a:pt x="4148" y="6856"/>
                    <a:pt x="4114" y="6712"/>
                    <a:pt x="4073" y="6566"/>
                  </a:cubicBezTo>
                  <a:lnTo>
                    <a:pt x="6858" y="4693"/>
                  </a:lnTo>
                  <a:lnTo>
                    <a:pt x="10051" y="1500"/>
                  </a:lnTo>
                  <a:lnTo>
                    <a:pt x="93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7" name="Google Shape;16507;p45"/>
            <p:cNvSpPr/>
            <p:nvPr/>
          </p:nvSpPr>
          <p:spPr>
            <a:xfrm>
              <a:off x="5169471" y="2130910"/>
              <a:ext cx="330507" cy="463027"/>
            </a:xfrm>
            <a:custGeom>
              <a:rect b="b" l="l" r="r" t="t"/>
              <a:pathLst>
                <a:path extrusionOk="0" h="6132" w="4377">
                  <a:moveTo>
                    <a:pt x="4032" y="1"/>
                  </a:moveTo>
                  <a:lnTo>
                    <a:pt x="1" y="4030"/>
                  </a:lnTo>
                  <a:cubicBezTo>
                    <a:pt x="57" y="4728"/>
                    <a:pt x="77" y="5427"/>
                    <a:pt x="64" y="6132"/>
                  </a:cubicBezTo>
                  <a:lnTo>
                    <a:pt x="4377" y="1819"/>
                  </a:lnTo>
                  <a:cubicBezTo>
                    <a:pt x="4370" y="1756"/>
                    <a:pt x="4363" y="1701"/>
                    <a:pt x="4349" y="1638"/>
                  </a:cubicBezTo>
                  <a:cubicBezTo>
                    <a:pt x="4335" y="1542"/>
                    <a:pt x="4322" y="1445"/>
                    <a:pt x="4300" y="1354"/>
                  </a:cubicBezTo>
                  <a:cubicBezTo>
                    <a:pt x="4272" y="1188"/>
                    <a:pt x="4246" y="1031"/>
                    <a:pt x="4211" y="865"/>
                  </a:cubicBezTo>
                  <a:cubicBezTo>
                    <a:pt x="4211" y="837"/>
                    <a:pt x="4204" y="809"/>
                    <a:pt x="4198" y="782"/>
                  </a:cubicBezTo>
                  <a:cubicBezTo>
                    <a:pt x="4189" y="741"/>
                    <a:pt x="4183" y="691"/>
                    <a:pt x="4169" y="649"/>
                  </a:cubicBezTo>
                  <a:cubicBezTo>
                    <a:pt x="4128" y="435"/>
                    <a:pt x="4080" y="215"/>
                    <a:pt x="40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8" name="Google Shape;16508;p45"/>
            <p:cNvSpPr/>
            <p:nvPr/>
          </p:nvSpPr>
          <p:spPr>
            <a:xfrm>
              <a:off x="1859672" y="502590"/>
              <a:ext cx="1180523" cy="1197287"/>
            </a:xfrm>
            <a:custGeom>
              <a:rect b="b" l="l" r="r" t="t"/>
              <a:pathLst>
                <a:path extrusionOk="0" h="15856" w="15634">
                  <a:moveTo>
                    <a:pt x="14763" y="1"/>
                  </a:moveTo>
                  <a:lnTo>
                    <a:pt x="9505" y="5261"/>
                  </a:lnTo>
                  <a:lnTo>
                    <a:pt x="9754" y="6206"/>
                  </a:lnTo>
                  <a:cubicBezTo>
                    <a:pt x="9629" y="6289"/>
                    <a:pt x="9505" y="6365"/>
                    <a:pt x="9380" y="6455"/>
                  </a:cubicBezTo>
                  <a:cubicBezTo>
                    <a:pt x="9040" y="6684"/>
                    <a:pt x="8702" y="6919"/>
                    <a:pt x="8377" y="7168"/>
                  </a:cubicBezTo>
                  <a:cubicBezTo>
                    <a:pt x="8344" y="7195"/>
                    <a:pt x="8309" y="7223"/>
                    <a:pt x="8267" y="7251"/>
                  </a:cubicBezTo>
                  <a:lnTo>
                    <a:pt x="8261" y="7258"/>
                  </a:lnTo>
                  <a:cubicBezTo>
                    <a:pt x="8239" y="7271"/>
                    <a:pt x="8219" y="7284"/>
                    <a:pt x="8204" y="7299"/>
                  </a:cubicBezTo>
                  <a:cubicBezTo>
                    <a:pt x="8073" y="7402"/>
                    <a:pt x="7942" y="7500"/>
                    <a:pt x="7811" y="7603"/>
                  </a:cubicBezTo>
                  <a:cubicBezTo>
                    <a:pt x="7735" y="7666"/>
                    <a:pt x="7665" y="7727"/>
                    <a:pt x="7589" y="7790"/>
                  </a:cubicBezTo>
                  <a:cubicBezTo>
                    <a:pt x="7514" y="7852"/>
                    <a:pt x="7438" y="7906"/>
                    <a:pt x="7362" y="7969"/>
                  </a:cubicBezTo>
                  <a:cubicBezTo>
                    <a:pt x="7340" y="7989"/>
                    <a:pt x="7314" y="8011"/>
                    <a:pt x="7285" y="8031"/>
                  </a:cubicBezTo>
                  <a:cubicBezTo>
                    <a:pt x="7189" y="8122"/>
                    <a:pt x="7085" y="8205"/>
                    <a:pt x="6989" y="8295"/>
                  </a:cubicBezTo>
                  <a:cubicBezTo>
                    <a:pt x="6967" y="8315"/>
                    <a:pt x="6940" y="8329"/>
                    <a:pt x="6919" y="8349"/>
                  </a:cubicBezTo>
                  <a:cubicBezTo>
                    <a:pt x="6463" y="8751"/>
                    <a:pt x="6028" y="9165"/>
                    <a:pt x="5598" y="9593"/>
                  </a:cubicBezTo>
                  <a:lnTo>
                    <a:pt x="5316" y="9449"/>
                  </a:lnTo>
                  <a:lnTo>
                    <a:pt x="0" y="14764"/>
                  </a:lnTo>
                  <a:lnTo>
                    <a:pt x="1078" y="15855"/>
                  </a:lnTo>
                  <a:lnTo>
                    <a:pt x="15634" y="1300"/>
                  </a:lnTo>
                  <a:lnTo>
                    <a:pt x="1476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9" name="Google Shape;16509;p45"/>
            <p:cNvSpPr/>
            <p:nvPr/>
          </p:nvSpPr>
          <p:spPr>
            <a:xfrm>
              <a:off x="3177943" y="4022764"/>
              <a:ext cx="942591" cy="932246"/>
            </a:xfrm>
            <a:custGeom>
              <a:rect b="b" l="l" r="r" t="t"/>
              <a:pathLst>
                <a:path extrusionOk="0" h="12346" w="12483">
                  <a:moveTo>
                    <a:pt x="12483" y="1"/>
                  </a:moveTo>
                  <a:lnTo>
                    <a:pt x="12483" y="1"/>
                  </a:lnTo>
                  <a:cubicBezTo>
                    <a:pt x="11537" y="319"/>
                    <a:pt x="10562" y="568"/>
                    <a:pt x="9580" y="740"/>
                  </a:cubicBezTo>
                  <a:lnTo>
                    <a:pt x="1" y="10313"/>
                  </a:lnTo>
                  <a:lnTo>
                    <a:pt x="140" y="12345"/>
                  </a:lnTo>
                  <a:lnTo>
                    <a:pt x="124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0" name="Google Shape;16510;p45"/>
            <p:cNvSpPr/>
            <p:nvPr/>
          </p:nvSpPr>
          <p:spPr>
            <a:xfrm>
              <a:off x="3771913" y="684722"/>
              <a:ext cx="429576" cy="353915"/>
            </a:xfrm>
            <a:custGeom>
              <a:rect b="b" l="l" r="r" t="t"/>
              <a:pathLst>
                <a:path extrusionOk="0" h="4687" w="5689">
                  <a:moveTo>
                    <a:pt x="4418" y="1"/>
                  </a:moveTo>
                  <a:lnTo>
                    <a:pt x="0" y="4425"/>
                  </a:lnTo>
                  <a:cubicBezTo>
                    <a:pt x="55" y="4431"/>
                    <a:pt x="112" y="4431"/>
                    <a:pt x="173" y="4438"/>
                  </a:cubicBezTo>
                  <a:cubicBezTo>
                    <a:pt x="312" y="4451"/>
                    <a:pt x="450" y="4466"/>
                    <a:pt x="588" y="4479"/>
                  </a:cubicBezTo>
                  <a:cubicBezTo>
                    <a:pt x="622" y="4486"/>
                    <a:pt x="651" y="4493"/>
                    <a:pt x="686" y="4493"/>
                  </a:cubicBezTo>
                  <a:cubicBezTo>
                    <a:pt x="1092" y="4549"/>
                    <a:pt x="1500" y="4610"/>
                    <a:pt x="1901" y="4687"/>
                  </a:cubicBezTo>
                  <a:lnTo>
                    <a:pt x="5688" y="906"/>
                  </a:lnTo>
                  <a:cubicBezTo>
                    <a:pt x="5280" y="775"/>
                    <a:pt x="4866" y="657"/>
                    <a:pt x="4459" y="546"/>
                  </a:cubicBezTo>
                  <a:lnTo>
                    <a:pt x="441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1" name="Google Shape;16511;p45"/>
            <p:cNvSpPr/>
            <p:nvPr/>
          </p:nvSpPr>
          <p:spPr>
            <a:xfrm>
              <a:off x="4578295" y="711302"/>
              <a:ext cx="626809" cy="701488"/>
            </a:xfrm>
            <a:custGeom>
              <a:rect b="b" l="l" r="r" t="t"/>
              <a:pathLst>
                <a:path extrusionOk="0" h="9290" w="8301">
                  <a:moveTo>
                    <a:pt x="8301" y="0"/>
                  </a:moveTo>
                  <a:lnTo>
                    <a:pt x="1" y="8294"/>
                  </a:lnTo>
                  <a:cubicBezTo>
                    <a:pt x="407" y="8613"/>
                    <a:pt x="802" y="8944"/>
                    <a:pt x="1182" y="9289"/>
                  </a:cubicBezTo>
                  <a:lnTo>
                    <a:pt x="6213" y="4252"/>
                  </a:lnTo>
                  <a:lnTo>
                    <a:pt x="830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2" name="Google Shape;16512;p45"/>
            <p:cNvSpPr/>
            <p:nvPr/>
          </p:nvSpPr>
          <p:spPr>
            <a:xfrm>
              <a:off x="3590309" y="509386"/>
              <a:ext cx="513619" cy="507352"/>
            </a:xfrm>
            <a:custGeom>
              <a:rect b="b" l="l" r="r" t="t"/>
              <a:pathLst>
                <a:path extrusionOk="0" h="6719" w="6802">
                  <a:moveTo>
                    <a:pt x="6663" y="0"/>
                  </a:moveTo>
                  <a:lnTo>
                    <a:pt x="0" y="6664"/>
                  </a:lnTo>
                  <a:cubicBezTo>
                    <a:pt x="171" y="6660"/>
                    <a:pt x="341" y="6658"/>
                    <a:pt x="512" y="6658"/>
                  </a:cubicBezTo>
                  <a:cubicBezTo>
                    <a:pt x="1032" y="6658"/>
                    <a:pt x="1553" y="6675"/>
                    <a:pt x="2074" y="6712"/>
                  </a:cubicBezTo>
                  <a:cubicBezTo>
                    <a:pt x="2087" y="6718"/>
                    <a:pt x="2102" y="6718"/>
                    <a:pt x="2115" y="6718"/>
                  </a:cubicBezTo>
                  <a:lnTo>
                    <a:pt x="6801" y="2026"/>
                  </a:lnTo>
                  <a:lnTo>
                    <a:pt x="666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3" name="Google Shape;16513;p45"/>
            <p:cNvSpPr/>
            <p:nvPr/>
          </p:nvSpPr>
          <p:spPr>
            <a:xfrm>
              <a:off x="2160885" y="3863586"/>
              <a:ext cx="745812" cy="710851"/>
            </a:xfrm>
            <a:custGeom>
              <a:rect b="b" l="l" r="r" t="t"/>
              <a:pathLst>
                <a:path extrusionOk="0" h="9414" w="9877">
                  <a:moveTo>
                    <a:pt x="8502" y="0"/>
                  </a:moveTo>
                  <a:lnTo>
                    <a:pt x="0" y="8508"/>
                  </a:lnTo>
                  <a:lnTo>
                    <a:pt x="1258" y="9414"/>
                  </a:lnTo>
                  <a:lnTo>
                    <a:pt x="9877" y="795"/>
                  </a:lnTo>
                  <a:cubicBezTo>
                    <a:pt x="9406" y="546"/>
                    <a:pt x="8949" y="284"/>
                    <a:pt x="85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4" name="Google Shape;16514;p45"/>
            <p:cNvSpPr/>
            <p:nvPr/>
          </p:nvSpPr>
          <p:spPr>
            <a:xfrm>
              <a:off x="2760971" y="133643"/>
              <a:ext cx="1293788" cy="1145638"/>
            </a:xfrm>
            <a:custGeom>
              <a:rect b="b" l="l" r="r" t="t"/>
              <a:pathLst>
                <a:path extrusionOk="0" h="15172" w="17134">
                  <a:moveTo>
                    <a:pt x="15165" y="0"/>
                  </a:moveTo>
                  <a:lnTo>
                    <a:pt x="10935" y="4230"/>
                  </a:lnTo>
                  <a:lnTo>
                    <a:pt x="10154" y="7063"/>
                  </a:lnTo>
                  <a:cubicBezTo>
                    <a:pt x="9553" y="7098"/>
                    <a:pt x="8951" y="7153"/>
                    <a:pt x="8351" y="7229"/>
                  </a:cubicBezTo>
                  <a:cubicBezTo>
                    <a:pt x="8323" y="7229"/>
                    <a:pt x="8294" y="7236"/>
                    <a:pt x="8268" y="7236"/>
                  </a:cubicBezTo>
                  <a:cubicBezTo>
                    <a:pt x="8135" y="7257"/>
                    <a:pt x="8011" y="7270"/>
                    <a:pt x="7880" y="7292"/>
                  </a:cubicBezTo>
                  <a:lnTo>
                    <a:pt x="1" y="15171"/>
                  </a:lnTo>
                  <a:cubicBezTo>
                    <a:pt x="837" y="14597"/>
                    <a:pt x="1722" y="14086"/>
                    <a:pt x="2641" y="13643"/>
                  </a:cubicBezTo>
                  <a:cubicBezTo>
                    <a:pt x="2676" y="13630"/>
                    <a:pt x="2703" y="13615"/>
                    <a:pt x="2731" y="13602"/>
                  </a:cubicBezTo>
                  <a:cubicBezTo>
                    <a:pt x="2855" y="13547"/>
                    <a:pt x="2973" y="13491"/>
                    <a:pt x="3098" y="13436"/>
                  </a:cubicBezTo>
                  <a:cubicBezTo>
                    <a:pt x="3229" y="13381"/>
                    <a:pt x="3353" y="13318"/>
                    <a:pt x="3484" y="13264"/>
                  </a:cubicBezTo>
                  <a:cubicBezTo>
                    <a:pt x="3512" y="13249"/>
                    <a:pt x="3547" y="13242"/>
                    <a:pt x="3574" y="13229"/>
                  </a:cubicBezTo>
                  <a:cubicBezTo>
                    <a:pt x="3864" y="13104"/>
                    <a:pt x="4162" y="12993"/>
                    <a:pt x="4453" y="12884"/>
                  </a:cubicBezTo>
                  <a:lnTo>
                    <a:pt x="17134" y="201"/>
                  </a:lnTo>
                  <a:lnTo>
                    <a:pt x="151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5" name="Google Shape;16515;p45"/>
            <p:cNvSpPr/>
            <p:nvPr/>
          </p:nvSpPr>
          <p:spPr>
            <a:xfrm>
              <a:off x="3596048" y="116351"/>
              <a:ext cx="288675" cy="303777"/>
            </a:xfrm>
            <a:custGeom>
              <a:rect b="b" l="l" r="r" t="t"/>
              <a:pathLst>
                <a:path extrusionOk="0" h="4023" w="3823">
                  <a:moveTo>
                    <a:pt x="1853" y="0"/>
                  </a:moveTo>
                  <a:lnTo>
                    <a:pt x="830" y="1024"/>
                  </a:lnTo>
                  <a:lnTo>
                    <a:pt x="1" y="4023"/>
                  </a:lnTo>
                  <a:lnTo>
                    <a:pt x="3822" y="201"/>
                  </a:lnTo>
                  <a:lnTo>
                    <a:pt x="185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6" name="Google Shape;16516;p45"/>
            <p:cNvSpPr/>
            <p:nvPr/>
          </p:nvSpPr>
          <p:spPr>
            <a:xfrm>
              <a:off x="3134147" y="158184"/>
              <a:ext cx="946291" cy="935191"/>
            </a:xfrm>
            <a:custGeom>
              <a:rect b="b" l="l" r="r" t="t"/>
              <a:pathLst>
                <a:path extrusionOk="0" h="12385" w="12532">
                  <a:moveTo>
                    <a:pt x="12393" y="0"/>
                  </a:moveTo>
                  <a:lnTo>
                    <a:pt x="0" y="12385"/>
                  </a:lnTo>
                  <a:cubicBezTo>
                    <a:pt x="954" y="12068"/>
                    <a:pt x="1929" y="11812"/>
                    <a:pt x="2918" y="11638"/>
                  </a:cubicBezTo>
                  <a:lnTo>
                    <a:pt x="12532" y="2026"/>
                  </a:lnTo>
                  <a:lnTo>
                    <a:pt x="1239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7" name="Google Shape;16517;p45"/>
            <p:cNvSpPr/>
            <p:nvPr/>
          </p:nvSpPr>
          <p:spPr>
            <a:xfrm>
              <a:off x="4468729" y="618499"/>
              <a:ext cx="736902" cy="708737"/>
            </a:xfrm>
            <a:custGeom>
              <a:rect b="b" l="l" r="r" t="t"/>
              <a:pathLst>
                <a:path extrusionOk="0" h="9386" w="9759">
                  <a:moveTo>
                    <a:pt x="8501" y="0"/>
                  </a:moveTo>
                  <a:lnTo>
                    <a:pt x="0" y="8495"/>
                  </a:lnTo>
                  <a:cubicBezTo>
                    <a:pt x="144" y="8591"/>
                    <a:pt x="290" y="8680"/>
                    <a:pt x="435" y="8785"/>
                  </a:cubicBezTo>
                  <a:cubicBezTo>
                    <a:pt x="463" y="8798"/>
                    <a:pt x="489" y="8818"/>
                    <a:pt x="518" y="8840"/>
                  </a:cubicBezTo>
                  <a:cubicBezTo>
                    <a:pt x="629" y="8916"/>
                    <a:pt x="738" y="8992"/>
                    <a:pt x="843" y="9075"/>
                  </a:cubicBezTo>
                  <a:cubicBezTo>
                    <a:pt x="961" y="9158"/>
                    <a:pt x="1078" y="9233"/>
                    <a:pt x="1188" y="9316"/>
                  </a:cubicBezTo>
                  <a:cubicBezTo>
                    <a:pt x="1216" y="9337"/>
                    <a:pt x="1236" y="9357"/>
                    <a:pt x="1264" y="9379"/>
                  </a:cubicBezTo>
                  <a:cubicBezTo>
                    <a:pt x="1271" y="9379"/>
                    <a:pt x="1271" y="9385"/>
                    <a:pt x="1277" y="9385"/>
                  </a:cubicBezTo>
                  <a:lnTo>
                    <a:pt x="9759" y="906"/>
                  </a:lnTo>
                  <a:lnTo>
                    <a:pt x="850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8" name="Google Shape;16518;p45"/>
            <p:cNvSpPr/>
            <p:nvPr/>
          </p:nvSpPr>
          <p:spPr>
            <a:xfrm>
              <a:off x="4350176" y="539666"/>
              <a:ext cx="746341" cy="710927"/>
            </a:xfrm>
            <a:custGeom>
              <a:rect b="b" l="l" r="r" t="t"/>
              <a:pathLst>
                <a:path extrusionOk="0" h="9415" w="9884">
                  <a:moveTo>
                    <a:pt x="8627" y="1"/>
                  </a:moveTo>
                  <a:lnTo>
                    <a:pt x="1" y="8618"/>
                  </a:lnTo>
                  <a:cubicBezTo>
                    <a:pt x="470" y="8867"/>
                    <a:pt x="927" y="9131"/>
                    <a:pt x="1376" y="9414"/>
                  </a:cubicBezTo>
                  <a:lnTo>
                    <a:pt x="9884" y="905"/>
                  </a:lnTo>
                  <a:lnTo>
                    <a:pt x="862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9" name="Google Shape;16519;p45"/>
            <p:cNvSpPr/>
            <p:nvPr/>
          </p:nvSpPr>
          <p:spPr>
            <a:xfrm>
              <a:off x="2055925" y="3701238"/>
              <a:ext cx="622731" cy="697863"/>
            </a:xfrm>
            <a:custGeom>
              <a:rect b="b" l="l" r="r" t="t"/>
              <a:pathLst>
                <a:path extrusionOk="0" h="9242" w="8247">
                  <a:moveTo>
                    <a:pt x="7072" y="1"/>
                  </a:moveTo>
                  <a:lnTo>
                    <a:pt x="2081" y="4992"/>
                  </a:lnTo>
                  <a:lnTo>
                    <a:pt x="0" y="9242"/>
                  </a:lnTo>
                  <a:lnTo>
                    <a:pt x="8246" y="996"/>
                  </a:lnTo>
                  <a:cubicBezTo>
                    <a:pt x="7845" y="679"/>
                    <a:pt x="7452" y="347"/>
                    <a:pt x="70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0" name="Google Shape;16520;p45"/>
            <p:cNvSpPr/>
            <p:nvPr/>
          </p:nvSpPr>
          <p:spPr>
            <a:xfrm>
              <a:off x="4222789" y="465061"/>
              <a:ext cx="764690" cy="717647"/>
            </a:xfrm>
            <a:custGeom>
              <a:rect b="b" l="l" r="r" t="t"/>
              <a:pathLst>
                <a:path extrusionOk="0" h="9504" w="10127">
                  <a:moveTo>
                    <a:pt x="8938" y="0"/>
                  </a:moveTo>
                  <a:lnTo>
                    <a:pt x="3491" y="5356"/>
                  </a:lnTo>
                  <a:cubicBezTo>
                    <a:pt x="3484" y="5356"/>
                    <a:pt x="3478" y="5350"/>
                    <a:pt x="3471" y="5343"/>
                  </a:cubicBezTo>
                  <a:lnTo>
                    <a:pt x="1" y="8812"/>
                  </a:lnTo>
                  <a:cubicBezTo>
                    <a:pt x="499" y="9025"/>
                    <a:pt x="996" y="9254"/>
                    <a:pt x="1481" y="9503"/>
                  </a:cubicBezTo>
                  <a:lnTo>
                    <a:pt x="10126" y="856"/>
                  </a:lnTo>
                  <a:lnTo>
                    <a:pt x="89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1" name="Google Shape;16521;p45"/>
            <p:cNvSpPr/>
            <p:nvPr/>
          </p:nvSpPr>
          <p:spPr>
            <a:xfrm>
              <a:off x="3935243" y="758874"/>
              <a:ext cx="403979" cy="316311"/>
            </a:xfrm>
            <a:custGeom>
              <a:rect b="b" l="l" r="r" t="t"/>
              <a:pathLst>
                <a:path extrusionOk="0" h="4189" w="5350">
                  <a:moveTo>
                    <a:pt x="3761" y="1"/>
                  </a:moveTo>
                  <a:lnTo>
                    <a:pt x="0" y="3759"/>
                  </a:lnTo>
                  <a:cubicBezTo>
                    <a:pt x="588" y="3877"/>
                    <a:pt x="1168" y="4023"/>
                    <a:pt x="1736" y="4189"/>
                  </a:cubicBezTo>
                  <a:lnTo>
                    <a:pt x="5350" y="581"/>
                  </a:lnTo>
                  <a:cubicBezTo>
                    <a:pt x="5274" y="546"/>
                    <a:pt x="5199" y="518"/>
                    <a:pt x="5116" y="483"/>
                  </a:cubicBezTo>
                  <a:cubicBezTo>
                    <a:pt x="5025" y="448"/>
                    <a:pt x="4935" y="415"/>
                    <a:pt x="4846" y="380"/>
                  </a:cubicBezTo>
                  <a:cubicBezTo>
                    <a:pt x="4756" y="346"/>
                    <a:pt x="4667" y="311"/>
                    <a:pt x="4577" y="283"/>
                  </a:cubicBezTo>
                  <a:cubicBezTo>
                    <a:pt x="4424" y="221"/>
                    <a:pt x="4265" y="166"/>
                    <a:pt x="4113" y="117"/>
                  </a:cubicBezTo>
                  <a:cubicBezTo>
                    <a:pt x="4086" y="103"/>
                    <a:pt x="4058" y="97"/>
                    <a:pt x="4030" y="90"/>
                  </a:cubicBezTo>
                  <a:cubicBezTo>
                    <a:pt x="3940" y="55"/>
                    <a:pt x="3850" y="27"/>
                    <a:pt x="37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2" name="Google Shape;16522;p45"/>
            <p:cNvSpPr/>
            <p:nvPr/>
          </p:nvSpPr>
          <p:spPr>
            <a:xfrm>
              <a:off x="4085057" y="809467"/>
              <a:ext cx="383742" cy="314197"/>
            </a:xfrm>
            <a:custGeom>
              <a:rect b="b" l="l" r="r" t="t"/>
              <a:pathLst>
                <a:path extrusionOk="0" h="4161" w="5082">
                  <a:moveTo>
                    <a:pt x="3595" y="1"/>
                  </a:moveTo>
                  <a:lnTo>
                    <a:pt x="0" y="3594"/>
                  </a:lnTo>
                  <a:cubicBezTo>
                    <a:pt x="539" y="3760"/>
                    <a:pt x="1072" y="3954"/>
                    <a:pt x="1598" y="4161"/>
                  </a:cubicBezTo>
                  <a:lnTo>
                    <a:pt x="5081" y="678"/>
                  </a:lnTo>
                  <a:cubicBezTo>
                    <a:pt x="4617" y="450"/>
                    <a:pt x="4147" y="235"/>
                    <a:pt x="3671" y="36"/>
                  </a:cubicBezTo>
                  <a:cubicBezTo>
                    <a:pt x="3643" y="21"/>
                    <a:pt x="3615" y="14"/>
                    <a:pt x="35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3" name="Google Shape;16523;p45"/>
            <p:cNvSpPr/>
            <p:nvPr/>
          </p:nvSpPr>
          <p:spPr>
            <a:xfrm>
              <a:off x="3383635" y="333521"/>
              <a:ext cx="708737" cy="698392"/>
            </a:xfrm>
            <a:custGeom>
              <a:rect b="b" l="l" r="r" t="t"/>
              <a:pathLst>
                <a:path extrusionOk="0" h="9249" w="9386">
                  <a:moveTo>
                    <a:pt x="9248" y="0"/>
                  </a:moveTo>
                  <a:lnTo>
                    <a:pt x="0" y="9248"/>
                  </a:lnTo>
                  <a:cubicBezTo>
                    <a:pt x="795" y="9124"/>
                    <a:pt x="1604" y="9041"/>
                    <a:pt x="2412" y="9006"/>
                  </a:cubicBezTo>
                  <a:lnTo>
                    <a:pt x="9386" y="2032"/>
                  </a:lnTo>
                  <a:lnTo>
                    <a:pt x="924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4" name="Google Shape;16524;p45"/>
            <p:cNvSpPr/>
            <p:nvPr/>
          </p:nvSpPr>
          <p:spPr>
            <a:xfrm>
              <a:off x="3166088" y="4083777"/>
              <a:ext cx="706094" cy="695825"/>
            </a:xfrm>
            <a:custGeom>
              <a:rect b="b" l="l" r="r" t="t"/>
              <a:pathLst>
                <a:path extrusionOk="0" h="9215" w="9351">
                  <a:moveTo>
                    <a:pt x="9350" y="1"/>
                  </a:moveTo>
                  <a:lnTo>
                    <a:pt x="9350" y="1"/>
                  </a:lnTo>
                  <a:cubicBezTo>
                    <a:pt x="8556" y="125"/>
                    <a:pt x="7755" y="208"/>
                    <a:pt x="6945" y="236"/>
                  </a:cubicBezTo>
                  <a:lnTo>
                    <a:pt x="0" y="7183"/>
                  </a:lnTo>
                  <a:lnTo>
                    <a:pt x="138" y="9215"/>
                  </a:lnTo>
                  <a:lnTo>
                    <a:pt x="93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5" name="Google Shape;16525;p45"/>
            <p:cNvSpPr/>
            <p:nvPr/>
          </p:nvSpPr>
          <p:spPr>
            <a:xfrm>
              <a:off x="2269848" y="3931999"/>
              <a:ext cx="764161" cy="718100"/>
            </a:xfrm>
            <a:custGeom>
              <a:rect b="b" l="l" r="r" t="t"/>
              <a:pathLst>
                <a:path extrusionOk="0" h="9510" w="10120">
                  <a:moveTo>
                    <a:pt x="8641" y="0"/>
                  </a:moveTo>
                  <a:lnTo>
                    <a:pt x="1" y="8639"/>
                  </a:lnTo>
                  <a:lnTo>
                    <a:pt x="1203" y="9510"/>
                  </a:lnTo>
                  <a:lnTo>
                    <a:pt x="6651" y="4154"/>
                  </a:lnTo>
                  <a:lnTo>
                    <a:pt x="6657" y="4154"/>
                  </a:lnTo>
                  <a:lnTo>
                    <a:pt x="10119" y="683"/>
                  </a:lnTo>
                  <a:cubicBezTo>
                    <a:pt x="9621" y="476"/>
                    <a:pt x="9124" y="249"/>
                    <a:pt x="86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6" name="Google Shape;16526;p45"/>
            <p:cNvSpPr/>
            <p:nvPr/>
          </p:nvSpPr>
          <p:spPr>
            <a:xfrm>
              <a:off x="1580432" y="1031318"/>
              <a:ext cx="412964" cy="385252"/>
            </a:xfrm>
            <a:custGeom>
              <a:rect b="b" l="l" r="r" t="t"/>
              <a:pathLst>
                <a:path extrusionOk="0" h="5102" w="5469">
                  <a:moveTo>
                    <a:pt x="4010" y="0"/>
                  </a:moveTo>
                  <a:lnTo>
                    <a:pt x="1" y="4008"/>
                  </a:lnTo>
                  <a:lnTo>
                    <a:pt x="1079" y="5101"/>
                  </a:lnTo>
                  <a:lnTo>
                    <a:pt x="5468" y="712"/>
                  </a:lnTo>
                  <a:lnTo>
                    <a:pt x="401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7" name="Google Shape;16527;p45"/>
            <p:cNvSpPr/>
            <p:nvPr/>
          </p:nvSpPr>
          <p:spPr>
            <a:xfrm>
              <a:off x="5710734" y="2659638"/>
              <a:ext cx="360183" cy="360183"/>
            </a:xfrm>
            <a:custGeom>
              <a:rect b="b" l="l" r="r" t="t"/>
              <a:pathLst>
                <a:path extrusionOk="0" h="4770" w="4770">
                  <a:moveTo>
                    <a:pt x="4769" y="0"/>
                  </a:moveTo>
                  <a:lnTo>
                    <a:pt x="0" y="4769"/>
                  </a:lnTo>
                  <a:lnTo>
                    <a:pt x="2323" y="4610"/>
                  </a:lnTo>
                  <a:lnTo>
                    <a:pt x="4521" y="2412"/>
                  </a:lnTo>
                  <a:lnTo>
                    <a:pt x="47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8" name="Google Shape;16528;p45"/>
            <p:cNvSpPr/>
            <p:nvPr/>
          </p:nvSpPr>
          <p:spPr>
            <a:xfrm>
              <a:off x="5509346" y="2578690"/>
              <a:ext cx="566325" cy="454646"/>
            </a:xfrm>
            <a:custGeom>
              <a:rect b="b" l="l" r="r" t="t"/>
              <a:pathLst>
                <a:path extrusionOk="0" h="6021" w="7500">
                  <a:moveTo>
                    <a:pt x="6020" y="1"/>
                  </a:moveTo>
                  <a:lnTo>
                    <a:pt x="0" y="6020"/>
                  </a:lnTo>
                  <a:lnTo>
                    <a:pt x="2322" y="5861"/>
                  </a:lnTo>
                  <a:lnTo>
                    <a:pt x="7471" y="719"/>
                  </a:lnTo>
                  <a:lnTo>
                    <a:pt x="7499" y="415"/>
                  </a:lnTo>
                  <a:lnTo>
                    <a:pt x="60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9" name="Google Shape;16529;p45"/>
            <p:cNvSpPr/>
            <p:nvPr/>
          </p:nvSpPr>
          <p:spPr>
            <a:xfrm>
              <a:off x="3055313" y="4075999"/>
              <a:ext cx="429048" cy="351801"/>
            </a:xfrm>
            <a:custGeom>
              <a:rect b="b" l="l" r="r" t="t"/>
              <a:pathLst>
                <a:path extrusionOk="0" h="4659" w="5682">
                  <a:moveTo>
                    <a:pt x="3781" y="1"/>
                  </a:moveTo>
                  <a:lnTo>
                    <a:pt x="1" y="3781"/>
                  </a:lnTo>
                  <a:cubicBezTo>
                    <a:pt x="415" y="3912"/>
                    <a:pt x="837" y="4036"/>
                    <a:pt x="1260" y="4148"/>
                  </a:cubicBezTo>
                  <a:lnTo>
                    <a:pt x="1293" y="4658"/>
                  </a:lnTo>
                  <a:lnTo>
                    <a:pt x="5682" y="269"/>
                  </a:lnTo>
                  <a:cubicBezTo>
                    <a:pt x="5627" y="263"/>
                    <a:pt x="5572" y="256"/>
                    <a:pt x="5516" y="249"/>
                  </a:cubicBezTo>
                  <a:cubicBezTo>
                    <a:pt x="5385" y="236"/>
                    <a:pt x="5254" y="228"/>
                    <a:pt x="5130" y="208"/>
                  </a:cubicBezTo>
                  <a:cubicBezTo>
                    <a:pt x="5095" y="208"/>
                    <a:pt x="5060" y="201"/>
                    <a:pt x="5025" y="201"/>
                  </a:cubicBezTo>
                  <a:cubicBezTo>
                    <a:pt x="4610" y="145"/>
                    <a:pt x="4196" y="77"/>
                    <a:pt x="37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0" name="Google Shape;16530;p45"/>
            <p:cNvSpPr/>
            <p:nvPr/>
          </p:nvSpPr>
          <p:spPr>
            <a:xfrm>
              <a:off x="2538667" y="390380"/>
              <a:ext cx="426405" cy="490664"/>
            </a:xfrm>
            <a:custGeom>
              <a:rect b="b" l="l" r="r" t="t"/>
              <a:pathLst>
                <a:path extrusionOk="0" h="6498" w="5647">
                  <a:moveTo>
                    <a:pt x="4776" y="1"/>
                  </a:moveTo>
                  <a:lnTo>
                    <a:pt x="0" y="4769"/>
                  </a:lnTo>
                  <a:lnTo>
                    <a:pt x="450" y="6498"/>
                  </a:lnTo>
                  <a:lnTo>
                    <a:pt x="5647" y="1299"/>
                  </a:lnTo>
                  <a:lnTo>
                    <a:pt x="47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1" name="Google Shape;16531;p45"/>
            <p:cNvSpPr/>
            <p:nvPr/>
          </p:nvSpPr>
          <p:spPr>
            <a:xfrm>
              <a:off x="2917581" y="4039452"/>
              <a:ext cx="403450" cy="316311"/>
            </a:xfrm>
            <a:custGeom>
              <a:rect b="b" l="l" r="r" t="t"/>
              <a:pathLst>
                <a:path extrusionOk="0" h="4189" w="5343">
                  <a:moveTo>
                    <a:pt x="3608" y="0"/>
                  </a:moveTo>
                  <a:lnTo>
                    <a:pt x="0" y="3608"/>
                  </a:lnTo>
                  <a:cubicBezTo>
                    <a:pt x="83" y="3643"/>
                    <a:pt x="173" y="3678"/>
                    <a:pt x="256" y="3713"/>
                  </a:cubicBezTo>
                  <a:cubicBezTo>
                    <a:pt x="347" y="3747"/>
                    <a:pt x="436" y="3781"/>
                    <a:pt x="526" y="3815"/>
                  </a:cubicBezTo>
                  <a:cubicBezTo>
                    <a:pt x="615" y="3850"/>
                    <a:pt x="705" y="3885"/>
                    <a:pt x="795" y="3913"/>
                  </a:cubicBezTo>
                  <a:cubicBezTo>
                    <a:pt x="954" y="3975"/>
                    <a:pt x="1106" y="4023"/>
                    <a:pt x="1259" y="4079"/>
                  </a:cubicBezTo>
                  <a:cubicBezTo>
                    <a:pt x="1286" y="4092"/>
                    <a:pt x="1314" y="4099"/>
                    <a:pt x="1349" y="4106"/>
                  </a:cubicBezTo>
                  <a:cubicBezTo>
                    <a:pt x="1425" y="4134"/>
                    <a:pt x="1508" y="4162"/>
                    <a:pt x="1583" y="4189"/>
                  </a:cubicBezTo>
                  <a:lnTo>
                    <a:pt x="5343" y="430"/>
                  </a:lnTo>
                  <a:cubicBezTo>
                    <a:pt x="4762" y="312"/>
                    <a:pt x="4182" y="166"/>
                    <a:pt x="36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2" name="Google Shape;16532;p45"/>
            <p:cNvSpPr/>
            <p:nvPr/>
          </p:nvSpPr>
          <p:spPr>
            <a:xfrm>
              <a:off x="2788155" y="3990445"/>
              <a:ext cx="383591" cy="314197"/>
            </a:xfrm>
            <a:custGeom>
              <a:rect b="b" l="l" r="r" t="t"/>
              <a:pathLst>
                <a:path extrusionOk="0" h="4161" w="5080">
                  <a:moveTo>
                    <a:pt x="3484" y="1"/>
                  </a:moveTo>
                  <a:lnTo>
                    <a:pt x="1" y="3484"/>
                  </a:lnTo>
                  <a:cubicBezTo>
                    <a:pt x="470" y="3718"/>
                    <a:pt x="948" y="3940"/>
                    <a:pt x="1430" y="4139"/>
                  </a:cubicBezTo>
                  <a:cubicBezTo>
                    <a:pt x="1452" y="4148"/>
                    <a:pt x="1472" y="4154"/>
                    <a:pt x="1487" y="4161"/>
                  </a:cubicBezTo>
                  <a:lnTo>
                    <a:pt x="5080" y="573"/>
                  </a:lnTo>
                  <a:cubicBezTo>
                    <a:pt x="4541" y="407"/>
                    <a:pt x="4010" y="215"/>
                    <a:pt x="34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3" name="Google Shape;16533;p45"/>
            <p:cNvSpPr/>
            <p:nvPr/>
          </p:nvSpPr>
          <p:spPr>
            <a:xfrm>
              <a:off x="3542284" y="4951172"/>
              <a:ext cx="49082" cy="52781"/>
            </a:xfrm>
            <a:custGeom>
              <a:rect b="b" l="l" r="r" t="t"/>
              <a:pathLst>
                <a:path extrusionOk="0" h="699" w="650">
                  <a:moveTo>
                    <a:pt x="650" y="0"/>
                  </a:moveTo>
                  <a:lnTo>
                    <a:pt x="1" y="651"/>
                  </a:lnTo>
                  <a:lnTo>
                    <a:pt x="457" y="699"/>
                  </a:lnTo>
                  <a:lnTo>
                    <a:pt x="6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4" name="Google Shape;16534;p45"/>
            <p:cNvSpPr/>
            <p:nvPr/>
          </p:nvSpPr>
          <p:spPr>
            <a:xfrm>
              <a:off x="2500081" y="278171"/>
              <a:ext cx="389330" cy="453589"/>
            </a:xfrm>
            <a:custGeom>
              <a:rect b="b" l="l" r="r" t="t"/>
              <a:pathLst>
                <a:path extrusionOk="0" h="6007" w="5156">
                  <a:moveTo>
                    <a:pt x="4285" y="0"/>
                  </a:moveTo>
                  <a:lnTo>
                    <a:pt x="0" y="4285"/>
                  </a:lnTo>
                  <a:lnTo>
                    <a:pt x="450" y="6007"/>
                  </a:lnTo>
                  <a:lnTo>
                    <a:pt x="5156" y="1299"/>
                  </a:lnTo>
                  <a:lnTo>
                    <a:pt x="428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5" name="Google Shape;16535;p45"/>
            <p:cNvSpPr/>
            <p:nvPr/>
          </p:nvSpPr>
          <p:spPr>
            <a:xfrm>
              <a:off x="2461495" y="252573"/>
              <a:ext cx="352783" cy="330432"/>
            </a:xfrm>
            <a:custGeom>
              <a:rect b="b" l="l" r="r" t="t"/>
              <a:pathLst>
                <a:path extrusionOk="0" h="4376" w="4672">
                  <a:moveTo>
                    <a:pt x="4575" y="1"/>
                  </a:moveTo>
                  <a:lnTo>
                    <a:pt x="1079" y="1577"/>
                  </a:lnTo>
                  <a:lnTo>
                    <a:pt x="1" y="2648"/>
                  </a:lnTo>
                  <a:lnTo>
                    <a:pt x="448" y="4375"/>
                  </a:lnTo>
                  <a:lnTo>
                    <a:pt x="4672" y="153"/>
                  </a:lnTo>
                  <a:lnTo>
                    <a:pt x="45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6" name="Google Shape;16536;p45"/>
            <p:cNvSpPr/>
            <p:nvPr/>
          </p:nvSpPr>
          <p:spPr>
            <a:xfrm>
              <a:off x="3927994" y="2537990"/>
              <a:ext cx="2017099" cy="1888807"/>
            </a:xfrm>
            <a:custGeom>
              <a:rect b="b" l="l" r="r" t="t"/>
              <a:pathLst>
                <a:path extrusionOk="0" h="25014" w="26713">
                  <a:moveTo>
                    <a:pt x="25013" y="1"/>
                  </a:moveTo>
                  <a:lnTo>
                    <a:pt x="12234" y="12786"/>
                  </a:lnTo>
                  <a:cubicBezTo>
                    <a:pt x="11175" y="14148"/>
                    <a:pt x="9953" y="15371"/>
                    <a:pt x="8598" y="16422"/>
                  </a:cubicBezTo>
                  <a:lnTo>
                    <a:pt x="0" y="25013"/>
                  </a:lnTo>
                  <a:cubicBezTo>
                    <a:pt x="20" y="25013"/>
                    <a:pt x="42" y="25007"/>
                    <a:pt x="55" y="25007"/>
                  </a:cubicBezTo>
                  <a:cubicBezTo>
                    <a:pt x="153" y="24992"/>
                    <a:pt x="249" y="24978"/>
                    <a:pt x="339" y="24958"/>
                  </a:cubicBezTo>
                  <a:cubicBezTo>
                    <a:pt x="505" y="24930"/>
                    <a:pt x="664" y="24902"/>
                    <a:pt x="830" y="24867"/>
                  </a:cubicBezTo>
                  <a:cubicBezTo>
                    <a:pt x="850" y="24867"/>
                    <a:pt x="871" y="24861"/>
                    <a:pt x="899" y="24854"/>
                  </a:cubicBezTo>
                  <a:lnTo>
                    <a:pt x="913" y="24854"/>
                  </a:lnTo>
                  <a:cubicBezTo>
                    <a:pt x="1506" y="24736"/>
                    <a:pt x="2094" y="24599"/>
                    <a:pt x="2674" y="24439"/>
                  </a:cubicBezTo>
                  <a:lnTo>
                    <a:pt x="2702" y="24481"/>
                  </a:lnTo>
                  <a:lnTo>
                    <a:pt x="20196" y="6987"/>
                  </a:lnTo>
                  <a:cubicBezTo>
                    <a:pt x="20231" y="6863"/>
                    <a:pt x="20265" y="6732"/>
                    <a:pt x="20299" y="6608"/>
                  </a:cubicBezTo>
                  <a:lnTo>
                    <a:pt x="20604" y="6588"/>
                  </a:lnTo>
                  <a:lnTo>
                    <a:pt x="26713" y="470"/>
                  </a:lnTo>
                  <a:lnTo>
                    <a:pt x="250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7" name="Google Shape;16537;p45"/>
            <p:cNvSpPr/>
            <p:nvPr/>
          </p:nvSpPr>
          <p:spPr>
            <a:xfrm>
              <a:off x="3154535" y="4098426"/>
              <a:ext cx="511505" cy="505237"/>
            </a:xfrm>
            <a:custGeom>
              <a:rect b="b" l="l" r="r" t="t"/>
              <a:pathLst>
                <a:path extrusionOk="0" h="6691" w="6774">
                  <a:moveTo>
                    <a:pt x="4658" y="1"/>
                  </a:moveTo>
                  <a:lnTo>
                    <a:pt x="0" y="4658"/>
                  </a:lnTo>
                  <a:lnTo>
                    <a:pt x="131" y="6690"/>
                  </a:lnTo>
                  <a:lnTo>
                    <a:pt x="6773" y="55"/>
                  </a:lnTo>
                  <a:lnTo>
                    <a:pt x="6773" y="55"/>
                  </a:lnTo>
                  <a:cubicBezTo>
                    <a:pt x="6605" y="59"/>
                    <a:pt x="6436" y="61"/>
                    <a:pt x="6268" y="61"/>
                  </a:cubicBezTo>
                  <a:cubicBezTo>
                    <a:pt x="5755" y="61"/>
                    <a:pt x="5244" y="43"/>
                    <a:pt x="4735" y="7"/>
                  </a:cubicBezTo>
                  <a:cubicBezTo>
                    <a:pt x="4706" y="1"/>
                    <a:pt x="4686" y="1"/>
                    <a:pt x="46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8" name="Google Shape;16538;p45"/>
            <p:cNvSpPr/>
            <p:nvPr/>
          </p:nvSpPr>
          <p:spPr>
            <a:xfrm>
              <a:off x="1136350" y="86675"/>
              <a:ext cx="4941903" cy="4941752"/>
            </a:xfrm>
            <a:custGeom>
              <a:rect b="b" l="l" r="r" t="t"/>
              <a:pathLst>
                <a:path extrusionOk="0" h="65445" w="65447">
                  <a:moveTo>
                    <a:pt x="32761" y="12552"/>
                  </a:moveTo>
                  <a:cubicBezTo>
                    <a:pt x="33258" y="12552"/>
                    <a:pt x="33764" y="12572"/>
                    <a:pt x="34262" y="12607"/>
                  </a:cubicBezTo>
                  <a:lnTo>
                    <a:pt x="34358" y="12620"/>
                  </a:lnTo>
                  <a:cubicBezTo>
                    <a:pt x="34448" y="12627"/>
                    <a:pt x="34544" y="12635"/>
                    <a:pt x="34642" y="12648"/>
                  </a:cubicBezTo>
                  <a:lnTo>
                    <a:pt x="34862" y="12668"/>
                  </a:lnTo>
                  <a:cubicBezTo>
                    <a:pt x="34967" y="12676"/>
                    <a:pt x="35063" y="12690"/>
                    <a:pt x="35166" y="12696"/>
                  </a:cubicBezTo>
                  <a:lnTo>
                    <a:pt x="35257" y="12709"/>
                  </a:lnTo>
                  <a:cubicBezTo>
                    <a:pt x="38415" y="13118"/>
                    <a:pt x="41477" y="14279"/>
                    <a:pt x="44110" y="16068"/>
                  </a:cubicBezTo>
                  <a:lnTo>
                    <a:pt x="44186" y="16125"/>
                  </a:lnTo>
                  <a:cubicBezTo>
                    <a:pt x="44269" y="16180"/>
                    <a:pt x="44345" y="16234"/>
                    <a:pt x="44422" y="16291"/>
                  </a:cubicBezTo>
                  <a:lnTo>
                    <a:pt x="44601" y="16422"/>
                  </a:lnTo>
                  <a:cubicBezTo>
                    <a:pt x="44684" y="16483"/>
                    <a:pt x="44767" y="16540"/>
                    <a:pt x="44850" y="16601"/>
                  </a:cubicBezTo>
                  <a:lnTo>
                    <a:pt x="44926" y="16664"/>
                  </a:lnTo>
                  <a:cubicBezTo>
                    <a:pt x="47456" y="18591"/>
                    <a:pt x="49529" y="21128"/>
                    <a:pt x="50911" y="23997"/>
                  </a:cubicBezTo>
                  <a:lnTo>
                    <a:pt x="50952" y="24080"/>
                  </a:lnTo>
                  <a:cubicBezTo>
                    <a:pt x="50987" y="24163"/>
                    <a:pt x="51029" y="24246"/>
                    <a:pt x="51063" y="24329"/>
                  </a:cubicBezTo>
                  <a:lnTo>
                    <a:pt x="51153" y="24528"/>
                  </a:lnTo>
                  <a:cubicBezTo>
                    <a:pt x="51194" y="24626"/>
                    <a:pt x="51243" y="24729"/>
                    <a:pt x="51284" y="24827"/>
                  </a:cubicBezTo>
                  <a:lnTo>
                    <a:pt x="51319" y="24916"/>
                  </a:lnTo>
                  <a:cubicBezTo>
                    <a:pt x="52550" y="27846"/>
                    <a:pt x="53074" y="31080"/>
                    <a:pt x="52840" y="34254"/>
                  </a:cubicBezTo>
                  <a:lnTo>
                    <a:pt x="52825" y="34356"/>
                  </a:lnTo>
                  <a:cubicBezTo>
                    <a:pt x="52818" y="34448"/>
                    <a:pt x="52812" y="34537"/>
                    <a:pt x="52805" y="34633"/>
                  </a:cubicBezTo>
                  <a:lnTo>
                    <a:pt x="52777" y="34847"/>
                  </a:lnTo>
                  <a:cubicBezTo>
                    <a:pt x="52770" y="34952"/>
                    <a:pt x="52757" y="35055"/>
                    <a:pt x="52749" y="35159"/>
                  </a:cubicBezTo>
                  <a:lnTo>
                    <a:pt x="52735" y="35262"/>
                  </a:lnTo>
                  <a:cubicBezTo>
                    <a:pt x="52327" y="38414"/>
                    <a:pt x="51166" y="41476"/>
                    <a:pt x="49376" y="44102"/>
                  </a:cubicBezTo>
                  <a:lnTo>
                    <a:pt x="49322" y="44185"/>
                  </a:lnTo>
                  <a:cubicBezTo>
                    <a:pt x="49259" y="44276"/>
                    <a:pt x="49197" y="44365"/>
                    <a:pt x="49134" y="44448"/>
                  </a:cubicBezTo>
                  <a:lnTo>
                    <a:pt x="49003" y="44627"/>
                  </a:lnTo>
                  <a:cubicBezTo>
                    <a:pt x="48948" y="44704"/>
                    <a:pt x="48900" y="44773"/>
                    <a:pt x="48844" y="44841"/>
                  </a:cubicBezTo>
                  <a:lnTo>
                    <a:pt x="48789" y="44924"/>
                  </a:lnTo>
                  <a:cubicBezTo>
                    <a:pt x="46853" y="47454"/>
                    <a:pt x="44317" y="49521"/>
                    <a:pt x="41449" y="50911"/>
                  </a:cubicBezTo>
                  <a:lnTo>
                    <a:pt x="41428" y="50917"/>
                  </a:lnTo>
                  <a:cubicBezTo>
                    <a:pt x="41408" y="50931"/>
                    <a:pt x="41386" y="50937"/>
                    <a:pt x="41366" y="50952"/>
                  </a:cubicBezTo>
                  <a:cubicBezTo>
                    <a:pt x="41270" y="50994"/>
                    <a:pt x="41172" y="51035"/>
                    <a:pt x="41076" y="51083"/>
                  </a:cubicBezTo>
                  <a:lnTo>
                    <a:pt x="40875" y="51173"/>
                  </a:lnTo>
                  <a:cubicBezTo>
                    <a:pt x="40792" y="51208"/>
                    <a:pt x="40709" y="51249"/>
                    <a:pt x="40626" y="51284"/>
                  </a:cubicBezTo>
                  <a:lnTo>
                    <a:pt x="40537" y="51317"/>
                  </a:lnTo>
                  <a:cubicBezTo>
                    <a:pt x="38065" y="52353"/>
                    <a:pt x="35384" y="52889"/>
                    <a:pt x="32706" y="52889"/>
                  </a:cubicBezTo>
                  <a:cubicBezTo>
                    <a:pt x="32201" y="52889"/>
                    <a:pt x="31696" y="52870"/>
                    <a:pt x="31193" y="52832"/>
                  </a:cubicBezTo>
                  <a:lnTo>
                    <a:pt x="31158" y="52832"/>
                  </a:lnTo>
                  <a:cubicBezTo>
                    <a:pt x="31137" y="52832"/>
                    <a:pt x="31117" y="52832"/>
                    <a:pt x="31095" y="52825"/>
                  </a:cubicBezTo>
                  <a:cubicBezTo>
                    <a:pt x="30986" y="52818"/>
                    <a:pt x="30881" y="52803"/>
                    <a:pt x="30778" y="52797"/>
                  </a:cubicBezTo>
                  <a:lnTo>
                    <a:pt x="30549" y="52777"/>
                  </a:lnTo>
                  <a:cubicBezTo>
                    <a:pt x="30467" y="52762"/>
                    <a:pt x="30377" y="52755"/>
                    <a:pt x="30287" y="52749"/>
                  </a:cubicBezTo>
                  <a:lnTo>
                    <a:pt x="30190" y="52735"/>
                  </a:lnTo>
                  <a:cubicBezTo>
                    <a:pt x="27031" y="52327"/>
                    <a:pt x="23969" y="51166"/>
                    <a:pt x="21343" y="49376"/>
                  </a:cubicBezTo>
                  <a:lnTo>
                    <a:pt x="21260" y="49320"/>
                  </a:lnTo>
                  <a:cubicBezTo>
                    <a:pt x="21171" y="49259"/>
                    <a:pt x="21088" y="49196"/>
                    <a:pt x="21005" y="49134"/>
                  </a:cubicBezTo>
                  <a:lnTo>
                    <a:pt x="20826" y="49003"/>
                  </a:lnTo>
                  <a:cubicBezTo>
                    <a:pt x="20750" y="48953"/>
                    <a:pt x="20673" y="48899"/>
                    <a:pt x="20604" y="48844"/>
                  </a:cubicBezTo>
                  <a:lnTo>
                    <a:pt x="20521" y="48781"/>
                  </a:lnTo>
                  <a:cubicBezTo>
                    <a:pt x="17991" y="46853"/>
                    <a:pt x="15924" y="44317"/>
                    <a:pt x="14542" y="41448"/>
                  </a:cubicBezTo>
                  <a:lnTo>
                    <a:pt x="14501" y="41365"/>
                  </a:lnTo>
                  <a:cubicBezTo>
                    <a:pt x="14453" y="41262"/>
                    <a:pt x="14405" y="41166"/>
                    <a:pt x="14363" y="41061"/>
                  </a:cubicBezTo>
                  <a:lnTo>
                    <a:pt x="14274" y="40867"/>
                  </a:lnTo>
                  <a:cubicBezTo>
                    <a:pt x="14239" y="40784"/>
                    <a:pt x="14197" y="40701"/>
                    <a:pt x="14163" y="40626"/>
                  </a:cubicBezTo>
                  <a:lnTo>
                    <a:pt x="14128" y="40535"/>
                  </a:lnTo>
                  <a:cubicBezTo>
                    <a:pt x="12897" y="37591"/>
                    <a:pt x="12373" y="34365"/>
                    <a:pt x="12615" y="31185"/>
                  </a:cubicBezTo>
                  <a:lnTo>
                    <a:pt x="12622" y="31095"/>
                  </a:lnTo>
                  <a:cubicBezTo>
                    <a:pt x="12628" y="30984"/>
                    <a:pt x="12642" y="30873"/>
                    <a:pt x="12648" y="30763"/>
                  </a:cubicBezTo>
                  <a:lnTo>
                    <a:pt x="12670" y="30556"/>
                  </a:lnTo>
                  <a:cubicBezTo>
                    <a:pt x="12683" y="30467"/>
                    <a:pt x="12690" y="30369"/>
                    <a:pt x="12705" y="30279"/>
                  </a:cubicBezTo>
                  <a:lnTo>
                    <a:pt x="12711" y="30190"/>
                  </a:lnTo>
                  <a:cubicBezTo>
                    <a:pt x="13119" y="27031"/>
                    <a:pt x="14280" y="23969"/>
                    <a:pt x="16077" y="21335"/>
                  </a:cubicBezTo>
                  <a:lnTo>
                    <a:pt x="16125" y="21260"/>
                  </a:lnTo>
                  <a:cubicBezTo>
                    <a:pt x="16181" y="21184"/>
                    <a:pt x="16236" y="21108"/>
                    <a:pt x="16291" y="21031"/>
                  </a:cubicBezTo>
                  <a:lnTo>
                    <a:pt x="16409" y="20866"/>
                  </a:lnTo>
                  <a:cubicBezTo>
                    <a:pt x="16472" y="20776"/>
                    <a:pt x="16540" y="20686"/>
                    <a:pt x="16603" y="20597"/>
                  </a:cubicBezTo>
                  <a:lnTo>
                    <a:pt x="16664" y="20521"/>
                  </a:lnTo>
                  <a:cubicBezTo>
                    <a:pt x="18593" y="17991"/>
                    <a:pt x="21129" y="15918"/>
                    <a:pt x="23997" y="14534"/>
                  </a:cubicBezTo>
                  <a:lnTo>
                    <a:pt x="24026" y="14527"/>
                  </a:lnTo>
                  <a:cubicBezTo>
                    <a:pt x="24045" y="14514"/>
                    <a:pt x="24067" y="14508"/>
                    <a:pt x="24080" y="14493"/>
                  </a:cubicBezTo>
                  <a:cubicBezTo>
                    <a:pt x="24170" y="14459"/>
                    <a:pt x="24253" y="14418"/>
                    <a:pt x="24342" y="14377"/>
                  </a:cubicBezTo>
                  <a:lnTo>
                    <a:pt x="24543" y="14285"/>
                  </a:lnTo>
                  <a:cubicBezTo>
                    <a:pt x="24633" y="14244"/>
                    <a:pt x="24731" y="14202"/>
                    <a:pt x="24827" y="14161"/>
                  </a:cubicBezTo>
                  <a:lnTo>
                    <a:pt x="24916" y="14128"/>
                  </a:lnTo>
                  <a:cubicBezTo>
                    <a:pt x="27391" y="13091"/>
                    <a:pt x="30080" y="12552"/>
                    <a:pt x="32761" y="12552"/>
                  </a:cubicBezTo>
                  <a:close/>
                  <a:moveTo>
                    <a:pt x="32772" y="11956"/>
                  </a:moveTo>
                  <a:cubicBezTo>
                    <a:pt x="30005" y="11956"/>
                    <a:pt x="27238" y="12507"/>
                    <a:pt x="24682" y="13574"/>
                  </a:cubicBezTo>
                  <a:lnTo>
                    <a:pt x="24654" y="13589"/>
                  </a:lnTo>
                  <a:cubicBezTo>
                    <a:pt x="24633" y="13595"/>
                    <a:pt x="24613" y="13602"/>
                    <a:pt x="24591" y="13609"/>
                  </a:cubicBezTo>
                  <a:cubicBezTo>
                    <a:pt x="24488" y="13657"/>
                    <a:pt x="24392" y="13698"/>
                    <a:pt x="24294" y="13746"/>
                  </a:cubicBezTo>
                  <a:lnTo>
                    <a:pt x="24094" y="13829"/>
                  </a:lnTo>
                  <a:cubicBezTo>
                    <a:pt x="24004" y="13871"/>
                    <a:pt x="23914" y="13912"/>
                    <a:pt x="23832" y="13954"/>
                  </a:cubicBezTo>
                  <a:cubicBezTo>
                    <a:pt x="23803" y="13968"/>
                    <a:pt x="23783" y="13975"/>
                    <a:pt x="23762" y="13988"/>
                  </a:cubicBezTo>
                  <a:lnTo>
                    <a:pt x="23742" y="13995"/>
                  </a:lnTo>
                  <a:cubicBezTo>
                    <a:pt x="20784" y="15420"/>
                    <a:pt x="18172" y="17548"/>
                    <a:pt x="16188" y="20161"/>
                  </a:cubicBezTo>
                  <a:lnTo>
                    <a:pt x="16125" y="20237"/>
                  </a:lnTo>
                  <a:cubicBezTo>
                    <a:pt x="16057" y="20333"/>
                    <a:pt x="15987" y="20423"/>
                    <a:pt x="15924" y="20514"/>
                  </a:cubicBezTo>
                  <a:lnTo>
                    <a:pt x="15808" y="20680"/>
                  </a:lnTo>
                  <a:cubicBezTo>
                    <a:pt x="15745" y="20763"/>
                    <a:pt x="15690" y="20837"/>
                    <a:pt x="15634" y="20914"/>
                  </a:cubicBezTo>
                  <a:lnTo>
                    <a:pt x="15579" y="20997"/>
                  </a:lnTo>
                  <a:cubicBezTo>
                    <a:pt x="13735" y="23707"/>
                    <a:pt x="12539" y="26865"/>
                    <a:pt x="12117" y="30113"/>
                  </a:cubicBezTo>
                  <a:lnTo>
                    <a:pt x="12109" y="30209"/>
                  </a:lnTo>
                  <a:cubicBezTo>
                    <a:pt x="12096" y="30307"/>
                    <a:pt x="12089" y="30404"/>
                    <a:pt x="12076" y="30500"/>
                  </a:cubicBezTo>
                  <a:lnTo>
                    <a:pt x="12054" y="30700"/>
                  </a:lnTo>
                  <a:cubicBezTo>
                    <a:pt x="12048" y="30812"/>
                    <a:pt x="12034" y="30929"/>
                    <a:pt x="12019" y="31047"/>
                  </a:cubicBezTo>
                  <a:lnTo>
                    <a:pt x="12013" y="31143"/>
                  </a:lnTo>
                  <a:cubicBezTo>
                    <a:pt x="11771" y="34413"/>
                    <a:pt x="12310" y="37737"/>
                    <a:pt x="13575" y="40764"/>
                  </a:cubicBezTo>
                  <a:lnTo>
                    <a:pt x="13617" y="40860"/>
                  </a:lnTo>
                  <a:cubicBezTo>
                    <a:pt x="13652" y="40943"/>
                    <a:pt x="13693" y="41026"/>
                    <a:pt x="13726" y="41116"/>
                  </a:cubicBezTo>
                  <a:lnTo>
                    <a:pt x="13818" y="41303"/>
                  </a:lnTo>
                  <a:cubicBezTo>
                    <a:pt x="13859" y="41406"/>
                    <a:pt x="13907" y="41511"/>
                    <a:pt x="13955" y="41622"/>
                  </a:cubicBezTo>
                  <a:lnTo>
                    <a:pt x="14003" y="41711"/>
                  </a:lnTo>
                  <a:cubicBezTo>
                    <a:pt x="15427" y="44662"/>
                    <a:pt x="17556" y="47275"/>
                    <a:pt x="20162" y="49259"/>
                  </a:cubicBezTo>
                  <a:lnTo>
                    <a:pt x="20245" y="49320"/>
                  </a:lnTo>
                  <a:cubicBezTo>
                    <a:pt x="20320" y="49383"/>
                    <a:pt x="20396" y="49438"/>
                    <a:pt x="20479" y="49493"/>
                  </a:cubicBezTo>
                  <a:lnTo>
                    <a:pt x="20652" y="49617"/>
                  </a:lnTo>
                  <a:cubicBezTo>
                    <a:pt x="20735" y="49680"/>
                    <a:pt x="20826" y="49750"/>
                    <a:pt x="20922" y="49811"/>
                  </a:cubicBezTo>
                  <a:lnTo>
                    <a:pt x="21005" y="49866"/>
                  </a:lnTo>
                  <a:cubicBezTo>
                    <a:pt x="23714" y="51712"/>
                    <a:pt x="26859" y="52908"/>
                    <a:pt x="30115" y="53329"/>
                  </a:cubicBezTo>
                  <a:lnTo>
                    <a:pt x="30218" y="53336"/>
                  </a:lnTo>
                  <a:cubicBezTo>
                    <a:pt x="30307" y="53349"/>
                    <a:pt x="30405" y="53357"/>
                    <a:pt x="30495" y="53371"/>
                  </a:cubicBezTo>
                  <a:lnTo>
                    <a:pt x="30709" y="53391"/>
                  </a:lnTo>
                  <a:cubicBezTo>
                    <a:pt x="30820" y="53406"/>
                    <a:pt x="30929" y="53412"/>
                    <a:pt x="31047" y="53425"/>
                  </a:cubicBezTo>
                  <a:lnTo>
                    <a:pt x="31110" y="53425"/>
                  </a:lnTo>
                  <a:lnTo>
                    <a:pt x="31143" y="53432"/>
                  </a:lnTo>
                  <a:cubicBezTo>
                    <a:pt x="31656" y="53467"/>
                    <a:pt x="32173" y="53489"/>
                    <a:pt x="32686" y="53489"/>
                  </a:cubicBezTo>
                  <a:cubicBezTo>
                    <a:pt x="35449" y="53489"/>
                    <a:pt x="38215" y="52935"/>
                    <a:pt x="40764" y="51871"/>
                  </a:cubicBezTo>
                  <a:lnTo>
                    <a:pt x="40862" y="51830"/>
                  </a:lnTo>
                  <a:cubicBezTo>
                    <a:pt x="40952" y="51795"/>
                    <a:pt x="41035" y="51753"/>
                    <a:pt x="41124" y="51712"/>
                  </a:cubicBezTo>
                  <a:lnTo>
                    <a:pt x="41318" y="51629"/>
                  </a:lnTo>
                  <a:cubicBezTo>
                    <a:pt x="41414" y="51581"/>
                    <a:pt x="41519" y="51539"/>
                    <a:pt x="41622" y="51491"/>
                  </a:cubicBezTo>
                  <a:cubicBezTo>
                    <a:pt x="41643" y="51476"/>
                    <a:pt x="41663" y="51470"/>
                    <a:pt x="41691" y="51457"/>
                  </a:cubicBezTo>
                  <a:lnTo>
                    <a:pt x="41711" y="51442"/>
                  </a:lnTo>
                  <a:cubicBezTo>
                    <a:pt x="44662" y="50025"/>
                    <a:pt x="47275" y="47890"/>
                    <a:pt x="49265" y="45284"/>
                  </a:cubicBezTo>
                  <a:lnTo>
                    <a:pt x="49322" y="45201"/>
                  </a:lnTo>
                  <a:cubicBezTo>
                    <a:pt x="49383" y="45125"/>
                    <a:pt x="49431" y="45049"/>
                    <a:pt x="49488" y="44972"/>
                  </a:cubicBezTo>
                  <a:lnTo>
                    <a:pt x="49612" y="44800"/>
                  </a:lnTo>
                  <a:cubicBezTo>
                    <a:pt x="49680" y="44710"/>
                    <a:pt x="49750" y="44621"/>
                    <a:pt x="49813" y="44525"/>
                  </a:cubicBezTo>
                  <a:lnTo>
                    <a:pt x="49867" y="44442"/>
                  </a:lnTo>
                  <a:cubicBezTo>
                    <a:pt x="51712" y="41738"/>
                    <a:pt x="52908" y="38586"/>
                    <a:pt x="53329" y="35338"/>
                  </a:cubicBezTo>
                  <a:lnTo>
                    <a:pt x="53344" y="35227"/>
                  </a:lnTo>
                  <a:cubicBezTo>
                    <a:pt x="53351" y="35124"/>
                    <a:pt x="53364" y="35013"/>
                    <a:pt x="53379" y="34904"/>
                  </a:cubicBezTo>
                  <a:lnTo>
                    <a:pt x="53399" y="34696"/>
                  </a:lnTo>
                  <a:cubicBezTo>
                    <a:pt x="53406" y="34599"/>
                    <a:pt x="53420" y="34502"/>
                    <a:pt x="53427" y="34406"/>
                  </a:cubicBezTo>
                  <a:lnTo>
                    <a:pt x="53427" y="34336"/>
                  </a:lnTo>
                  <a:lnTo>
                    <a:pt x="53434" y="34302"/>
                  </a:lnTo>
                  <a:cubicBezTo>
                    <a:pt x="53676" y="31032"/>
                    <a:pt x="53137" y="27708"/>
                    <a:pt x="51871" y="24681"/>
                  </a:cubicBezTo>
                  <a:lnTo>
                    <a:pt x="51836" y="24591"/>
                  </a:lnTo>
                  <a:cubicBezTo>
                    <a:pt x="51788" y="24487"/>
                    <a:pt x="51740" y="24384"/>
                    <a:pt x="51699" y="24279"/>
                  </a:cubicBezTo>
                  <a:lnTo>
                    <a:pt x="51609" y="24087"/>
                  </a:lnTo>
                  <a:cubicBezTo>
                    <a:pt x="51568" y="23997"/>
                    <a:pt x="51533" y="23914"/>
                    <a:pt x="51491" y="23831"/>
                  </a:cubicBezTo>
                  <a:lnTo>
                    <a:pt x="51450" y="23734"/>
                  </a:lnTo>
                  <a:cubicBezTo>
                    <a:pt x="50027" y="20783"/>
                    <a:pt x="47897" y="18170"/>
                    <a:pt x="45284" y="16186"/>
                  </a:cubicBezTo>
                  <a:lnTo>
                    <a:pt x="45210" y="16125"/>
                  </a:lnTo>
                  <a:cubicBezTo>
                    <a:pt x="45118" y="16062"/>
                    <a:pt x="45035" y="16000"/>
                    <a:pt x="44946" y="15937"/>
                  </a:cubicBezTo>
                  <a:lnTo>
                    <a:pt x="44773" y="15806"/>
                  </a:lnTo>
                  <a:cubicBezTo>
                    <a:pt x="44690" y="15752"/>
                    <a:pt x="44607" y="15689"/>
                    <a:pt x="44531" y="15634"/>
                  </a:cubicBezTo>
                  <a:cubicBezTo>
                    <a:pt x="44511" y="15621"/>
                    <a:pt x="44496" y="15612"/>
                    <a:pt x="44476" y="15599"/>
                  </a:cubicBezTo>
                  <a:lnTo>
                    <a:pt x="44448" y="15579"/>
                  </a:lnTo>
                  <a:cubicBezTo>
                    <a:pt x="41739" y="13733"/>
                    <a:pt x="38588" y="12537"/>
                    <a:pt x="35332" y="12116"/>
                  </a:cubicBezTo>
                  <a:lnTo>
                    <a:pt x="35235" y="12109"/>
                  </a:lnTo>
                  <a:cubicBezTo>
                    <a:pt x="35133" y="12096"/>
                    <a:pt x="35028" y="12081"/>
                    <a:pt x="34925" y="12074"/>
                  </a:cubicBezTo>
                  <a:lnTo>
                    <a:pt x="34703" y="12054"/>
                  </a:lnTo>
                  <a:cubicBezTo>
                    <a:pt x="34607" y="12039"/>
                    <a:pt x="34502" y="12033"/>
                    <a:pt x="34406" y="12019"/>
                  </a:cubicBezTo>
                  <a:lnTo>
                    <a:pt x="34303" y="12013"/>
                  </a:lnTo>
                  <a:cubicBezTo>
                    <a:pt x="33794" y="11975"/>
                    <a:pt x="33283" y="11956"/>
                    <a:pt x="32772" y="11956"/>
                  </a:cubicBezTo>
                  <a:close/>
                  <a:moveTo>
                    <a:pt x="33640" y="642"/>
                  </a:moveTo>
                  <a:lnTo>
                    <a:pt x="38269" y="1113"/>
                  </a:lnTo>
                  <a:lnTo>
                    <a:pt x="38789" y="8702"/>
                  </a:lnTo>
                  <a:lnTo>
                    <a:pt x="38996" y="8757"/>
                  </a:lnTo>
                  <a:cubicBezTo>
                    <a:pt x="39570" y="8909"/>
                    <a:pt x="40150" y="9082"/>
                    <a:pt x="40709" y="9276"/>
                  </a:cubicBezTo>
                  <a:lnTo>
                    <a:pt x="40792" y="9302"/>
                  </a:lnTo>
                  <a:cubicBezTo>
                    <a:pt x="40917" y="9344"/>
                    <a:pt x="41083" y="9400"/>
                    <a:pt x="41249" y="9462"/>
                  </a:cubicBezTo>
                  <a:cubicBezTo>
                    <a:pt x="41318" y="9490"/>
                    <a:pt x="41380" y="9510"/>
                    <a:pt x="41443" y="9538"/>
                  </a:cubicBezTo>
                  <a:lnTo>
                    <a:pt x="41587" y="9593"/>
                  </a:lnTo>
                  <a:cubicBezTo>
                    <a:pt x="41650" y="9614"/>
                    <a:pt x="41718" y="9641"/>
                    <a:pt x="41788" y="9669"/>
                  </a:cubicBezTo>
                  <a:cubicBezTo>
                    <a:pt x="41919" y="9717"/>
                    <a:pt x="42065" y="9780"/>
                    <a:pt x="42237" y="9848"/>
                  </a:cubicBezTo>
                  <a:lnTo>
                    <a:pt x="42320" y="9883"/>
                  </a:lnTo>
                  <a:cubicBezTo>
                    <a:pt x="42866" y="10112"/>
                    <a:pt x="43412" y="10367"/>
                    <a:pt x="43944" y="10636"/>
                  </a:cubicBezTo>
                  <a:lnTo>
                    <a:pt x="44131" y="10734"/>
                  </a:lnTo>
                  <a:lnTo>
                    <a:pt x="49556" y="5398"/>
                  </a:lnTo>
                  <a:lnTo>
                    <a:pt x="53329" y="8121"/>
                  </a:lnTo>
                  <a:lnTo>
                    <a:pt x="49985" y="14949"/>
                  </a:lnTo>
                  <a:lnTo>
                    <a:pt x="50136" y="15101"/>
                  </a:lnTo>
                  <a:cubicBezTo>
                    <a:pt x="50559" y="15523"/>
                    <a:pt x="50974" y="15959"/>
                    <a:pt x="51367" y="16409"/>
                  </a:cubicBezTo>
                  <a:lnTo>
                    <a:pt x="51422" y="16470"/>
                  </a:lnTo>
                  <a:cubicBezTo>
                    <a:pt x="51546" y="16616"/>
                    <a:pt x="51644" y="16732"/>
                    <a:pt x="51734" y="16843"/>
                  </a:cubicBezTo>
                  <a:cubicBezTo>
                    <a:pt x="51782" y="16898"/>
                    <a:pt x="51823" y="16948"/>
                    <a:pt x="51871" y="17002"/>
                  </a:cubicBezTo>
                  <a:lnTo>
                    <a:pt x="51961" y="17120"/>
                  </a:lnTo>
                  <a:cubicBezTo>
                    <a:pt x="52011" y="17175"/>
                    <a:pt x="52052" y="17230"/>
                    <a:pt x="52100" y="17286"/>
                  </a:cubicBezTo>
                  <a:cubicBezTo>
                    <a:pt x="52190" y="17395"/>
                    <a:pt x="52286" y="17520"/>
                    <a:pt x="52397" y="17672"/>
                  </a:cubicBezTo>
                  <a:lnTo>
                    <a:pt x="52452" y="17742"/>
                  </a:lnTo>
                  <a:cubicBezTo>
                    <a:pt x="52812" y="18212"/>
                    <a:pt x="53157" y="18703"/>
                    <a:pt x="53482" y="19200"/>
                  </a:cubicBezTo>
                  <a:lnTo>
                    <a:pt x="53600" y="19379"/>
                  </a:lnTo>
                  <a:lnTo>
                    <a:pt x="60960" y="17472"/>
                  </a:lnTo>
                  <a:lnTo>
                    <a:pt x="62867" y="21723"/>
                  </a:lnTo>
                  <a:lnTo>
                    <a:pt x="56738" y="25842"/>
                  </a:lnTo>
                  <a:lnTo>
                    <a:pt x="56557" y="25966"/>
                  </a:lnTo>
                  <a:lnTo>
                    <a:pt x="56614" y="26174"/>
                  </a:lnTo>
                  <a:cubicBezTo>
                    <a:pt x="56655" y="26311"/>
                    <a:pt x="56697" y="26457"/>
                    <a:pt x="56730" y="26595"/>
                  </a:cubicBezTo>
                  <a:cubicBezTo>
                    <a:pt x="56828" y="26990"/>
                    <a:pt x="56917" y="27390"/>
                    <a:pt x="57000" y="27784"/>
                  </a:cubicBezTo>
                  <a:cubicBezTo>
                    <a:pt x="57007" y="27804"/>
                    <a:pt x="57007" y="27826"/>
                    <a:pt x="57013" y="27854"/>
                  </a:cubicBezTo>
                  <a:cubicBezTo>
                    <a:pt x="57013" y="27867"/>
                    <a:pt x="57020" y="27887"/>
                    <a:pt x="57028" y="27909"/>
                  </a:cubicBezTo>
                  <a:lnTo>
                    <a:pt x="57042" y="27998"/>
                  </a:lnTo>
                  <a:cubicBezTo>
                    <a:pt x="57076" y="28186"/>
                    <a:pt x="57103" y="28337"/>
                    <a:pt x="57131" y="28476"/>
                  </a:cubicBezTo>
                  <a:cubicBezTo>
                    <a:pt x="57144" y="28544"/>
                    <a:pt x="57153" y="28614"/>
                    <a:pt x="57166" y="28675"/>
                  </a:cubicBezTo>
                  <a:lnTo>
                    <a:pt x="57186" y="28834"/>
                  </a:lnTo>
                  <a:cubicBezTo>
                    <a:pt x="57201" y="28904"/>
                    <a:pt x="57214" y="28974"/>
                    <a:pt x="57221" y="29042"/>
                  </a:cubicBezTo>
                  <a:cubicBezTo>
                    <a:pt x="57242" y="29181"/>
                    <a:pt x="57262" y="29332"/>
                    <a:pt x="57290" y="29526"/>
                  </a:cubicBezTo>
                  <a:lnTo>
                    <a:pt x="57297" y="29609"/>
                  </a:lnTo>
                  <a:cubicBezTo>
                    <a:pt x="57373" y="30196"/>
                    <a:pt x="57428" y="30798"/>
                    <a:pt x="57463" y="31392"/>
                  </a:cubicBezTo>
                  <a:lnTo>
                    <a:pt x="57470" y="31606"/>
                  </a:lnTo>
                  <a:lnTo>
                    <a:pt x="64803" y="33638"/>
                  </a:lnTo>
                  <a:lnTo>
                    <a:pt x="64333" y="38269"/>
                  </a:lnTo>
                  <a:lnTo>
                    <a:pt x="56745" y="38780"/>
                  </a:lnTo>
                  <a:lnTo>
                    <a:pt x="56688" y="38994"/>
                  </a:lnTo>
                  <a:cubicBezTo>
                    <a:pt x="56537" y="39568"/>
                    <a:pt x="56365" y="40142"/>
                    <a:pt x="56177" y="40709"/>
                  </a:cubicBezTo>
                  <a:lnTo>
                    <a:pt x="56149" y="40784"/>
                  </a:lnTo>
                  <a:cubicBezTo>
                    <a:pt x="56081" y="40971"/>
                    <a:pt x="56033" y="41116"/>
                    <a:pt x="55983" y="41249"/>
                  </a:cubicBezTo>
                  <a:cubicBezTo>
                    <a:pt x="55957" y="41310"/>
                    <a:pt x="55935" y="41380"/>
                    <a:pt x="55909" y="41441"/>
                  </a:cubicBezTo>
                  <a:lnTo>
                    <a:pt x="55880" y="41517"/>
                  </a:lnTo>
                  <a:cubicBezTo>
                    <a:pt x="55874" y="41545"/>
                    <a:pt x="55859" y="41572"/>
                    <a:pt x="55846" y="41607"/>
                  </a:cubicBezTo>
                  <a:cubicBezTo>
                    <a:pt x="55832" y="41648"/>
                    <a:pt x="55817" y="41690"/>
                    <a:pt x="55804" y="41731"/>
                  </a:cubicBezTo>
                  <a:lnTo>
                    <a:pt x="55784" y="41779"/>
                  </a:lnTo>
                  <a:cubicBezTo>
                    <a:pt x="55728" y="41919"/>
                    <a:pt x="55673" y="42056"/>
                    <a:pt x="55597" y="42235"/>
                  </a:cubicBezTo>
                  <a:lnTo>
                    <a:pt x="55562" y="42312"/>
                  </a:lnTo>
                  <a:cubicBezTo>
                    <a:pt x="55335" y="42858"/>
                    <a:pt x="55079" y="43405"/>
                    <a:pt x="54809" y="43936"/>
                  </a:cubicBezTo>
                  <a:lnTo>
                    <a:pt x="54713" y="44130"/>
                  </a:lnTo>
                  <a:lnTo>
                    <a:pt x="60047" y="49549"/>
                  </a:lnTo>
                  <a:lnTo>
                    <a:pt x="57325" y="53329"/>
                  </a:lnTo>
                  <a:lnTo>
                    <a:pt x="50496" y="49984"/>
                  </a:lnTo>
                  <a:lnTo>
                    <a:pt x="50343" y="50136"/>
                  </a:lnTo>
                  <a:cubicBezTo>
                    <a:pt x="49922" y="50557"/>
                    <a:pt x="49488" y="50972"/>
                    <a:pt x="49038" y="51359"/>
                  </a:cubicBezTo>
                  <a:lnTo>
                    <a:pt x="48907" y="51476"/>
                  </a:lnTo>
                  <a:cubicBezTo>
                    <a:pt x="48831" y="51546"/>
                    <a:pt x="48754" y="51607"/>
                    <a:pt x="48678" y="51677"/>
                  </a:cubicBezTo>
                  <a:cubicBezTo>
                    <a:pt x="48665" y="51684"/>
                    <a:pt x="48652" y="51690"/>
                    <a:pt x="48643" y="51705"/>
                  </a:cubicBezTo>
                  <a:cubicBezTo>
                    <a:pt x="48630" y="51712"/>
                    <a:pt x="48617" y="51725"/>
                    <a:pt x="48602" y="51732"/>
                  </a:cubicBezTo>
                  <a:cubicBezTo>
                    <a:pt x="48547" y="51782"/>
                    <a:pt x="48492" y="51830"/>
                    <a:pt x="48436" y="51871"/>
                  </a:cubicBezTo>
                  <a:lnTo>
                    <a:pt x="48320" y="51967"/>
                  </a:lnTo>
                  <a:cubicBezTo>
                    <a:pt x="48270" y="52009"/>
                    <a:pt x="48215" y="52057"/>
                    <a:pt x="48161" y="52098"/>
                  </a:cubicBezTo>
                  <a:cubicBezTo>
                    <a:pt x="48049" y="52188"/>
                    <a:pt x="47925" y="52286"/>
                    <a:pt x="47772" y="52395"/>
                  </a:cubicBezTo>
                  <a:cubicBezTo>
                    <a:pt x="47766" y="52404"/>
                    <a:pt x="47753" y="52417"/>
                    <a:pt x="47746" y="52424"/>
                  </a:cubicBezTo>
                  <a:lnTo>
                    <a:pt x="47711" y="52452"/>
                  </a:lnTo>
                  <a:cubicBezTo>
                    <a:pt x="47233" y="52810"/>
                    <a:pt x="46744" y="53157"/>
                    <a:pt x="46246" y="53482"/>
                  </a:cubicBezTo>
                  <a:lnTo>
                    <a:pt x="46066" y="53598"/>
                  </a:lnTo>
                  <a:lnTo>
                    <a:pt x="47973" y="60960"/>
                  </a:lnTo>
                  <a:lnTo>
                    <a:pt x="43723" y="62867"/>
                  </a:lnTo>
                  <a:lnTo>
                    <a:pt x="39487" y="56557"/>
                  </a:lnTo>
                  <a:lnTo>
                    <a:pt x="39280" y="56612"/>
                  </a:lnTo>
                  <a:cubicBezTo>
                    <a:pt x="38706" y="56771"/>
                    <a:pt x="38118" y="56909"/>
                    <a:pt x="37538" y="57020"/>
                  </a:cubicBezTo>
                  <a:lnTo>
                    <a:pt x="37516" y="57027"/>
                  </a:lnTo>
                  <a:cubicBezTo>
                    <a:pt x="37510" y="57027"/>
                    <a:pt x="37496" y="57033"/>
                    <a:pt x="37488" y="57033"/>
                  </a:cubicBezTo>
                  <a:lnTo>
                    <a:pt x="37447" y="57040"/>
                  </a:lnTo>
                  <a:cubicBezTo>
                    <a:pt x="37261" y="57075"/>
                    <a:pt x="37108" y="57103"/>
                    <a:pt x="36971" y="57131"/>
                  </a:cubicBezTo>
                  <a:cubicBezTo>
                    <a:pt x="36901" y="57138"/>
                    <a:pt x="36840" y="57151"/>
                    <a:pt x="36770" y="57164"/>
                  </a:cubicBezTo>
                  <a:lnTo>
                    <a:pt x="36611" y="57186"/>
                  </a:lnTo>
                  <a:cubicBezTo>
                    <a:pt x="36543" y="57199"/>
                    <a:pt x="36473" y="57206"/>
                    <a:pt x="36403" y="57221"/>
                  </a:cubicBezTo>
                  <a:cubicBezTo>
                    <a:pt x="36390" y="57221"/>
                    <a:pt x="36377" y="57227"/>
                    <a:pt x="36355" y="57227"/>
                  </a:cubicBezTo>
                  <a:cubicBezTo>
                    <a:pt x="36342" y="57227"/>
                    <a:pt x="36327" y="57234"/>
                    <a:pt x="36307" y="57234"/>
                  </a:cubicBezTo>
                  <a:cubicBezTo>
                    <a:pt x="36211" y="57247"/>
                    <a:pt x="36106" y="57262"/>
                    <a:pt x="36010" y="57275"/>
                  </a:cubicBezTo>
                  <a:lnTo>
                    <a:pt x="35838" y="57297"/>
                  </a:lnTo>
                  <a:cubicBezTo>
                    <a:pt x="35249" y="57372"/>
                    <a:pt x="34648" y="57428"/>
                    <a:pt x="34054" y="57463"/>
                  </a:cubicBezTo>
                  <a:lnTo>
                    <a:pt x="33839" y="57470"/>
                  </a:lnTo>
                  <a:lnTo>
                    <a:pt x="31807" y="64795"/>
                  </a:lnTo>
                  <a:lnTo>
                    <a:pt x="27177" y="64332"/>
                  </a:lnTo>
                  <a:lnTo>
                    <a:pt x="26665" y="56743"/>
                  </a:lnTo>
                  <a:lnTo>
                    <a:pt x="26457" y="56688"/>
                  </a:lnTo>
                  <a:cubicBezTo>
                    <a:pt x="25877" y="56536"/>
                    <a:pt x="25304" y="56363"/>
                    <a:pt x="24737" y="56169"/>
                  </a:cubicBezTo>
                  <a:lnTo>
                    <a:pt x="24654" y="56143"/>
                  </a:lnTo>
                  <a:cubicBezTo>
                    <a:pt x="24475" y="56080"/>
                    <a:pt x="24329" y="56031"/>
                    <a:pt x="24198" y="55983"/>
                  </a:cubicBezTo>
                  <a:cubicBezTo>
                    <a:pt x="24128" y="55955"/>
                    <a:pt x="24067" y="55935"/>
                    <a:pt x="23997" y="55907"/>
                  </a:cubicBezTo>
                  <a:lnTo>
                    <a:pt x="23860" y="55852"/>
                  </a:lnTo>
                  <a:cubicBezTo>
                    <a:pt x="23797" y="55831"/>
                    <a:pt x="23729" y="55804"/>
                    <a:pt x="23666" y="55776"/>
                  </a:cubicBezTo>
                  <a:cubicBezTo>
                    <a:pt x="23528" y="55728"/>
                    <a:pt x="23389" y="55665"/>
                    <a:pt x="23209" y="55597"/>
                  </a:cubicBezTo>
                  <a:lnTo>
                    <a:pt x="23133" y="55562"/>
                  </a:lnTo>
                  <a:cubicBezTo>
                    <a:pt x="22587" y="55333"/>
                    <a:pt x="22042" y="55078"/>
                    <a:pt x="21509" y="54809"/>
                  </a:cubicBezTo>
                  <a:lnTo>
                    <a:pt x="21315" y="54711"/>
                  </a:lnTo>
                  <a:lnTo>
                    <a:pt x="15898" y="60047"/>
                  </a:lnTo>
                  <a:lnTo>
                    <a:pt x="12117" y="57324"/>
                  </a:lnTo>
                  <a:lnTo>
                    <a:pt x="15461" y="50496"/>
                  </a:lnTo>
                  <a:lnTo>
                    <a:pt x="15310" y="50344"/>
                  </a:lnTo>
                  <a:cubicBezTo>
                    <a:pt x="14887" y="49922"/>
                    <a:pt x="14473" y="49486"/>
                    <a:pt x="14086" y="49036"/>
                  </a:cubicBezTo>
                  <a:lnTo>
                    <a:pt x="14032" y="48975"/>
                  </a:lnTo>
                  <a:cubicBezTo>
                    <a:pt x="13907" y="48829"/>
                    <a:pt x="13803" y="48713"/>
                    <a:pt x="13713" y="48602"/>
                  </a:cubicBezTo>
                  <a:cubicBezTo>
                    <a:pt x="13665" y="48547"/>
                    <a:pt x="13617" y="48491"/>
                    <a:pt x="13575" y="48436"/>
                  </a:cubicBezTo>
                  <a:lnTo>
                    <a:pt x="13486" y="48325"/>
                  </a:lnTo>
                  <a:cubicBezTo>
                    <a:pt x="13436" y="48270"/>
                    <a:pt x="13395" y="48215"/>
                    <a:pt x="13346" y="48159"/>
                  </a:cubicBezTo>
                  <a:cubicBezTo>
                    <a:pt x="13264" y="48049"/>
                    <a:pt x="13167" y="47932"/>
                    <a:pt x="13050" y="47772"/>
                  </a:cubicBezTo>
                  <a:lnTo>
                    <a:pt x="13030" y="47744"/>
                  </a:lnTo>
                  <a:cubicBezTo>
                    <a:pt x="13015" y="47731"/>
                    <a:pt x="13008" y="47718"/>
                    <a:pt x="12995" y="47703"/>
                  </a:cubicBezTo>
                  <a:cubicBezTo>
                    <a:pt x="12635" y="47233"/>
                    <a:pt x="12290" y="46742"/>
                    <a:pt x="11965" y="46245"/>
                  </a:cubicBezTo>
                  <a:lnTo>
                    <a:pt x="11847" y="46059"/>
                  </a:lnTo>
                  <a:lnTo>
                    <a:pt x="4487" y="47973"/>
                  </a:lnTo>
                  <a:lnTo>
                    <a:pt x="2579" y="43722"/>
                  </a:lnTo>
                  <a:lnTo>
                    <a:pt x="8889" y="39485"/>
                  </a:lnTo>
                  <a:lnTo>
                    <a:pt x="8833" y="39278"/>
                  </a:lnTo>
                  <a:cubicBezTo>
                    <a:pt x="8675" y="38697"/>
                    <a:pt x="8536" y="38117"/>
                    <a:pt x="8427" y="37530"/>
                  </a:cubicBezTo>
                  <a:lnTo>
                    <a:pt x="8405" y="37447"/>
                  </a:lnTo>
                  <a:cubicBezTo>
                    <a:pt x="8370" y="37259"/>
                    <a:pt x="8344" y="37108"/>
                    <a:pt x="8315" y="36969"/>
                  </a:cubicBezTo>
                  <a:cubicBezTo>
                    <a:pt x="8309" y="36901"/>
                    <a:pt x="8294" y="36831"/>
                    <a:pt x="8287" y="36762"/>
                  </a:cubicBezTo>
                  <a:lnTo>
                    <a:pt x="8261" y="36617"/>
                  </a:lnTo>
                  <a:cubicBezTo>
                    <a:pt x="8246" y="36548"/>
                    <a:pt x="8239" y="36471"/>
                    <a:pt x="8226" y="36403"/>
                  </a:cubicBezTo>
                  <a:cubicBezTo>
                    <a:pt x="8204" y="36264"/>
                    <a:pt x="8184" y="36106"/>
                    <a:pt x="8156" y="35919"/>
                  </a:cubicBezTo>
                  <a:lnTo>
                    <a:pt x="8150" y="35836"/>
                  </a:lnTo>
                  <a:cubicBezTo>
                    <a:pt x="8073" y="35249"/>
                    <a:pt x="8019" y="34647"/>
                    <a:pt x="7990" y="34053"/>
                  </a:cubicBezTo>
                  <a:lnTo>
                    <a:pt x="7977" y="33839"/>
                  </a:lnTo>
                  <a:lnTo>
                    <a:pt x="650" y="31807"/>
                  </a:lnTo>
                  <a:lnTo>
                    <a:pt x="1120" y="27176"/>
                  </a:lnTo>
                  <a:lnTo>
                    <a:pt x="8702" y="26658"/>
                  </a:lnTo>
                  <a:lnTo>
                    <a:pt x="8758" y="26451"/>
                  </a:lnTo>
                  <a:cubicBezTo>
                    <a:pt x="8909" y="25877"/>
                    <a:pt x="9082" y="25296"/>
                    <a:pt x="9276" y="24736"/>
                  </a:cubicBezTo>
                  <a:lnTo>
                    <a:pt x="9304" y="24661"/>
                  </a:lnTo>
                  <a:cubicBezTo>
                    <a:pt x="9365" y="24480"/>
                    <a:pt x="9414" y="24336"/>
                    <a:pt x="9463" y="24196"/>
                  </a:cubicBezTo>
                  <a:cubicBezTo>
                    <a:pt x="9490" y="24128"/>
                    <a:pt x="9511" y="24065"/>
                    <a:pt x="9538" y="24004"/>
                  </a:cubicBezTo>
                  <a:lnTo>
                    <a:pt x="9594" y="23858"/>
                  </a:lnTo>
                  <a:cubicBezTo>
                    <a:pt x="9614" y="23797"/>
                    <a:pt x="9642" y="23727"/>
                    <a:pt x="9671" y="23657"/>
                  </a:cubicBezTo>
                  <a:cubicBezTo>
                    <a:pt x="9719" y="23533"/>
                    <a:pt x="9774" y="23389"/>
                    <a:pt x="9850" y="23209"/>
                  </a:cubicBezTo>
                  <a:lnTo>
                    <a:pt x="9885" y="23127"/>
                  </a:lnTo>
                  <a:cubicBezTo>
                    <a:pt x="10112" y="22579"/>
                    <a:pt x="10367" y="22033"/>
                    <a:pt x="10638" y="21501"/>
                  </a:cubicBezTo>
                  <a:lnTo>
                    <a:pt x="10734" y="21315"/>
                  </a:lnTo>
                  <a:lnTo>
                    <a:pt x="5399" y="15889"/>
                  </a:lnTo>
                  <a:lnTo>
                    <a:pt x="8121" y="12116"/>
                  </a:lnTo>
                  <a:lnTo>
                    <a:pt x="14951" y="15461"/>
                  </a:lnTo>
                  <a:lnTo>
                    <a:pt x="15103" y="15309"/>
                  </a:lnTo>
                  <a:cubicBezTo>
                    <a:pt x="15524" y="14887"/>
                    <a:pt x="15959" y="14473"/>
                    <a:pt x="16409" y="14078"/>
                  </a:cubicBezTo>
                  <a:lnTo>
                    <a:pt x="16526" y="13975"/>
                  </a:lnTo>
                  <a:cubicBezTo>
                    <a:pt x="16609" y="13905"/>
                    <a:pt x="16686" y="13837"/>
                    <a:pt x="16769" y="13768"/>
                  </a:cubicBezTo>
                  <a:cubicBezTo>
                    <a:pt x="16782" y="13761"/>
                    <a:pt x="16795" y="13746"/>
                    <a:pt x="16803" y="13740"/>
                  </a:cubicBezTo>
                  <a:cubicBezTo>
                    <a:pt x="16817" y="13733"/>
                    <a:pt x="16830" y="13720"/>
                    <a:pt x="16845" y="13713"/>
                  </a:cubicBezTo>
                  <a:cubicBezTo>
                    <a:pt x="16900" y="13663"/>
                    <a:pt x="16948" y="13622"/>
                    <a:pt x="17002" y="13580"/>
                  </a:cubicBezTo>
                  <a:lnTo>
                    <a:pt x="17120" y="13477"/>
                  </a:lnTo>
                  <a:cubicBezTo>
                    <a:pt x="17177" y="13436"/>
                    <a:pt x="17231" y="13395"/>
                    <a:pt x="17286" y="13346"/>
                  </a:cubicBezTo>
                  <a:cubicBezTo>
                    <a:pt x="17397" y="13257"/>
                    <a:pt x="17522" y="13166"/>
                    <a:pt x="17674" y="13050"/>
                  </a:cubicBezTo>
                  <a:lnTo>
                    <a:pt x="17742" y="12993"/>
                  </a:lnTo>
                  <a:cubicBezTo>
                    <a:pt x="17757" y="12980"/>
                    <a:pt x="17777" y="12967"/>
                    <a:pt x="17790" y="12952"/>
                  </a:cubicBezTo>
                  <a:cubicBezTo>
                    <a:pt x="17812" y="12938"/>
                    <a:pt x="17825" y="12925"/>
                    <a:pt x="17847" y="12917"/>
                  </a:cubicBezTo>
                  <a:cubicBezTo>
                    <a:pt x="18164" y="12668"/>
                    <a:pt x="18504" y="12434"/>
                    <a:pt x="18835" y="12205"/>
                  </a:cubicBezTo>
                  <a:cubicBezTo>
                    <a:pt x="18951" y="12129"/>
                    <a:pt x="19076" y="12046"/>
                    <a:pt x="19209" y="11963"/>
                  </a:cubicBezTo>
                  <a:lnTo>
                    <a:pt x="19388" y="11847"/>
                  </a:lnTo>
                  <a:lnTo>
                    <a:pt x="17480" y="4485"/>
                  </a:lnTo>
                  <a:lnTo>
                    <a:pt x="21723" y="2578"/>
                  </a:lnTo>
                  <a:lnTo>
                    <a:pt x="25960" y="8888"/>
                  </a:lnTo>
                  <a:lnTo>
                    <a:pt x="26167" y="8833"/>
                  </a:lnTo>
                  <a:cubicBezTo>
                    <a:pt x="26748" y="8674"/>
                    <a:pt x="27328" y="8536"/>
                    <a:pt x="27917" y="8418"/>
                  </a:cubicBezTo>
                  <a:lnTo>
                    <a:pt x="27930" y="8418"/>
                  </a:lnTo>
                  <a:cubicBezTo>
                    <a:pt x="27944" y="8418"/>
                    <a:pt x="27950" y="8412"/>
                    <a:pt x="27965" y="8412"/>
                  </a:cubicBezTo>
                  <a:lnTo>
                    <a:pt x="28000" y="8405"/>
                  </a:lnTo>
                  <a:cubicBezTo>
                    <a:pt x="28186" y="8370"/>
                    <a:pt x="28338" y="8342"/>
                    <a:pt x="28476" y="8314"/>
                  </a:cubicBezTo>
                  <a:cubicBezTo>
                    <a:pt x="28546" y="8307"/>
                    <a:pt x="28622" y="8294"/>
                    <a:pt x="28690" y="8281"/>
                  </a:cubicBezTo>
                  <a:lnTo>
                    <a:pt x="28829" y="8259"/>
                  </a:lnTo>
                  <a:cubicBezTo>
                    <a:pt x="28904" y="8246"/>
                    <a:pt x="28974" y="8239"/>
                    <a:pt x="29043" y="8224"/>
                  </a:cubicBezTo>
                  <a:cubicBezTo>
                    <a:pt x="29063" y="8224"/>
                    <a:pt x="29078" y="8218"/>
                    <a:pt x="29098" y="8218"/>
                  </a:cubicBezTo>
                  <a:cubicBezTo>
                    <a:pt x="29111" y="8211"/>
                    <a:pt x="29126" y="8211"/>
                    <a:pt x="29140" y="8211"/>
                  </a:cubicBezTo>
                  <a:cubicBezTo>
                    <a:pt x="29244" y="8198"/>
                    <a:pt x="29347" y="8183"/>
                    <a:pt x="29451" y="8169"/>
                  </a:cubicBezTo>
                  <a:lnTo>
                    <a:pt x="29609" y="8148"/>
                  </a:lnTo>
                  <a:cubicBezTo>
                    <a:pt x="30198" y="8073"/>
                    <a:pt x="30798" y="8017"/>
                    <a:pt x="31392" y="7982"/>
                  </a:cubicBezTo>
                  <a:lnTo>
                    <a:pt x="31608" y="7975"/>
                  </a:lnTo>
                  <a:lnTo>
                    <a:pt x="33640" y="642"/>
                  </a:lnTo>
                  <a:close/>
                  <a:moveTo>
                    <a:pt x="33197" y="0"/>
                  </a:moveTo>
                  <a:lnTo>
                    <a:pt x="31152" y="7401"/>
                  </a:lnTo>
                  <a:cubicBezTo>
                    <a:pt x="30613" y="7436"/>
                    <a:pt x="30065" y="7484"/>
                    <a:pt x="29534" y="7554"/>
                  </a:cubicBezTo>
                  <a:lnTo>
                    <a:pt x="29375" y="7576"/>
                  </a:lnTo>
                  <a:cubicBezTo>
                    <a:pt x="29264" y="7589"/>
                    <a:pt x="29161" y="7602"/>
                    <a:pt x="29050" y="7617"/>
                  </a:cubicBezTo>
                  <a:cubicBezTo>
                    <a:pt x="29037" y="7624"/>
                    <a:pt x="29015" y="7624"/>
                    <a:pt x="28995" y="7624"/>
                  </a:cubicBezTo>
                  <a:cubicBezTo>
                    <a:pt x="28980" y="7630"/>
                    <a:pt x="28967" y="7630"/>
                    <a:pt x="28954" y="7630"/>
                  </a:cubicBezTo>
                  <a:cubicBezTo>
                    <a:pt x="28884" y="7644"/>
                    <a:pt x="28808" y="7659"/>
                    <a:pt x="28731" y="7672"/>
                  </a:cubicBezTo>
                  <a:lnTo>
                    <a:pt x="28594" y="7692"/>
                  </a:lnTo>
                  <a:cubicBezTo>
                    <a:pt x="28518" y="7707"/>
                    <a:pt x="28448" y="7713"/>
                    <a:pt x="28373" y="7727"/>
                  </a:cubicBezTo>
                  <a:cubicBezTo>
                    <a:pt x="28227" y="7755"/>
                    <a:pt x="28083" y="7783"/>
                    <a:pt x="27882" y="7816"/>
                  </a:cubicBezTo>
                  <a:lnTo>
                    <a:pt x="27854" y="7824"/>
                  </a:lnTo>
                  <a:cubicBezTo>
                    <a:pt x="27841" y="7824"/>
                    <a:pt x="27826" y="7831"/>
                    <a:pt x="27813" y="7831"/>
                  </a:cubicBezTo>
                  <a:lnTo>
                    <a:pt x="27799" y="7838"/>
                  </a:lnTo>
                  <a:cubicBezTo>
                    <a:pt x="27273" y="7941"/>
                    <a:pt x="26741" y="8058"/>
                    <a:pt x="26223" y="8198"/>
                  </a:cubicBezTo>
                  <a:lnTo>
                    <a:pt x="21937" y="1825"/>
                  </a:lnTo>
                  <a:lnTo>
                    <a:pt x="16775" y="4147"/>
                  </a:lnTo>
                  <a:lnTo>
                    <a:pt x="18696" y="11583"/>
                  </a:lnTo>
                  <a:cubicBezTo>
                    <a:pt x="18635" y="11625"/>
                    <a:pt x="18565" y="11666"/>
                    <a:pt x="18495" y="11714"/>
                  </a:cubicBezTo>
                  <a:cubicBezTo>
                    <a:pt x="18157" y="11943"/>
                    <a:pt x="17819" y="12185"/>
                    <a:pt x="17487" y="12434"/>
                  </a:cubicBezTo>
                  <a:cubicBezTo>
                    <a:pt x="17467" y="12454"/>
                    <a:pt x="17445" y="12469"/>
                    <a:pt x="17425" y="12482"/>
                  </a:cubicBezTo>
                  <a:cubicBezTo>
                    <a:pt x="17410" y="12495"/>
                    <a:pt x="17397" y="12510"/>
                    <a:pt x="17376" y="12524"/>
                  </a:cubicBezTo>
                  <a:lnTo>
                    <a:pt x="17362" y="12530"/>
                  </a:lnTo>
                  <a:cubicBezTo>
                    <a:pt x="17356" y="12537"/>
                    <a:pt x="17342" y="12544"/>
                    <a:pt x="17334" y="12552"/>
                  </a:cubicBezTo>
                  <a:lnTo>
                    <a:pt x="17308" y="12572"/>
                  </a:lnTo>
                  <a:cubicBezTo>
                    <a:pt x="17155" y="12690"/>
                    <a:pt x="17031" y="12786"/>
                    <a:pt x="16913" y="12875"/>
                  </a:cubicBezTo>
                  <a:cubicBezTo>
                    <a:pt x="16858" y="12925"/>
                    <a:pt x="16803" y="12973"/>
                    <a:pt x="16747" y="13015"/>
                  </a:cubicBezTo>
                  <a:lnTo>
                    <a:pt x="16623" y="13111"/>
                  </a:lnTo>
                  <a:cubicBezTo>
                    <a:pt x="16568" y="13159"/>
                    <a:pt x="16513" y="13207"/>
                    <a:pt x="16457" y="13249"/>
                  </a:cubicBezTo>
                  <a:lnTo>
                    <a:pt x="16430" y="13277"/>
                  </a:lnTo>
                  <a:cubicBezTo>
                    <a:pt x="16415" y="13290"/>
                    <a:pt x="16402" y="13298"/>
                    <a:pt x="16380" y="13312"/>
                  </a:cubicBezTo>
                  <a:cubicBezTo>
                    <a:pt x="16297" y="13381"/>
                    <a:pt x="16214" y="13456"/>
                    <a:pt x="16140" y="13526"/>
                  </a:cubicBezTo>
                  <a:lnTo>
                    <a:pt x="16049" y="13602"/>
                  </a:lnTo>
                  <a:cubicBezTo>
                    <a:pt x="16042" y="13609"/>
                    <a:pt x="16029" y="13622"/>
                    <a:pt x="16015" y="13630"/>
                  </a:cubicBezTo>
                  <a:cubicBezTo>
                    <a:pt x="15607" y="13988"/>
                    <a:pt x="15213" y="14355"/>
                    <a:pt x="14833" y="14735"/>
                  </a:cubicBezTo>
                  <a:lnTo>
                    <a:pt x="7936" y="11356"/>
                  </a:lnTo>
                  <a:lnTo>
                    <a:pt x="4625" y="15952"/>
                  </a:lnTo>
                  <a:lnTo>
                    <a:pt x="10009" y="21426"/>
                  </a:lnTo>
                  <a:cubicBezTo>
                    <a:pt x="9767" y="21909"/>
                    <a:pt x="9538" y="22407"/>
                    <a:pt x="9331" y="22898"/>
                  </a:cubicBezTo>
                  <a:cubicBezTo>
                    <a:pt x="9324" y="22911"/>
                    <a:pt x="9317" y="22932"/>
                    <a:pt x="9311" y="22946"/>
                  </a:cubicBezTo>
                  <a:lnTo>
                    <a:pt x="9297" y="22981"/>
                  </a:lnTo>
                  <a:cubicBezTo>
                    <a:pt x="9221" y="23168"/>
                    <a:pt x="9165" y="23306"/>
                    <a:pt x="9110" y="23443"/>
                  </a:cubicBezTo>
                  <a:cubicBezTo>
                    <a:pt x="9082" y="23513"/>
                    <a:pt x="9055" y="23583"/>
                    <a:pt x="9034" y="23651"/>
                  </a:cubicBezTo>
                  <a:lnTo>
                    <a:pt x="8979" y="23790"/>
                  </a:lnTo>
                  <a:cubicBezTo>
                    <a:pt x="8951" y="23858"/>
                    <a:pt x="8931" y="23921"/>
                    <a:pt x="8903" y="23989"/>
                  </a:cubicBezTo>
                  <a:cubicBezTo>
                    <a:pt x="8855" y="24128"/>
                    <a:pt x="8800" y="24279"/>
                    <a:pt x="8737" y="24467"/>
                  </a:cubicBezTo>
                  <a:lnTo>
                    <a:pt x="8709" y="24543"/>
                  </a:lnTo>
                  <a:cubicBezTo>
                    <a:pt x="8536" y="25054"/>
                    <a:pt x="8377" y="25573"/>
                    <a:pt x="8233" y="26091"/>
                  </a:cubicBezTo>
                  <a:lnTo>
                    <a:pt x="574" y="26617"/>
                  </a:lnTo>
                  <a:lnTo>
                    <a:pt x="0" y="32250"/>
                  </a:lnTo>
                  <a:lnTo>
                    <a:pt x="7403" y="34302"/>
                  </a:lnTo>
                  <a:cubicBezTo>
                    <a:pt x="7438" y="34834"/>
                    <a:pt x="7486" y="35380"/>
                    <a:pt x="7556" y="35912"/>
                  </a:cubicBezTo>
                  <a:lnTo>
                    <a:pt x="7569" y="35995"/>
                  </a:lnTo>
                  <a:cubicBezTo>
                    <a:pt x="7589" y="36189"/>
                    <a:pt x="7610" y="36347"/>
                    <a:pt x="7639" y="36493"/>
                  </a:cubicBezTo>
                  <a:cubicBezTo>
                    <a:pt x="7645" y="36569"/>
                    <a:pt x="7659" y="36637"/>
                    <a:pt x="7672" y="36713"/>
                  </a:cubicBezTo>
                  <a:lnTo>
                    <a:pt x="7693" y="36859"/>
                  </a:lnTo>
                  <a:cubicBezTo>
                    <a:pt x="7707" y="36927"/>
                    <a:pt x="7713" y="37004"/>
                    <a:pt x="7728" y="37073"/>
                  </a:cubicBezTo>
                  <a:cubicBezTo>
                    <a:pt x="7755" y="37211"/>
                    <a:pt x="7783" y="37370"/>
                    <a:pt x="7818" y="37564"/>
                  </a:cubicBezTo>
                  <a:lnTo>
                    <a:pt x="7824" y="37599"/>
                  </a:lnTo>
                  <a:cubicBezTo>
                    <a:pt x="7831" y="37619"/>
                    <a:pt x="7831" y="37632"/>
                    <a:pt x="7838" y="37647"/>
                  </a:cubicBezTo>
                  <a:cubicBezTo>
                    <a:pt x="7942" y="38172"/>
                    <a:pt x="8060" y="38704"/>
                    <a:pt x="8204" y="39230"/>
                  </a:cubicBezTo>
                  <a:lnTo>
                    <a:pt x="1825" y="43508"/>
                  </a:lnTo>
                  <a:lnTo>
                    <a:pt x="4147" y="48678"/>
                  </a:lnTo>
                  <a:lnTo>
                    <a:pt x="11585" y="46749"/>
                  </a:lnTo>
                  <a:cubicBezTo>
                    <a:pt x="11882" y="47198"/>
                    <a:pt x="12200" y="47641"/>
                    <a:pt x="12517" y="48069"/>
                  </a:cubicBezTo>
                  <a:cubicBezTo>
                    <a:pt x="12532" y="48083"/>
                    <a:pt x="12545" y="48098"/>
                    <a:pt x="12552" y="48111"/>
                  </a:cubicBezTo>
                  <a:lnTo>
                    <a:pt x="12574" y="48139"/>
                  </a:lnTo>
                  <a:cubicBezTo>
                    <a:pt x="12698" y="48298"/>
                    <a:pt x="12794" y="48414"/>
                    <a:pt x="12884" y="48532"/>
                  </a:cubicBezTo>
                  <a:cubicBezTo>
                    <a:pt x="12925" y="48589"/>
                    <a:pt x="12973" y="48643"/>
                    <a:pt x="13021" y="48705"/>
                  </a:cubicBezTo>
                  <a:lnTo>
                    <a:pt x="13104" y="48809"/>
                  </a:lnTo>
                  <a:cubicBezTo>
                    <a:pt x="13154" y="48871"/>
                    <a:pt x="13202" y="48927"/>
                    <a:pt x="13250" y="48988"/>
                  </a:cubicBezTo>
                  <a:cubicBezTo>
                    <a:pt x="13346" y="49099"/>
                    <a:pt x="13451" y="49224"/>
                    <a:pt x="13575" y="49368"/>
                  </a:cubicBezTo>
                  <a:lnTo>
                    <a:pt x="13637" y="49431"/>
                  </a:lnTo>
                  <a:cubicBezTo>
                    <a:pt x="13990" y="49839"/>
                    <a:pt x="14357" y="50232"/>
                    <a:pt x="14737" y="50612"/>
                  </a:cubicBezTo>
                  <a:lnTo>
                    <a:pt x="11356" y="57511"/>
                  </a:lnTo>
                  <a:lnTo>
                    <a:pt x="15952" y="60829"/>
                  </a:lnTo>
                  <a:lnTo>
                    <a:pt x="21426" y="55438"/>
                  </a:lnTo>
                  <a:cubicBezTo>
                    <a:pt x="21911" y="55680"/>
                    <a:pt x="22408" y="55907"/>
                    <a:pt x="22899" y="56114"/>
                  </a:cubicBezTo>
                  <a:cubicBezTo>
                    <a:pt x="22913" y="56121"/>
                    <a:pt x="22932" y="56128"/>
                    <a:pt x="22947" y="56136"/>
                  </a:cubicBezTo>
                  <a:lnTo>
                    <a:pt x="22982" y="56149"/>
                  </a:lnTo>
                  <a:cubicBezTo>
                    <a:pt x="23161" y="56219"/>
                    <a:pt x="23306" y="56280"/>
                    <a:pt x="23445" y="56335"/>
                  </a:cubicBezTo>
                  <a:cubicBezTo>
                    <a:pt x="23513" y="56363"/>
                    <a:pt x="23583" y="56391"/>
                    <a:pt x="23652" y="56411"/>
                  </a:cubicBezTo>
                  <a:lnTo>
                    <a:pt x="23790" y="56468"/>
                  </a:lnTo>
                  <a:cubicBezTo>
                    <a:pt x="23860" y="56494"/>
                    <a:pt x="23921" y="56516"/>
                    <a:pt x="23991" y="56542"/>
                  </a:cubicBezTo>
                  <a:cubicBezTo>
                    <a:pt x="24128" y="56592"/>
                    <a:pt x="24281" y="56647"/>
                    <a:pt x="24460" y="56708"/>
                  </a:cubicBezTo>
                  <a:lnTo>
                    <a:pt x="24550" y="56736"/>
                  </a:lnTo>
                  <a:cubicBezTo>
                    <a:pt x="25056" y="56909"/>
                    <a:pt x="25573" y="57068"/>
                    <a:pt x="26099" y="57214"/>
                  </a:cubicBezTo>
                  <a:lnTo>
                    <a:pt x="26617" y="64871"/>
                  </a:lnTo>
                  <a:lnTo>
                    <a:pt x="32250" y="65445"/>
                  </a:lnTo>
                  <a:lnTo>
                    <a:pt x="34303" y="58043"/>
                  </a:lnTo>
                  <a:cubicBezTo>
                    <a:pt x="34842" y="58009"/>
                    <a:pt x="35381" y="57961"/>
                    <a:pt x="35912" y="57891"/>
                  </a:cubicBezTo>
                  <a:lnTo>
                    <a:pt x="36086" y="57869"/>
                  </a:lnTo>
                  <a:cubicBezTo>
                    <a:pt x="36189" y="57856"/>
                    <a:pt x="36294" y="57843"/>
                    <a:pt x="36397" y="57828"/>
                  </a:cubicBezTo>
                  <a:cubicBezTo>
                    <a:pt x="36418" y="57821"/>
                    <a:pt x="36438" y="57821"/>
                    <a:pt x="36451" y="57815"/>
                  </a:cubicBezTo>
                  <a:lnTo>
                    <a:pt x="36493" y="57808"/>
                  </a:lnTo>
                  <a:cubicBezTo>
                    <a:pt x="36563" y="57801"/>
                    <a:pt x="36639" y="57786"/>
                    <a:pt x="36708" y="57780"/>
                  </a:cubicBezTo>
                  <a:lnTo>
                    <a:pt x="36866" y="57753"/>
                  </a:lnTo>
                  <a:cubicBezTo>
                    <a:pt x="36936" y="57738"/>
                    <a:pt x="37005" y="57732"/>
                    <a:pt x="37073" y="57718"/>
                  </a:cubicBezTo>
                  <a:cubicBezTo>
                    <a:pt x="37219" y="57690"/>
                    <a:pt x="37372" y="57662"/>
                    <a:pt x="37564" y="57629"/>
                  </a:cubicBezTo>
                  <a:lnTo>
                    <a:pt x="37593" y="57621"/>
                  </a:lnTo>
                  <a:cubicBezTo>
                    <a:pt x="37606" y="57621"/>
                    <a:pt x="37621" y="57614"/>
                    <a:pt x="37634" y="57614"/>
                  </a:cubicBezTo>
                  <a:lnTo>
                    <a:pt x="37647" y="57607"/>
                  </a:lnTo>
                  <a:cubicBezTo>
                    <a:pt x="38173" y="57504"/>
                    <a:pt x="38706" y="57387"/>
                    <a:pt x="39230" y="57247"/>
                  </a:cubicBezTo>
                  <a:lnTo>
                    <a:pt x="43509" y="63620"/>
                  </a:lnTo>
                  <a:lnTo>
                    <a:pt x="48678" y="61298"/>
                  </a:lnTo>
                  <a:lnTo>
                    <a:pt x="46751" y="53862"/>
                  </a:lnTo>
                  <a:cubicBezTo>
                    <a:pt x="47200" y="53565"/>
                    <a:pt x="47641" y="53246"/>
                    <a:pt x="48071" y="52921"/>
                  </a:cubicBezTo>
                  <a:lnTo>
                    <a:pt x="48084" y="52915"/>
                  </a:lnTo>
                  <a:cubicBezTo>
                    <a:pt x="48091" y="52908"/>
                    <a:pt x="48104" y="52901"/>
                    <a:pt x="48112" y="52893"/>
                  </a:cubicBezTo>
                  <a:lnTo>
                    <a:pt x="48139" y="52873"/>
                  </a:lnTo>
                  <a:cubicBezTo>
                    <a:pt x="48292" y="52755"/>
                    <a:pt x="48416" y="52659"/>
                    <a:pt x="48534" y="52561"/>
                  </a:cubicBezTo>
                  <a:cubicBezTo>
                    <a:pt x="48589" y="52520"/>
                    <a:pt x="48643" y="52472"/>
                    <a:pt x="48700" y="52430"/>
                  </a:cubicBezTo>
                  <a:lnTo>
                    <a:pt x="48809" y="52341"/>
                  </a:lnTo>
                  <a:cubicBezTo>
                    <a:pt x="48872" y="52293"/>
                    <a:pt x="48934" y="52244"/>
                    <a:pt x="48990" y="52196"/>
                  </a:cubicBezTo>
                  <a:lnTo>
                    <a:pt x="49016" y="52168"/>
                  </a:lnTo>
                  <a:cubicBezTo>
                    <a:pt x="49031" y="52155"/>
                    <a:pt x="49051" y="52147"/>
                    <a:pt x="49066" y="52133"/>
                  </a:cubicBezTo>
                  <a:cubicBezTo>
                    <a:pt x="49141" y="52064"/>
                    <a:pt x="49224" y="51996"/>
                    <a:pt x="49300" y="51926"/>
                  </a:cubicBezTo>
                  <a:lnTo>
                    <a:pt x="49431" y="51808"/>
                  </a:lnTo>
                  <a:cubicBezTo>
                    <a:pt x="49839" y="51457"/>
                    <a:pt x="50234" y="51090"/>
                    <a:pt x="50620" y="50710"/>
                  </a:cubicBezTo>
                  <a:lnTo>
                    <a:pt x="57511" y="54089"/>
                  </a:lnTo>
                  <a:lnTo>
                    <a:pt x="60829" y="49493"/>
                  </a:lnTo>
                  <a:lnTo>
                    <a:pt x="55438" y="44019"/>
                  </a:lnTo>
                  <a:cubicBezTo>
                    <a:pt x="55680" y="43536"/>
                    <a:pt x="55909" y="43038"/>
                    <a:pt x="56116" y="42547"/>
                  </a:cubicBezTo>
                  <a:cubicBezTo>
                    <a:pt x="56123" y="42534"/>
                    <a:pt x="56129" y="42512"/>
                    <a:pt x="56136" y="42499"/>
                  </a:cubicBezTo>
                  <a:lnTo>
                    <a:pt x="56149" y="42464"/>
                  </a:lnTo>
                  <a:cubicBezTo>
                    <a:pt x="56225" y="42285"/>
                    <a:pt x="56282" y="42139"/>
                    <a:pt x="56337" y="42002"/>
                  </a:cubicBezTo>
                  <a:lnTo>
                    <a:pt x="56356" y="41945"/>
                  </a:lnTo>
                  <a:cubicBezTo>
                    <a:pt x="56378" y="41904"/>
                    <a:pt x="56391" y="41856"/>
                    <a:pt x="56413" y="41814"/>
                  </a:cubicBezTo>
                  <a:cubicBezTo>
                    <a:pt x="56420" y="41788"/>
                    <a:pt x="56433" y="41759"/>
                    <a:pt x="56439" y="41725"/>
                  </a:cubicBezTo>
                  <a:lnTo>
                    <a:pt x="56468" y="41655"/>
                  </a:lnTo>
                  <a:cubicBezTo>
                    <a:pt x="56496" y="41587"/>
                    <a:pt x="56522" y="41524"/>
                    <a:pt x="56544" y="41456"/>
                  </a:cubicBezTo>
                  <a:cubicBezTo>
                    <a:pt x="56592" y="41317"/>
                    <a:pt x="56647" y="41166"/>
                    <a:pt x="56710" y="40985"/>
                  </a:cubicBezTo>
                  <a:lnTo>
                    <a:pt x="56738" y="40902"/>
                  </a:lnTo>
                  <a:cubicBezTo>
                    <a:pt x="56917" y="40391"/>
                    <a:pt x="57070" y="39872"/>
                    <a:pt x="57214" y="39354"/>
                  </a:cubicBezTo>
                  <a:lnTo>
                    <a:pt x="64873" y="38828"/>
                  </a:lnTo>
                  <a:lnTo>
                    <a:pt x="65446" y="33195"/>
                  </a:lnTo>
                  <a:lnTo>
                    <a:pt x="58043" y="31143"/>
                  </a:lnTo>
                  <a:cubicBezTo>
                    <a:pt x="58009" y="30604"/>
                    <a:pt x="57961" y="30065"/>
                    <a:pt x="57891" y="29533"/>
                  </a:cubicBezTo>
                  <a:lnTo>
                    <a:pt x="57884" y="29485"/>
                  </a:lnTo>
                  <a:lnTo>
                    <a:pt x="57884" y="29450"/>
                  </a:lnTo>
                  <a:cubicBezTo>
                    <a:pt x="57858" y="29256"/>
                    <a:pt x="57836" y="29098"/>
                    <a:pt x="57816" y="28952"/>
                  </a:cubicBezTo>
                  <a:cubicBezTo>
                    <a:pt x="57801" y="28882"/>
                    <a:pt x="57788" y="28808"/>
                    <a:pt x="57781" y="28738"/>
                  </a:cubicBezTo>
                  <a:lnTo>
                    <a:pt x="57753" y="28586"/>
                  </a:lnTo>
                  <a:cubicBezTo>
                    <a:pt x="57740" y="28509"/>
                    <a:pt x="57733" y="28441"/>
                    <a:pt x="57718" y="28372"/>
                  </a:cubicBezTo>
                  <a:cubicBezTo>
                    <a:pt x="57692" y="28227"/>
                    <a:pt x="57664" y="28075"/>
                    <a:pt x="57629" y="27881"/>
                  </a:cubicBezTo>
                  <a:lnTo>
                    <a:pt x="57622" y="27846"/>
                  </a:lnTo>
                  <a:cubicBezTo>
                    <a:pt x="57615" y="27826"/>
                    <a:pt x="57615" y="27813"/>
                    <a:pt x="57609" y="27798"/>
                  </a:cubicBezTo>
                  <a:cubicBezTo>
                    <a:pt x="57609" y="27778"/>
                    <a:pt x="57601" y="27756"/>
                    <a:pt x="57601" y="27743"/>
                  </a:cubicBezTo>
                  <a:cubicBezTo>
                    <a:pt x="57594" y="27715"/>
                    <a:pt x="57594" y="27688"/>
                    <a:pt x="57587" y="27660"/>
                  </a:cubicBezTo>
                  <a:cubicBezTo>
                    <a:pt x="57504" y="27258"/>
                    <a:pt x="57408" y="26850"/>
                    <a:pt x="57310" y="26451"/>
                  </a:cubicBezTo>
                  <a:cubicBezTo>
                    <a:pt x="57290" y="26374"/>
                    <a:pt x="57269" y="26298"/>
                    <a:pt x="57249" y="26215"/>
                  </a:cubicBezTo>
                  <a:lnTo>
                    <a:pt x="63622" y="21937"/>
                  </a:lnTo>
                  <a:lnTo>
                    <a:pt x="61300" y="16767"/>
                  </a:lnTo>
                  <a:lnTo>
                    <a:pt x="53862" y="18696"/>
                  </a:lnTo>
                  <a:cubicBezTo>
                    <a:pt x="53565" y="18246"/>
                    <a:pt x="53255" y="17804"/>
                    <a:pt x="52929" y="17376"/>
                  </a:cubicBezTo>
                  <a:lnTo>
                    <a:pt x="52873" y="17306"/>
                  </a:lnTo>
                  <a:cubicBezTo>
                    <a:pt x="52757" y="17155"/>
                    <a:pt x="52659" y="17031"/>
                    <a:pt x="52570" y="16913"/>
                  </a:cubicBezTo>
                  <a:cubicBezTo>
                    <a:pt x="52521" y="16856"/>
                    <a:pt x="52473" y="16802"/>
                    <a:pt x="52425" y="16740"/>
                  </a:cubicBezTo>
                  <a:lnTo>
                    <a:pt x="52334" y="16629"/>
                  </a:lnTo>
                  <a:cubicBezTo>
                    <a:pt x="52286" y="16566"/>
                    <a:pt x="52244" y="16511"/>
                    <a:pt x="52196" y="16457"/>
                  </a:cubicBezTo>
                  <a:cubicBezTo>
                    <a:pt x="52100" y="16345"/>
                    <a:pt x="51996" y="16228"/>
                    <a:pt x="51871" y="16077"/>
                  </a:cubicBezTo>
                  <a:lnTo>
                    <a:pt x="51845" y="16049"/>
                  </a:lnTo>
                  <a:cubicBezTo>
                    <a:pt x="51836" y="16035"/>
                    <a:pt x="51823" y="16027"/>
                    <a:pt x="51816" y="16014"/>
                  </a:cubicBezTo>
                  <a:cubicBezTo>
                    <a:pt x="51463" y="15606"/>
                    <a:pt x="51090" y="15213"/>
                    <a:pt x="50710" y="14824"/>
                  </a:cubicBezTo>
                  <a:lnTo>
                    <a:pt x="54091" y="7934"/>
                  </a:lnTo>
                  <a:lnTo>
                    <a:pt x="49494" y="4616"/>
                  </a:lnTo>
                  <a:lnTo>
                    <a:pt x="44020" y="10007"/>
                  </a:lnTo>
                  <a:cubicBezTo>
                    <a:pt x="43536" y="9765"/>
                    <a:pt x="43045" y="9538"/>
                    <a:pt x="42547" y="9331"/>
                  </a:cubicBezTo>
                  <a:lnTo>
                    <a:pt x="42464" y="9296"/>
                  </a:lnTo>
                  <a:cubicBezTo>
                    <a:pt x="42292" y="9226"/>
                    <a:pt x="42141" y="9165"/>
                    <a:pt x="42002" y="9110"/>
                  </a:cubicBezTo>
                  <a:cubicBezTo>
                    <a:pt x="41934" y="9082"/>
                    <a:pt x="41864" y="9054"/>
                    <a:pt x="41801" y="9034"/>
                  </a:cubicBezTo>
                  <a:lnTo>
                    <a:pt x="41657" y="8977"/>
                  </a:lnTo>
                  <a:cubicBezTo>
                    <a:pt x="41587" y="8951"/>
                    <a:pt x="41526" y="8929"/>
                    <a:pt x="41456" y="8903"/>
                  </a:cubicBezTo>
                  <a:cubicBezTo>
                    <a:pt x="41283" y="8840"/>
                    <a:pt x="41117" y="8778"/>
                    <a:pt x="40986" y="8737"/>
                  </a:cubicBezTo>
                  <a:lnTo>
                    <a:pt x="40952" y="8722"/>
                  </a:lnTo>
                  <a:cubicBezTo>
                    <a:pt x="40930" y="8715"/>
                    <a:pt x="40917" y="8709"/>
                    <a:pt x="40903" y="8709"/>
                  </a:cubicBezTo>
                  <a:cubicBezTo>
                    <a:pt x="40391" y="8536"/>
                    <a:pt x="39873" y="8377"/>
                    <a:pt x="39354" y="8231"/>
                  </a:cubicBezTo>
                  <a:lnTo>
                    <a:pt x="38830" y="574"/>
                  </a:lnTo>
                  <a:lnTo>
                    <a:pt x="331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9" name="Google Shape;16539;p45"/>
            <p:cNvSpPr/>
            <p:nvPr/>
          </p:nvSpPr>
          <p:spPr>
            <a:xfrm>
              <a:off x="3567882" y="2881263"/>
              <a:ext cx="772996" cy="713570"/>
            </a:xfrm>
            <a:custGeom>
              <a:rect b="b" l="l" r="r" t="t"/>
              <a:pathLst>
                <a:path extrusionOk="0" h="9450" w="10237">
                  <a:moveTo>
                    <a:pt x="4865" y="597"/>
                  </a:moveTo>
                  <a:cubicBezTo>
                    <a:pt x="5356" y="597"/>
                    <a:pt x="5854" y="686"/>
                    <a:pt x="6332" y="866"/>
                  </a:cubicBezTo>
                  <a:cubicBezTo>
                    <a:pt x="7360" y="1260"/>
                    <a:pt x="8176" y="2027"/>
                    <a:pt x="8626" y="3037"/>
                  </a:cubicBezTo>
                  <a:cubicBezTo>
                    <a:pt x="9558" y="5110"/>
                    <a:pt x="8633" y="7557"/>
                    <a:pt x="6559" y="8489"/>
                  </a:cubicBezTo>
                  <a:cubicBezTo>
                    <a:pt x="6012" y="8733"/>
                    <a:pt x="5439" y="8848"/>
                    <a:pt x="4875" y="8848"/>
                  </a:cubicBezTo>
                  <a:cubicBezTo>
                    <a:pt x="3297" y="8848"/>
                    <a:pt x="1789" y="7944"/>
                    <a:pt x="1107" y="6416"/>
                  </a:cubicBezTo>
                  <a:cubicBezTo>
                    <a:pt x="651" y="5414"/>
                    <a:pt x="616" y="4294"/>
                    <a:pt x="1009" y="3264"/>
                  </a:cubicBezTo>
                  <a:cubicBezTo>
                    <a:pt x="1404" y="2227"/>
                    <a:pt x="2170" y="1411"/>
                    <a:pt x="3172" y="963"/>
                  </a:cubicBezTo>
                  <a:cubicBezTo>
                    <a:pt x="3711" y="721"/>
                    <a:pt x="4285" y="597"/>
                    <a:pt x="4865" y="597"/>
                  </a:cubicBezTo>
                  <a:close/>
                  <a:moveTo>
                    <a:pt x="4855" y="0"/>
                  </a:moveTo>
                  <a:cubicBezTo>
                    <a:pt x="4199" y="0"/>
                    <a:pt x="3545" y="139"/>
                    <a:pt x="2931" y="416"/>
                  </a:cubicBezTo>
                  <a:cubicBezTo>
                    <a:pt x="1777" y="935"/>
                    <a:pt x="899" y="1867"/>
                    <a:pt x="450" y="3050"/>
                  </a:cubicBezTo>
                  <a:cubicBezTo>
                    <a:pt x="0" y="4225"/>
                    <a:pt x="42" y="5510"/>
                    <a:pt x="559" y="6665"/>
                  </a:cubicBezTo>
                  <a:cubicBezTo>
                    <a:pt x="1341" y="8406"/>
                    <a:pt x="3069" y="9450"/>
                    <a:pt x="4872" y="9450"/>
                  </a:cubicBezTo>
                  <a:cubicBezTo>
                    <a:pt x="5516" y="9450"/>
                    <a:pt x="6173" y="9312"/>
                    <a:pt x="6801" y="9035"/>
                  </a:cubicBezTo>
                  <a:cubicBezTo>
                    <a:pt x="9178" y="7963"/>
                    <a:pt x="10237" y="5165"/>
                    <a:pt x="9172" y="2788"/>
                  </a:cubicBezTo>
                  <a:cubicBezTo>
                    <a:pt x="8654" y="1640"/>
                    <a:pt x="7720" y="756"/>
                    <a:pt x="6539" y="313"/>
                  </a:cubicBezTo>
                  <a:cubicBezTo>
                    <a:pt x="5993" y="104"/>
                    <a:pt x="5423" y="0"/>
                    <a:pt x="48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0" name="Google Shape;16540;p45"/>
            <p:cNvSpPr/>
            <p:nvPr/>
          </p:nvSpPr>
          <p:spPr>
            <a:xfrm>
              <a:off x="2542896" y="2506653"/>
              <a:ext cx="772920" cy="713570"/>
            </a:xfrm>
            <a:custGeom>
              <a:rect b="b" l="l" r="r" t="t"/>
              <a:pathLst>
                <a:path extrusionOk="0" h="9450" w="10236">
                  <a:moveTo>
                    <a:pt x="5370" y="601"/>
                  </a:moveTo>
                  <a:cubicBezTo>
                    <a:pt x="6946" y="601"/>
                    <a:pt x="8452" y="1507"/>
                    <a:pt x="9137" y="3035"/>
                  </a:cubicBezTo>
                  <a:cubicBezTo>
                    <a:pt x="9587" y="4037"/>
                    <a:pt x="9622" y="5156"/>
                    <a:pt x="9233" y="6193"/>
                  </a:cubicBezTo>
                  <a:cubicBezTo>
                    <a:pt x="8840" y="7223"/>
                    <a:pt x="8072" y="8039"/>
                    <a:pt x="7064" y="8487"/>
                  </a:cubicBezTo>
                  <a:cubicBezTo>
                    <a:pt x="6523" y="8730"/>
                    <a:pt x="5948" y="8852"/>
                    <a:pt x="5371" y="8852"/>
                  </a:cubicBezTo>
                  <a:cubicBezTo>
                    <a:pt x="4879" y="8852"/>
                    <a:pt x="4386" y="8763"/>
                    <a:pt x="3912" y="8585"/>
                  </a:cubicBezTo>
                  <a:cubicBezTo>
                    <a:pt x="2882" y="8190"/>
                    <a:pt x="2066" y="7424"/>
                    <a:pt x="1610" y="6414"/>
                  </a:cubicBezTo>
                  <a:cubicBezTo>
                    <a:pt x="684" y="4340"/>
                    <a:pt x="1610" y="1894"/>
                    <a:pt x="3683" y="961"/>
                  </a:cubicBezTo>
                  <a:cubicBezTo>
                    <a:pt x="4231" y="719"/>
                    <a:pt x="4803" y="601"/>
                    <a:pt x="5370" y="601"/>
                  </a:cubicBezTo>
                  <a:close/>
                  <a:moveTo>
                    <a:pt x="5374" y="1"/>
                  </a:moveTo>
                  <a:cubicBezTo>
                    <a:pt x="4716" y="1"/>
                    <a:pt x="4059" y="140"/>
                    <a:pt x="3443" y="416"/>
                  </a:cubicBezTo>
                  <a:cubicBezTo>
                    <a:pt x="1064" y="1487"/>
                    <a:pt x="1" y="4286"/>
                    <a:pt x="1071" y="6663"/>
                  </a:cubicBezTo>
                  <a:cubicBezTo>
                    <a:pt x="1583" y="7810"/>
                    <a:pt x="2522" y="8695"/>
                    <a:pt x="3698" y="9137"/>
                  </a:cubicBezTo>
                  <a:cubicBezTo>
                    <a:pt x="4244" y="9345"/>
                    <a:pt x="4811" y="9449"/>
                    <a:pt x="5377" y="9449"/>
                  </a:cubicBezTo>
                  <a:cubicBezTo>
                    <a:pt x="6034" y="9449"/>
                    <a:pt x="6690" y="9310"/>
                    <a:pt x="7313" y="9035"/>
                  </a:cubicBezTo>
                  <a:cubicBezTo>
                    <a:pt x="8460" y="8515"/>
                    <a:pt x="9345" y="7583"/>
                    <a:pt x="9794" y="6401"/>
                  </a:cubicBezTo>
                  <a:cubicBezTo>
                    <a:pt x="10235" y="5226"/>
                    <a:pt x="10202" y="3941"/>
                    <a:pt x="9683" y="2786"/>
                  </a:cubicBezTo>
                  <a:cubicBezTo>
                    <a:pt x="9165" y="1638"/>
                    <a:pt x="8231" y="761"/>
                    <a:pt x="7050" y="311"/>
                  </a:cubicBezTo>
                  <a:cubicBezTo>
                    <a:pt x="6507" y="103"/>
                    <a:pt x="5940" y="1"/>
                    <a:pt x="53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1" name="Google Shape;16541;p45"/>
            <p:cNvSpPr/>
            <p:nvPr/>
          </p:nvSpPr>
          <p:spPr>
            <a:xfrm>
              <a:off x="3503094" y="2446320"/>
              <a:ext cx="240726" cy="222150"/>
            </a:xfrm>
            <a:custGeom>
              <a:rect b="b" l="l" r="r" t="t"/>
              <a:pathLst>
                <a:path extrusionOk="0" h="2942" w="3188">
                  <a:moveTo>
                    <a:pt x="1674" y="599"/>
                  </a:moveTo>
                  <a:cubicBezTo>
                    <a:pt x="1777" y="599"/>
                    <a:pt x="1882" y="619"/>
                    <a:pt x="1978" y="654"/>
                  </a:cubicBezTo>
                  <a:cubicBezTo>
                    <a:pt x="2199" y="737"/>
                    <a:pt x="2371" y="903"/>
                    <a:pt x="2469" y="1117"/>
                  </a:cubicBezTo>
                  <a:cubicBezTo>
                    <a:pt x="2565" y="1324"/>
                    <a:pt x="2572" y="1566"/>
                    <a:pt x="2489" y="1780"/>
                  </a:cubicBezTo>
                  <a:cubicBezTo>
                    <a:pt x="2406" y="2003"/>
                    <a:pt x="2240" y="2175"/>
                    <a:pt x="2026" y="2271"/>
                  </a:cubicBezTo>
                  <a:cubicBezTo>
                    <a:pt x="1915" y="2319"/>
                    <a:pt x="1795" y="2344"/>
                    <a:pt x="1674" y="2344"/>
                  </a:cubicBezTo>
                  <a:cubicBezTo>
                    <a:pt x="1568" y="2344"/>
                    <a:pt x="1462" y="2325"/>
                    <a:pt x="1363" y="2286"/>
                  </a:cubicBezTo>
                  <a:cubicBezTo>
                    <a:pt x="1142" y="2203"/>
                    <a:pt x="969" y="2044"/>
                    <a:pt x="878" y="1830"/>
                  </a:cubicBezTo>
                  <a:cubicBezTo>
                    <a:pt x="679" y="1394"/>
                    <a:pt x="872" y="876"/>
                    <a:pt x="1314" y="676"/>
                  </a:cubicBezTo>
                  <a:cubicBezTo>
                    <a:pt x="1426" y="627"/>
                    <a:pt x="1550" y="599"/>
                    <a:pt x="1674" y="599"/>
                  </a:cubicBezTo>
                  <a:close/>
                  <a:moveTo>
                    <a:pt x="1667" y="1"/>
                  </a:moveTo>
                  <a:cubicBezTo>
                    <a:pt x="1462" y="1"/>
                    <a:pt x="1258" y="45"/>
                    <a:pt x="1066" y="130"/>
                  </a:cubicBezTo>
                  <a:cubicBezTo>
                    <a:pt x="326" y="468"/>
                    <a:pt x="1" y="1339"/>
                    <a:pt x="333" y="2079"/>
                  </a:cubicBezTo>
                  <a:cubicBezTo>
                    <a:pt x="492" y="2437"/>
                    <a:pt x="782" y="2708"/>
                    <a:pt x="1149" y="2845"/>
                  </a:cubicBezTo>
                  <a:cubicBezTo>
                    <a:pt x="1321" y="2915"/>
                    <a:pt x="1494" y="2941"/>
                    <a:pt x="1674" y="2941"/>
                  </a:cubicBezTo>
                  <a:cubicBezTo>
                    <a:pt x="1874" y="2941"/>
                    <a:pt x="2081" y="2900"/>
                    <a:pt x="2275" y="2810"/>
                  </a:cubicBezTo>
                  <a:cubicBezTo>
                    <a:pt x="2635" y="2651"/>
                    <a:pt x="2904" y="2361"/>
                    <a:pt x="3043" y="1996"/>
                  </a:cubicBezTo>
                  <a:cubicBezTo>
                    <a:pt x="3187" y="1629"/>
                    <a:pt x="3174" y="1228"/>
                    <a:pt x="3015" y="868"/>
                  </a:cubicBezTo>
                  <a:cubicBezTo>
                    <a:pt x="2849" y="510"/>
                    <a:pt x="2559" y="239"/>
                    <a:pt x="2192" y="102"/>
                  </a:cubicBezTo>
                  <a:cubicBezTo>
                    <a:pt x="2022" y="34"/>
                    <a:pt x="1844" y="1"/>
                    <a:pt x="16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2" name="Google Shape;16542;p45"/>
            <p:cNvSpPr/>
            <p:nvPr/>
          </p:nvSpPr>
          <p:spPr>
            <a:xfrm>
              <a:off x="3903906" y="1895013"/>
              <a:ext cx="811581" cy="713418"/>
            </a:xfrm>
            <a:custGeom>
              <a:rect b="b" l="l" r="r" t="t"/>
              <a:pathLst>
                <a:path extrusionOk="0" h="9448" w="10748">
                  <a:moveTo>
                    <a:pt x="5372" y="602"/>
                  </a:moveTo>
                  <a:cubicBezTo>
                    <a:pt x="6941" y="602"/>
                    <a:pt x="8447" y="1507"/>
                    <a:pt x="9139" y="3035"/>
                  </a:cubicBezTo>
                  <a:cubicBezTo>
                    <a:pt x="10071" y="5109"/>
                    <a:pt x="9139" y="7555"/>
                    <a:pt x="7065" y="8487"/>
                  </a:cubicBezTo>
                  <a:cubicBezTo>
                    <a:pt x="6520" y="8731"/>
                    <a:pt x="5948" y="8846"/>
                    <a:pt x="5385" y="8846"/>
                  </a:cubicBezTo>
                  <a:cubicBezTo>
                    <a:pt x="3809" y="8846"/>
                    <a:pt x="2300" y="7942"/>
                    <a:pt x="1611" y="6414"/>
                  </a:cubicBezTo>
                  <a:cubicBezTo>
                    <a:pt x="679" y="4341"/>
                    <a:pt x="1611" y="1894"/>
                    <a:pt x="3685" y="962"/>
                  </a:cubicBezTo>
                  <a:cubicBezTo>
                    <a:pt x="4231" y="713"/>
                    <a:pt x="4805" y="602"/>
                    <a:pt x="5372" y="602"/>
                  </a:cubicBezTo>
                  <a:close/>
                  <a:moveTo>
                    <a:pt x="5367" y="1"/>
                  </a:moveTo>
                  <a:cubicBezTo>
                    <a:pt x="4720" y="1"/>
                    <a:pt x="4063" y="134"/>
                    <a:pt x="3436" y="414"/>
                  </a:cubicBezTo>
                  <a:cubicBezTo>
                    <a:pt x="1066" y="1486"/>
                    <a:pt x="1" y="4286"/>
                    <a:pt x="1066" y="6656"/>
                  </a:cubicBezTo>
                  <a:cubicBezTo>
                    <a:pt x="1583" y="7811"/>
                    <a:pt x="2517" y="8688"/>
                    <a:pt x="3698" y="9138"/>
                  </a:cubicBezTo>
                  <a:cubicBezTo>
                    <a:pt x="4246" y="9345"/>
                    <a:pt x="4811" y="9448"/>
                    <a:pt x="5378" y="9448"/>
                  </a:cubicBezTo>
                  <a:cubicBezTo>
                    <a:pt x="6035" y="9448"/>
                    <a:pt x="6692" y="9310"/>
                    <a:pt x="7314" y="9027"/>
                  </a:cubicBezTo>
                  <a:cubicBezTo>
                    <a:pt x="9685" y="7962"/>
                    <a:pt x="10748" y="5163"/>
                    <a:pt x="9685" y="2786"/>
                  </a:cubicBezTo>
                  <a:cubicBezTo>
                    <a:pt x="8896" y="1035"/>
                    <a:pt x="7170" y="1"/>
                    <a:pt x="53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3" name="Google Shape;16543;p45"/>
            <p:cNvSpPr/>
            <p:nvPr/>
          </p:nvSpPr>
          <p:spPr>
            <a:xfrm>
              <a:off x="2917581" y="1520252"/>
              <a:ext cx="811581" cy="713570"/>
            </a:xfrm>
            <a:custGeom>
              <a:rect b="b" l="l" r="r" t="t"/>
              <a:pathLst>
                <a:path extrusionOk="0" h="9450" w="10748">
                  <a:moveTo>
                    <a:pt x="5371" y="602"/>
                  </a:moveTo>
                  <a:cubicBezTo>
                    <a:pt x="5869" y="602"/>
                    <a:pt x="6360" y="691"/>
                    <a:pt x="6836" y="872"/>
                  </a:cubicBezTo>
                  <a:cubicBezTo>
                    <a:pt x="7866" y="1259"/>
                    <a:pt x="8682" y="2033"/>
                    <a:pt x="9138" y="3035"/>
                  </a:cubicBezTo>
                  <a:cubicBezTo>
                    <a:pt x="10070" y="5109"/>
                    <a:pt x="9138" y="7555"/>
                    <a:pt x="7065" y="8487"/>
                  </a:cubicBezTo>
                  <a:cubicBezTo>
                    <a:pt x="6518" y="8734"/>
                    <a:pt x="5946" y="8850"/>
                    <a:pt x="5382" y="8850"/>
                  </a:cubicBezTo>
                  <a:cubicBezTo>
                    <a:pt x="3807" y="8850"/>
                    <a:pt x="2298" y="7941"/>
                    <a:pt x="1611" y="6414"/>
                  </a:cubicBezTo>
                  <a:cubicBezTo>
                    <a:pt x="678" y="4341"/>
                    <a:pt x="1611" y="1894"/>
                    <a:pt x="3684" y="962"/>
                  </a:cubicBezTo>
                  <a:cubicBezTo>
                    <a:pt x="4223" y="719"/>
                    <a:pt x="4797" y="602"/>
                    <a:pt x="5371" y="602"/>
                  </a:cubicBezTo>
                  <a:close/>
                  <a:moveTo>
                    <a:pt x="5372" y="1"/>
                  </a:moveTo>
                  <a:cubicBezTo>
                    <a:pt x="4713" y="1"/>
                    <a:pt x="4056" y="140"/>
                    <a:pt x="3435" y="416"/>
                  </a:cubicBezTo>
                  <a:cubicBezTo>
                    <a:pt x="1065" y="1487"/>
                    <a:pt x="0" y="4286"/>
                    <a:pt x="1065" y="6663"/>
                  </a:cubicBezTo>
                  <a:cubicBezTo>
                    <a:pt x="1853" y="8413"/>
                    <a:pt x="3581" y="9450"/>
                    <a:pt x="5378" y="9450"/>
                  </a:cubicBezTo>
                  <a:cubicBezTo>
                    <a:pt x="6028" y="9450"/>
                    <a:pt x="6683" y="9317"/>
                    <a:pt x="7314" y="9035"/>
                  </a:cubicBezTo>
                  <a:cubicBezTo>
                    <a:pt x="9684" y="7963"/>
                    <a:pt x="10747" y="5163"/>
                    <a:pt x="9684" y="2786"/>
                  </a:cubicBezTo>
                  <a:cubicBezTo>
                    <a:pt x="9165" y="1638"/>
                    <a:pt x="8232" y="761"/>
                    <a:pt x="7050" y="311"/>
                  </a:cubicBezTo>
                  <a:cubicBezTo>
                    <a:pt x="6504" y="104"/>
                    <a:pt x="5937" y="1"/>
                    <a:pt x="53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547" name="Shape 165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48" name="Google Shape;16548;p46"/>
          <p:cNvSpPr txBox="1"/>
          <p:nvPr>
            <p:ph type="title"/>
          </p:nvPr>
        </p:nvSpPr>
        <p:spPr>
          <a:xfrm>
            <a:off x="872400" y="436725"/>
            <a:ext cx="7704000" cy="75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Fall 2024</a:t>
            </a:r>
            <a:endParaRPr/>
          </a:p>
        </p:txBody>
      </p:sp>
      <p:sp>
        <p:nvSpPr>
          <p:cNvPr id="16549" name="Google Shape;16549;p46"/>
          <p:cNvSpPr txBox="1"/>
          <p:nvPr>
            <p:ph idx="3" type="subTitle"/>
          </p:nvPr>
        </p:nvSpPr>
        <p:spPr>
          <a:xfrm>
            <a:off x="1147339" y="2404974"/>
            <a:ext cx="1965900" cy="60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Build and fit the rear wheel + suspension system </a:t>
            </a:r>
            <a:endParaRPr/>
          </a:p>
        </p:txBody>
      </p:sp>
      <p:sp>
        <p:nvSpPr>
          <p:cNvPr id="16550" name="Google Shape;16550;p46"/>
          <p:cNvSpPr txBox="1"/>
          <p:nvPr>
            <p:ph idx="4" type="subTitle"/>
          </p:nvPr>
        </p:nvSpPr>
        <p:spPr>
          <a:xfrm>
            <a:off x="671549" y="2050150"/>
            <a:ext cx="29175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Rear of Chassis</a:t>
            </a:r>
            <a:endParaRPr/>
          </a:p>
        </p:txBody>
      </p:sp>
      <p:sp>
        <p:nvSpPr>
          <p:cNvPr id="16551" name="Google Shape;16551;p46"/>
          <p:cNvSpPr txBox="1"/>
          <p:nvPr>
            <p:ph idx="7" type="subTitle"/>
          </p:nvPr>
        </p:nvSpPr>
        <p:spPr>
          <a:xfrm>
            <a:off x="5902416" y="2449061"/>
            <a:ext cx="1965900" cy="60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Purchase components and assemble</a:t>
            </a:r>
            <a:endParaRPr/>
          </a:p>
        </p:txBody>
      </p:sp>
      <p:sp>
        <p:nvSpPr>
          <p:cNvPr id="16552" name="Google Shape;16552;p46"/>
          <p:cNvSpPr txBox="1"/>
          <p:nvPr>
            <p:ph idx="8" type="subTitle"/>
          </p:nvPr>
        </p:nvSpPr>
        <p:spPr>
          <a:xfrm>
            <a:off x="5583978" y="2090838"/>
            <a:ext cx="26028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Floor of Vehicle</a:t>
            </a:r>
            <a:endParaRPr/>
          </a:p>
        </p:txBody>
      </p:sp>
      <p:sp>
        <p:nvSpPr>
          <p:cNvPr id="16553" name="Google Shape;16553;p46"/>
          <p:cNvSpPr txBox="1"/>
          <p:nvPr>
            <p:ph idx="9" type="subTitle"/>
          </p:nvPr>
        </p:nvSpPr>
        <p:spPr>
          <a:xfrm>
            <a:off x="3741453" y="3781657"/>
            <a:ext cx="1965900" cy="59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Wire the new car and put in the hydrogen system</a:t>
            </a:r>
            <a:endParaRPr/>
          </a:p>
        </p:txBody>
      </p:sp>
      <p:sp>
        <p:nvSpPr>
          <p:cNvPr id="16554" name="Google Shape;16554;p46"/>
          <p:cNvSpPr txBox="1"/>
          <p:nvPr>
            <p:ph idx="13" type="subTitle"/>
          </p:nvPr>
        </p:nvSpPr>
        <p:spPr>
          <a:xfrm>
            <a:off x="3109800" y="3008575"/>
            <a:ext cx="3229200" cy="89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Electrical Components</a:t>
            </a:r>
            <a:endParaRPr/>
          </a:p>
        </p:txBody>
      </p:sp>
      <p:grpSp>
        <p:nvGrpSpPr>
          <p:cNvPr id="16555" name="Google Shape;16555;p46"/>
          <p:cNvGrpSpPr/>
          <p:nvPr/>
        </p:nvGrpSpPr>
        <p:grpSpPr>
          <a:xfrm>
            <a:off x="-82682" y="-115991"/>
            <a:ext cx="1310641" cy="1310995"/>
            <a:chOff x="7033950" y="-293650"/>
            <a:chExt cx="2687391" cy="2688118"/>
          </a:xfrm>
        </p:grpSpPr>
        <p:sp>
          <p:nvSpPr>
            <p:cNvPr id="16556" name="Google Shape;16556;p46"/>
            <p:cNvSpPr/>
            <p:nvPr/>
          </p:nvSpPr>
          <p:spPr>
            <a:xfrm>
              <a:off x="7310925" y="-16052"/>
              <a:ext cx="2133338" cy="2132715"/>
            </a:xfrm>
            <a:custGeom>
              <a:rect b="b" l="l" r="r" t="t"/>
              <a:pathLst>
                <a:path extrusionOk="0" h="20536" w="20542">
                  <a:moveTo>
                    <a:pt x="11140" y="7388"/>
                  </a:moveTo>
                  <a:cubicBezTo>
                    <a:pt x="11110" y="7388"/>
                    <a:pt x="11083" y="7403"/>
                    <a:pt x="11066" y="7431"/>
                  </a:cubicBezTo>
                  <a:cubicBezTo>
                    <a:pt x="11066" y="7439"/>
                    <a:pt x="11060" y="7453"/>
                    <a:pt x="11060" y="7459"/>
                  </a:cubicBezTo>
                  <a:cubicBezTo>
                    <a:pt x="11060" y="7487"/>
                    <a:pt x="11073" y="7514"/>
                    <a:pt x="11101" y="7529"/>
                  </a:cubicBezTo>
                  <a:cubicBezTo>
                    <a:pt x="11108" y="7529"/>
                    <a:pt x="11114" y="7536"/>
                    <a:pt x="11121" y="7536"/>
                  </a:cubicBezTo>
                  <a:lnTo>
                    <a:pt x="11136" y="7536"/>
                  </a:lnTo>
                  <a:cubicBezTo>
                    <a:pt x="11169" y="7536"/>
                    <a:pt x="11204" y="7507"/>
                    <a:pt x="11204" y="7473"/>
                  </a:cubicBezTo>
                  <a:lnTo>
                    <a:pt x="11204" y="7459"/>
                  </a:lnTo>
                  <a:cubicBezTo>
                    <a:pt x="11204" y="7431"/>
                    <a:pt x="11184" y="7405"/>
                    <a:pt x="11156" y="7390"/>
                  </a:cubicBezTo>
                  <a:cubicBezTo>
                    <a:pt x="11150" y="7389"/>
                    <a:pt x="11145" y="7388"/>
                    <a:pt x="11140" y="7388"/>
                  </a:cubicBezTo>
                  <a:close/>
                  <a:moveTo>
                    <a:pt x="11312" y="7448"/>
                  </a:moveTo>
                  <a:cubicBezTo>
                    <a:pt x="11282" y="7448"/>
                    <a:pt x="11249" y="7467"/>
                    <a:pt x="11239" y="7494"/>
                  </a:cubicBezTo>
                  <a:lnTo>
                    <a:pt x="11239" y="7522"/>
                  </a:lnTo>
                  <a:cubicBezTo>
                    <a:pt x="11239" y="7549"/>
                    <a:pt x="11252" y="7577"/>
                    <a:pt x="11287" y="7590"/>
                  </a:cubicBezTo>
                  <a:lnTo>
                    <a:pt x="11293" y="7597"/>
                  </a:lnTo>
                  <a:lnTo>
                    <a:pt x="11322" y="7597"/>
                  </a:lnTo>
                  <a:cubicBezTo>
                    <a:pt x="11350" y="7597"/>
                    <a:pt x="11376" y="7584"/>
                    <a:pt x="11391" y="7555"/>
                  </a:cubicBezTo>
                  <a:cubicBezTo>
                    <a:pt x="11398" y="7542"/>
                    <a:pt x="11398" y="7536"/>
                    <a:pt x="11398" y="7529"/>
                  </a:cubicBezTo>
                  <a:cubicBezTo>
                    <a:pt x="11398" y="7501"/>
                    <a:pt x="11376" y="7473"/>
                    <a:pt x="11350" y="7459"/>
                  </a:cubicBezTo>
                  <a:lnTo>
                    <a:pt x="11335" y="7453"/>
                  </a:lnTo>
                  <a:cubicBezTo>
                    <a:pt x="11328" y="7450"/>
                    <a:pt x="11320" y="7448"/>
                    <a:pt x="11312" y="7448"/>
                  </a:cubicBezTo>
                  <a:close/>
                  <a:moveTo>
                    <a:pt x="10262" y="3883"/>
                  </a:moveTo>
                  <a:cubicBezTo>
                    <a:pt x="10884" y="3883"/>
                    <a:pt x="11510" y="3975"/>
                    <a:pt x="12103" y="4155"/>
                  </a:cubicBezTo>
                  <a:lnTo>
                    <a:pt x="10900" y="7328"/>
                  </a:lnTo>
                  <a:cubicBezTo>
                    <a:pt x="10695" y="7282"/>
                    <a:pt x="10487" y="7259"/>
                    <a:pt x="10280" y="7259"/>
                  </a:cubicBezTo>
                  <a:cubicBezTo>
                    <a:pt x="10117" y="7259"/>
                    <a:pt x="9955" y="7273"/>
                    <a:pt x="9794" y="7300"/>
                  </a:cubicBezTo>
                  <a:cubicBezTo>
                    <a:pt x="9421" y="7356"/>
                    <a:pt x="9069" y="7487"/>
                    <a:pt x="8751" y="7673"/>
                  </a:cubicBezTo>
                  <a:lnTo>
                    <a:pt x="6607" y="5041"/>
                  </a:lnTo>
                  <a:cubicBezTo>
                    <a:pt x="7347" y="4522"/>
                    <a:pt x="8211" y="4155"/>
                    <a:pt x="9096" y="3989"/>
                  </a:cubicBezTo>
                  <a:lnTo>
                    <a:pt x="9124" y="3982"/>
                  </a:lnTo>
                  <a:cubicBezTo>
                    <a:pt x="9159" y="3982"/>
                    <a:pt x="9187" y="3976"/>
                    <a:pt x="9213" y="3969"/>
                  </a:cubicBezTo>
                  <a:lnTo>
                    <a:pt x="9283" y="3963"/>
                  </a:lnTo>
                  <a:cubicBezTo>
                    <a:pt x="9318" y="3956"/>
                    <a:pt x="9344" y="3948"/>
                    <a:pt x="9379" y="3941"/>
                  </a:cubicBezTo>
                  <a:lnTo>
                    <a:pt x="9414" y="3941"/>
                  </a:lnTo>
                  <a:cubicBezTo>
                    <a:pt x="9694" y="3902"/>
                    <a:pt x="9978" y="3883"/>
                    <a:pt x="10262" y="3883"/>
                  </a:cubicBezTo>
                  <a:close/>
                  <a:moveTo>
                    <a:pt x="10252" y="3741"/>
                  </a:moveTo>
                  <a:cubicBezTo>
                    <a:pt x="9964" y="3741"/>
                    <a:pt x="9677" y="3759"/>
                    <a:pt x="9394" y="3797"/>
                  </a:cubicBezTo>
                  <a:lnTo>
                    <a:pt x="9359" y="3803"/>
                  </a:lnTo>
                  <a:cubicBezTo>
                    <a:pt x="9325" y="3803"/>
                    <a:pt x="9290" y="3810"/>
                    <a:pt x="9261" y="3817"/>
                  </a:cubicBezTo>
                  <a:lnTo>
                    <a:pt x="9193" y="3823"/>
                  </a:lnTo>
                  <a:cubicBezTo>
                    <a:pt x="9159" y="3832"/>
                    <a:pt x="9130" y="3838"/>
                    <a:pt x="9104" y="3845"/>
                  </a:cubicBezTo>
                  <a:lnTo>
                    <a:pt x="9069" y="3851"/>
                  </a:lnTo>
                  <a:cubicBezTo>
                    <a:pt x="8135" y="4024"/>
                    <a:pt x="7230" y="4412"/>
                    <a:pt x="6457" y="4964"/>
                  </a:cubicBezTo>
                  <a:cubicBezTo>
                    <a:pt x="6442" y="4978"/>
                    <a:pt x="6428" y="4999"/>
                    <a:pt x="6428" y="5019"/>
                  </a:cubicBezTo>
                  <a:cubicBezTo>
                    <a:pt x="6428" y="5034"/>
                    <a:pt x="6428" y="5054"/>
                    <a:pt x="6442" y="5076"/>
                  </a:cubicBezTo>
                  <a:lnTo>
                    <a:pt x="8674" y="7813"/>
                  </a:lnTo>
                  <a:cubicBezTo>
                    <a:pt x="8689" y="7832"/>
                    <a:pt x="8709" y="7839"/>
                    <a:pt x="8737" y="7839"/>
                  </a:cubicBezTo>
                  <a:cubicBezTo>
                    <a:pt x="8744" y="7839"/>
                    <a:pt x="8757" y="7839"/>
                    <a:pt x="8772" y="7832"/>
                  </a:cubicBezTo>
                  <a:cubicBezTo>
                    <a:pt x="9089" y="7632"/>
                    <a:pt x="9442" y="7501"/>
                    <a:pt x="9816" y="7439"/>
                  </a:cubicBezTo>
                  <a:cubicBezTo>
                    <a:pt x="9964" y="7417"/>
                    <a:pt x="10113" y="7406"/>
                    <a:pt x="10262" y="7406"/>
                  </a:cubicBezTo>
                  <a:cubicBezTo>
                    <a:pt x="10486" y="7406"/>
                    <a:pt x="10708" y="7431"/>
                    <a:pt x="10929" y="7481"/>
                  </a:cubicBezTo>
                  <a:cubicBezTo>
                    <a:pt x="10934" y="7482"/>
                    <a:pt x="10939" y="7482"/>
                    <a:pt x="10944" y="7482"/>
                  </a:cubicBezTo>
                  <a:cubicBezTo>
                    <a:pt x="10972" y="7482"/>
                    <a:pt x="10999" y="7467"/>
                    <a:pt x="11011" y="7439"/>
                  </a:cubicBezTo>
                  <a:lnTo>
                    <a:pt x="12269" y="4128"/>
                  </a:lnTo>
                  <a:cubicBezTo>
                    <a:pt x="12275" y="4114"/>
                    <a:pt x="12275" y="4094"/>
                    <a:pt x="12269" y="4072"/>
                  </a:cubicBezTo>
                  <a:cubicBezTo>
                    <a:pt x="12262" y="4059"/>
                    <a:pt x="12241" y="4046"/>
                    <a:pt x="12221" y="4039"/>
                  </a:cubicBezTo>
                  <a:cubicBezTo>
                    <a:pt x="11588" y="3841"/>
                    <a:pt x="10918" y="3741"/>
                    <a:pt x="10252" y="3741"/>
                  </a:cubicBezTo>
                  <a:close/>
                  <a:moveTo>
                    <a:pt x="8574" y="7802"/>
                  </a:moveTo>
                  <a:cubicBezTo>
                    <a:pt x="8561" y="7802"/>
                    <a:pt x="8548" y="7805"/>
                    <a:pt x="8537" y="7813"/>
                  </a:cubicBezTo>
                  <a:cubicBezTo>
                    <a:pt x="8515" y="7826"/>
                    <a:pt x="8495" y="7846"/>
                    <a:pt x="8495" y="7874"/>
                  </a:cubicBezTo>
                  <a:cubicBezTo>
                    <a:pt x="8495" y="7915"/>
                    <a:pt x="8530" y="7950"/>
                    <a:pt x="8571" y="7950"/>
                  </a:cubicBezTo>
                  <a:cubicBezTo>
                    <a:pt x="8585" y="7950"/>
                    <a:pt x="8606" y="7944"/>
                    <a:pt x="8613" y="7929"/>
                  </a:cubicBezTo>
                  <a:cubicBezTo>
                    <a:pt x="8633" y="7915"/>
                    <a:pt x="8639" y="7896"/>
                    <a:pt x="8639" y="7874"/>
                  </a:cubicBezTo>
                  <a:cubicBezTo>
                    <a:pt x="8639" y="7867"/>
                    <a:pt x="8639" y="7854"/>
                    <a:pt x="8633" y="7839"/>
                  </a:cubicBezTo>
                  <a:cubicBezTo>
                    <a:pt x="8624" y="7816"/>
                    <a:pt x="8599" y="7802"/>
                    <a:pt x="8574" y="7802"/>
                  </a:cubicBezTo>
                  <a:close/>
                  <a:moveTo>
                    <a:pt x="8422" y="7915"/>
                  </a:moveTo>
                  <a:cubicBezTo>
                    <a:pt x="8405" y="7915"/>
                    <a:pt x="8390" y="7920"/>
                    <a:pt x="8377" y="7929"/>
                  </a:cubicBezTo>
                  <a:lnTo>
                    <a:pt x="8364" y="7944"/>
                  </a:lnTo>
                  <a:cubicBezTo>
                    <a:pt x="8349" y="7957"/>
                    <a:pt x="8336" y="7978"/>
                    <a:pt x="8336" y="7998"/>
                  </a:cubicBezTo>
                  <a:cubicBezTo>
                    <a:pt x="8336" y="8012"/>
                    <a:pt x="8343" y="8033"/>
                    <a:pt x="8357" y="8046"/>
                  </a:cubicBezTo>
                  <a:cubicBezTo>
                    <a:pt x="8371" y="8061"/>
                    <a:pt x="8391" y="8068"/>
                    <a:pt x="8412" y="8068"/>
                  </a:cubicBezTo>
                  <a:cubicBezTo>
                    <a:pt x="8425" y="8068"/>
                    <a:pt x="8447" y="8068"/>
                    <a:pt x="8460" y="8053"/>
                  </a:cubicBezTo>
                  <a:lnTo>
                    <a:pt x="8467" y="8046"/>
                  </a:lnTo>
                  <a:cubicBezTo>
                    <a:pt x="8502" y="8020"/>
                    <a:pt x="8502" y="7970"/>
                    <a:pt x="8482" y="7944"/>
                  </a:cubicBezTo>
                  <a:cubicBezTo>
                    <a:pt x="8466" y="7924"/>
                    <a:pt x="8443" y="7915"/>
                    <a:pt x="8422" y="7915"/>
                  </a:cubicBezTo>
                  <a:close/>
                  <a:moveTo>
                    <a:pt x="12967" y="4480"/>
                  </a:moveTo>
                  <a:cubicBezTo>
                    <a:pt x="13790" y="4860"/>
                    <a:pt x="14528" y="5427"/>
                    <a:pt x="15124" y="6112"/>
                  </a:cubicBezTo>
                  <a:lnTo>
                    <a:pt x="15143" y="6139"/>
                  </a:lnTo>
                  <a:cubicBezTo>
                    <a:pt x="15158" y="6160"/>
                    <a:pt x="15178" y="6180"/>
                    <a:pt x="15200" y="6202"/>
                  </a:cubicBezTo>
                  <a:lnTo>
                    <a:pt x="15241" y="6257"/>
                  </a:lnTo>
                  <a:cubicBezTo>
                    <a:pt x="15261" y="6285"/>
                    <a:pt x="15283" y="6311"/>
                    <a:pt x="15303" y="6333"/>
                  </a:cubicBezTo>
                  <a:lnTo>
                    <a:pt x="15324" y="6361"/>
                  </a:lnTo>
                  <a:cubicBezTo>
                    <a:pt x="15877" y="7073"/>
                    <a:pt x="16278" y="7915"/>
                    <a:pt x="16485" y="8800"/>
                  </a:cubicBezTo>
                  <a:lnTo>
                    <a:pt x="13133" y="9339"/>
                  </a:lnTo>
                  <a:cubicBezTo>
                    <a:pt x="12904" y="8620"/>
                    <a:pt x="12421" y="8027"/>
                    <a:pt x="11758" y="7653"/>
                  </a:cubicBezTo>
                  <a:lnTo>
                    <a:pt x="12967" y="4480"/>
                  </a:lnTo>
                  <a:close/>
                  <a:moveTo>
                    <a:pt x="12929" y="4309"/>
                  </a:moveTo>
                  <a:cubicBezTo>
                    <a:pt x="12919" y="4309"/>
                    <a:pt x="12908" y="4311"/>
                    <a:pt x="12897" y="4314"/>
                  </a:cubicBezTo>
                  <a:cubicBezTo>
                    <a:pt x="12878" y="4321"/>
                    <a:pt x="12863" y="4336"/>
                    <a:pt x="12856" y="4356"/>
                  </a:cubicBezTo>
                  <a:lnTo>
                    <a:pt x="11599" y="7660"/>
                  </a:lnTo>
                  <a:cubicBezTo>
                    <a:pt x="11592" y="7695"/>
                    <a:pt x="11605" y="7736"/>
                    <a:pt x="11634" y="7750"/>
                  </a:cubicBezTo>
                  <a:cubicBezTo>
                    <a:pt x="12304" y="8116"/>
                    <a:pt x="12795" y="8717"/>
                    <a:pt x="13015" y="9443"/>
                  </a:cubicBezTo>
                  <a:cubicBezTo>
                    <a:pt x="13022" y="9478"/>
                    <a:pt x="13050" y="9498"/>
                    <a:pt x="13085" y="9498"/>
                  </a:cubicBezTo>
                  <a:cubicBezTo>
                    <a:pt x="13085" y="9498"/>
                    <a:pt x="13092" y="9498"/>
                    <a:pt x="13098" y="9491"/>
                  </a:cubicBezTo>
                  <a:lnTo>
                    <a:pt x="16588" y="8932"/>
                  </a:lnTo>
                  <a:cubicBezTo>
                    <a:pt x="16610" y="8924"/>
                    <a:pt x="16623" y="8917"/>
                    <a:pt x="16636" y="8897"/>
                  </a:cubicBezTo>
                  <a:cubicBezTo>
                    <a:pt x="16643" y="8882"/>
                    <a:pt x="16651" y="8863"/>
                    <a:pt x="16643" y="8841"/>
                  </a:cubicBezTo>
                  <a:cubicBezTo>
                    <a:pt x="16436" y="7915"/>
                    <a:pt x="16021" y="7025"/>
                    <a:pt x="15434" y="6270"/>
                  </a:cubicBezTo>
                  <a:lnTo>
                    <a:pt x="15420" y="6243"/>
                  </a:lnTo>
                  <a:cubicBezTo>
                    <a:pt x="15399" y="6215"/>
                    <a:pt x="15372" y="6195"/>
                    <a:pt x="15351" y="6167"/>
                  </a:cubicBezTo>
                  <a:lnTo>
                    <a:pt x="15309" y="6112"/>
                  </a:lnTo>
                  <a:cubicBezTo>
                    <a:pt x="15289" y="6091"/>
                    <a:pt x="15268" y="6063"/>
                    <a:pt x="15255" y="6043"/>
                  </a:cubicBezTo>
                  <a:lnTo>
                    <a:pt x="15233" y="6014"/>
                  </a:lnTo>
                  <a:cubicBezTo>
                    <a:pt x="14611" y="5296"/>
                    <a:pt x="13823" y="4709"/>
                    <a:pt x="12961" y="4314"/>
                  </a:cubicBezTo>
                  <a:cubicBezTo>
                    <a:pt x="12950" y="4311"/>
                    <a:pt x="12939" y="4309"/>
                    <a:pt x="12929" y="4309"/>
                  </a:cubicBezTo>
                  <a:close/>
                  <a:moveTo>
                    <a:pt x="13133" y="9523"/>
                  </a:moveTo>
                  <a:cubicBezTo>
                    <a:pt x="13126" y="9523"/>
                    <a:pt x="13119" y="9524"/>
                    <a:pt x="13111" y="9526"/>
                  </a:cubicBezTo>
                  <a:cubicBezTo>
                    <a:pt x="13070" y="9533"/>
                    <a:pt x="13050" y="9574"/>
                    <a:pt x="13057" y="9609"/>
                  </a:cubicBezTo>
                  <a:lnTo>
                    <a:pt x="13063" y="9637"/>
                  </a:lnTo>
                  <a:cubicBezTo>
                    <a:pt x="13070" y="9664"/>
                    <a:pt x="13105" y="9692"/>
                    <a:pt x="13133" y="9692"/>
                  </a:cubicBezTo>
                  <a:cubicBezTo>
                    <a:pt x="13140" y="9692"/>
                    <a:pt x="13146" y="9692"/>
                    <a:pt x="13153" y="9685"/>
                  </a:cubicBezTo>
                  <a:cubicBezTo>
                    <a:pt x="13188" y="9679"/>
                    <a:pt x="13216" y="9644"/>
                    <a:pt x="13209" y="9602"/>
                  </a:cubicBezTo>
                  <a:lnTo>
                    <a:pt x="13201" y="9581"/>
                  </a:lnTo>
                  <a:cubicBezTo>
                    <a:pt x="13190" y="9547"/>
                    <a:pt x="13165" y="9523"/>
                    <a:pt x="13133" y="9523"/>
                  </a:cubicBezTo>
                  <a:close/>
                  <a:moveTo>
                    <a:pt x="13188" y="9913"/>
                  </a:moveTo>
                  <a:cubicBezTo>
                    <a:pt x="13146" y="9919"/>
                    <a:pt x="13118" y="9954"/>
                    <a:pt x="13118" y="9996"/>
                  </a:cubicBezTo>
                  <a:lnTo>
                    <a:pt x="13126" y="10017"/>
                  </a:lnTo>
                  <a:cubicBezTo>
                    <a:pt x="13126" y="10052"/>
                    <a:pt x="13160" y="10078"/>
                    <a:pt x="13194" y="10078"/>
                  </a:cubicBezTo>
                  <a:lnTo>
                    <a:pt x="13201" y="10078"/>
                  </a:lnTo>
                  <a:cubicBezTo>
                    <a:pt x="13243" y="10078"/>
                    <a:pt x="13271" y="10044"/>
                    <a:pt x="13271" y="10002"/>
                  </a:cubicBezTo>
                  <a:lnTo>
                    <a:pt x="13264" y="9982"/>
                  </a:lnTo>
                  <a:cubicBezTo>
                    <a:pt x="13264" y="9941"/>
                    <a:pt x="13229" y="9913"/>
                    <a:pt x="13188" y="9913"/>
                  </a:cubicBezTo>
                  <a:close/>
                  <a:moveTo>
                    <a:pt x="7353" y="10457"/>
                  </a:moveTo>
                  <a:cubicBezTo>
                    <a:pt x="7349" y="10457"/>
                    <a:pt x="7345" y="10458"/>
                    <a:pt x="7341" y="10458"/>
                  </a:cubicBezTo>
                  <a:cubicBezTo>
                    <a:pt x="7299" y="10458"/>
                    <a:pt x="7271" y="10493"/>
                    <a:pt x="7271" y="10535"/>
                  </a:cubicBezTo>
                  <a:lnTo>
                    <a:pt x="7279" y="10541"/>
                  </a:lnTo>
                  <a:lnTo>
                    <a:pt x="7279" y="10556"/>
                  </a:lnTo>
                  <a:cubicBezTo>
                    <a:pt x="7279" y="10598"/>
                    <a:pt x="7312" y="10624"/>
                    <a:pt x="7347" y="10624"/>
                  </a:cubicBezTo>
                  <a:lnTo>
                    <a:pt x="7354" y="10624"/>
                  </a:lnTo>
                  <a:cubicBezTo>
                    <a:pt x="7395" y="10618"/>
                    <a:pt x="7424" y="10583"/>
                    <a:pt x="7424" y="10541"/>
                  </a:cubicBezTo>
                  <a:lnTo>
                    <a:pt x="7417" y="10521"/>
                  </a:lnTo>
                  <a:cubicBezTo>
                    <a:pt x="7417" y="10484"/>
                    <a:pt x="7389" y="10457"/>
                    <a:pt x="7353" y="10457"/>
                  </a:cubicBezTo>
                  <a:close/>
                  <a:moveTo>
                    <a:pt x="5889" y="5621"/>
                  </a:moveTo>
                  <a:lnTo>
                    <a:pt x="8039" y="8254"/>
                  </a:lnTo>
                  <a:cubicBezTo>
                    <a:pt x="7528" y="8814"/>
                    <a:pt x="7258" y="9533"/>
                    <a:pt x="7264" y="10286"/>
                  </a:cubicBezTo>
                  <a:lnTo>
                    <a:pt x="3912" y="10832"/>
                  </a:lnTo>
                  <a:cubicBezTo>
                    <a:pt x="3829" y="9927"/>
                    <a:pt x="3947" y="9000"/>
                    <a:pt x="4252" y="8151"/>
                  </a:cubicBezTo>
                  <a:lnTo>
                    <a:pt x="4259" y="8116"/>
                  </a:lnTo>
                  <a:cubicBezTo>
                    <a:pt x="4265" y="8095"/>
                    <a:pt x="4279" y="8068"/>
                    <a:pt x="4285" y="8040"/>
                  </a:cubicBezTo>
                  <a:lnTo>
                    <a:pt x="4313" y="7978"/>
                  </a:lnTo>
                  <a:cubicBezTo>
                    <a:pt x="4327" y="7944"/>
                    <a:pt x="4335" y="7909"/>
                    <a:pt x="4348" y="7881"/>
                  </a:cubicBezTo>
                  <a:lnTo>
                    <a:pt x="4362" y="7854"/>
                  </a:lnTo>
                  <a:cubicBezTo>
                    <a:pt x="4708" y="7016"/>
                    <a:pt x="5232" y="6243"/>
                    <a:pt x="5889" y="5621"/>
                  </a:cubicBezTo>
                  <a:close/>
                  <a:moveTo>
                    <a:pt x="5902" y="5441"/>
                  </a:moveTo>
                  <a:cubicBezTo>
                    <a:pt x="5883" y="5441"/>
                    <a:pt x="5861" y="5449"/>
                    <a:pt x="5848" y="5462"/>
                  </a:cubicBezTo>
                  <a:cubicBezTo>
                    <a:pt x="5149" y="6112"/>
                    <a:pt x="4590" y="6914"/>
                    <a:pt x="4224" y="7798"/>
                  </a:cubicBezTo>
                  <a:lnTo>
                    <a:pt x="4217" y="7826"/>
                  </a:lnTo>
                  <a:cubicBezTo>
                    <a:pt x="4202" y="7854"/>
                    <a:pt x="4189" y="7887"/>
                    <a:pt x="4176" y="7922"/>
                  </a:cubicBezTo>
                  <a:lnTo>
                    <a:pt x="4154" y="7985"/>
                  </a:lnTo>
                  <a:cubicBezTo>
                    <a:pt x="4141" y="8012"/>
                    <a:pt x="4134" y="8040"/>
                    <a:pt x="4119" y="8068"/>
                  </a:cubicBezTo>
                  <a:lnTo>
                    <a:pt x="4113" y="8103"/>
                  </a:lnTo>
                  <a:cubicBezTo>
                    <a:pt x="3796" y="8994"/>
                    <a:pt x="3678" y="9976"/>
                    <a:pt x="3774" y="10923"/>
                  </a:cubicBezTo>
                  <a:cubicBezTo>
                    <a:pt x="3774" y="10943"/>
                    <a:pt x="3788" y="10956"/>
                    <a:pt x="3803" y="10971"/>
                  </a:cubicBezTo>
                  <a:cubicBezTo>
                    <a:pt x="3816" y="10984"/>
                    <a:pt x="3829" y="10984"/>
                    <a:pt x="3844" y="10984"/>
                  </a:cubicBezTo>
                  <a:lnTo>
                    <a:pt x="3857" y="10984"/>
                  </a:lnTo>
                  <a:lnTo>
                    <a:pt x="7347" y="10425"/>
                  </a:lnTo>
                  <a:cubicBezTo>
                    <a:pt x="7382" y="10417"/>
                    <a:pt x="7410" y="10384"/>
                    <a:pt x="7410" y="10349"/>
                  </a:cubicBezTo>
                  <a:cubicBezTo>
                    <a:pt x="7389" y="9587"/>
                    <a:pt x="7666" y="8863"/>
                    <a:pt x="8183" y="8310"/>
                  </a:cubicBezTo>
                  <a:cubicBezTo>
                    <a:pt x="8211" y="8282"/>
                    <a:pt x="8211" y="8241"/>
                    <a:pt x="8192" y="8212"/>
                  </a:cubicBezTo>
                  <a:lnTo>
                    <a:pt x="5959" y="5469"/>
                  </a:lnTo>
                  <a:cubicBezTo>
                    <a:pt x="5944" y="5455"/>
                    <a:pt x="5924" y="5449"/>
                    <a:pt x="5902" y="5441"/>
                  </a:cubicBezTo>
                  <a:close/>
                  <a:moveTo>
                    <a:pt x="7414" y="10850"/>
                  </a:moveTo>
                  <a:cubicBezTo>
                    <a:pt x="7408" y="10850"/>
                    <a:pt x="7402" y="10851"/>
                    <a:pt x="7395" y="10853"/>
                  </a:cubicBezTo>
                  <a:cubicBezTo>
                    <a:pt x="7354" y="10860"/>
                    <a:pt x="7327" y="10901"/>
                    <a:pt x="7341" y="10936"/>
                  </a:cubicBezTo>
                  <a:lnTo>
                    <a:pt x="7341" y="10949"/>
                  </a:lnTo>
                  <a:lnTo>
                    <a:pt x="7341" y="10956"/>
                  </a:lnTo>
                  <a:cubicBezTo>
                    <a:pt x="7354" y="10991"/>
                    <a:pt x="7382" y="11019"/>
                    <a:pt x="7417" y="11019"/>
                  </a:cubicBezTo>
                  <a:cubicBezTo>
                    <a:pt x="7417" y="11019"/>
                    <a:pt x="7424" y="11012"/>
                    <a:pt x="7430" y="11012"/>
                  </a:cubicBezTo>
                  <a:cubicBezTo>
                    <a:pt x="7472" y="11006"/>
                    <a:pt x="7493" y="10964"/>
                    <a:pt x="7487" y="10929"/>
                  </a:cubicBezTo>
                  <a:lnTo>
                    <a:pt x="7478" y="10908"/>
                  </a:lnTo>
                  <a:cubicBezTo>
                    <a:pt x="7473" y="10874"/>
                    <a:pt x="7444" y="10850"/>
                    <a:pt x="7414" y="10850"/>
                  </a:cubicBezTo>
                  <a:close/>
                  <a:moveTo>
                    <a:pt x="10273" y="8221"/>
                  </a:moveTo>
                  <a:cubicBezTo>
                    <a:pt x="11258" y="8221"/>
                    <a:pt x="12127" y="8937"/>
                    <a:pt x="12289" y="9941"/>
                  </a:cubicBezTo>
                  <a:cubicBezTo>
                    <a:pt x="12470" y="11054"/>
                    <a:pt x="11708" y="12110"/>
                    <a:pt x="10597" y="12291"/>
                  </a:cubicBezTo>
                  <a:cubicBezTo>
                    <a:pt x="10489" y="12308"/>
                    <a:pt x="10380" y="12316"/>
                    <a:pt x="10273" y="12316"/>
                  </a:cubicBezTo>
                  <a:cubicBezTo>
                    <a:pt x="9845" y="12316"/>
                    <a:pt x="9430" y="12185"/>
                    <a:pt x="9076" y="11925"/>
                  </a:cubicBezTo>
                  <a:cubicBezTo>
                    <a:pt x="8633" y="11606"/>
                    <a:pt x="8343" y="11137"/>
                    <a:pt x="8253" y="10598"/>
                  </a:cubicBezTo>
                  <a:cubicBezTo>
                    <a:pt x="8163" y="10059"/>
                    <a:pt x="8294" y="9519"/>
                    <a:pt x="8613" y="9070"/>
                  </a:cubicBezTo>
                  <a:cubicBezTo>
                    <a:pt x="8938" y="8627"/>
                    <a:pt x="9407" y="8337"/>
                    <a:pt x="9947" y="8247"/>
                  </a:cubicBezTo>
                  <a:cubicBezTo>
                    <a:pt x="10056" y="8230"/>
                    <a:pt x="10165" y="8221"/>
                    <a:pt x="10273" y="8221"/>
                  </a:cubicBezTo>
                  <a:close/>
                  <a:moveTo>
                    <a:pt x="10278" y="8081"/>
                  </a:moveTo>
                  <a:cubicBezTo>
                    <a:pt x="10162" y="8081"/>
                    <a:pt x="10044" y="8090"/>
                    <a:pt x="9925" y="8109"/>
                  </a:cubicBezTo>
                  <a:cubicBezTo>
                    <a:pt x="9344" y="8199"/>
                    <a:pt x="8840" y="8509"/>
                    <a:pt x="8495" y="8987"/>
                  </a:cubicBezTo>
                  <a:cubicBezTo>
                    <a:pt x="8157" y="9463"/>
                    <a:pt x="8017" y="10044"/>
                    <a:pt x="8109" y="10618"/>
                  </a:cubicBezTo>
                  <a:cubicBezTo>
                    <a:pt x="8205" y="11191"/>
                    <a:pt x="8515" y="11702"/>
                    <a:pt x="8993" y="12042"/>
                  </a:cubicBezTo>
                  <a:cubicBezTo>
                    <a:pt x="9366" y="12318"/>
                    <a:pt x="9816" y="12464"/>
                    <a:pt x="10272" y="12464"/>
                  </a:cubicBezTo>
                  <a:cubicBezTo>
                    <a:pt x="10389" y="12464"/>
                    <a:pt x="10506" y="12449"/>
                    <a:pt x="10623" y="12429"/>
                  </a:cubicBezTo>
                  <a:cubicBezTo>
                    <a:pt x="11813" y="12241"/>
                    <a:pt x="12629" y="11115"/>
                    <a:pt x="12435" y="9919"/>
                  </a:cubicBezTo>
                  <a:cubicBezTo>
                    <a:pt x="12260" y="8844"/>
                    <a:pt x="11330" y="8081"/>
                    <a:pt x="10278" y="8081"/>
                  </a:cubicBezTo>
                  <a:close/>
                  <a:moveTo>
                    <a:pt x="12131" y="12467"/>
                  </a:moveTo>
                  <a:cubicBezTo>
                    <a:pt x="12115" y="12467"/>
                    <a:pt x="12101" y="12473"/>
                    <a:pt x="12090" y="12484"/>
                  </a:cubicBezTo>
                  <a:lnTo>
                    <a:pt x="12075" y="12490"/>
                  </a:lnTo>
                  <a:cubicBezTo>
                    <a:pt x="12061" y="12505"/>
                    <a:pt x="12048" y="12525"/>
                    <a:pt x="12048" y="12553"/>
                  </a:cubicBezTo>
                  <a:cubicBezTo>
                    <a:pt x="12048" y="12567"/>
                    <a:pt x="12055" y="12582"/>
                    <a:pt x="12068" y="12595"/>
                  </a:cubicBezTo>
                  <a:cubicBezTo>
                    <a:pt x="12081" y="12615"/>
                    <a:pt x="12103" y="12623"/>
                    <a:pt x="12123" y="12623"/>
                  </a:cubicBezTo>
                  <a:cubicBezTo>
                    <a:pt x="12138" y="12623"/>
                    <a:pt x="12151" y="12615"/>
                    <a:pt x="12164" y="12608"/>
                  </a:cubicBezTo>
                  <a:lnTo>
                    <a:pt x="12179" y="12595"/>
                  </a:lnTo>
                  <a:cubicBezTo>
                    <a:pt x="12214" y="12573"/>
                    <a:pt x="12214" y="12525"/>
                    <a:pt x="12193" y="12499"/>
                  </a:cubicBezTo>
                  <a:cubicBezTo>
                    <a:pt x="12176" y="12478"/>
                    <a:pt x="12153" y="12467"/>
                    <a:pt x="12131" y="12467"/>
                  </a:cubicBezTo>
                  <a:close/>
                  <a:moveTo>
                    <a:pt x="11969" y="12590"/>
                  </a:moveTo>
                  <a:cubicBezTo>
                    <a:pt x="11955" y="12590"/>
                    <a:pt x="11941" y="12594"/>
                    <a:pt x="11930" y="12601"/>
                  </a:cubicBezTo>
                  <a:cubicBezTo>
                    <a:pt x="11909" y="12615"/>
                    <a:pt x="11902" y="12643"/>
                    <a:pt x="11902" y="12664"/>
                  </a:cubicBezTo>
                  <a:cubicBezTo>
                    <a:pt x="11902" y="12678"/>
                    <a:pt x="11902" y="12691"/>
                    <a:pt x="11909" y="12706"/>
                  </a:cubicBezTo>
                  <a:cubicBezTo>
                    <a:pt x="11924" y="12726"/>
                    <a:pt x="11950" y="12732"/>
                    <a:pt x="11972" y="12732"/>
                  </a:cubicBezTo>
                  <a:cubicBezTo>
                    <a:pt x="11985" y="12732"/>
                    <a:pt x="11998" y="12732"/>
                    <a:pt x="12013" y="12726"/>
                  </a:cubicBezTo>
                  <a:cubicBezTo>
                    <a:pt x="12013" y="12719"/>
                    <a:pt x="12020" y="12719"/>
                    <a:pt x="12020" y="12719"/>
                  </a:cubicBezTo>
                  <a:cubicBezTo>
                    <a:pt x="12040" y="12706"/>
                    <a:pt x="12048" y="12684"/>
                    <a:pt x="12048" y="12664"/>
                  </a:cubicBezTo>
                  <a:cubicBezTo>
                    <a:pt x="12048" y="12643"/>
                    <a:pt x="12040" y="12630"/>
                    <a:pt x="12027" y="12615"/>
                  </a:cubicBezTo>
                  <a:cubicBezTo>
                    <a:pt x="12015" y="12599"/>
                    <a:pt x="11992" y="12590"/>
                    <a:pt x="11969" y="12590"/>
                  </a:cubicBezTo>
                  <a:close/>
                  <a:moveTo>
                    <a:pt x="9222" y="12936"/>
                  </a:moveTo>
                  <a:cubicBezTo>
                    <a:pt x="9190" y="12936"/>
                    <a:pt x="9162" y="12954"/>
                    <a:pt x="9152" y="12981"/>
                  </a:cubicBezTo>
                  <a:cubicBezTo>
                    <a:pt x="9152" y="12996"/>
                    <a:pt x="9145" y="13003"/>
                    <a:pt x="9145" y="13009"/>
                  </a:cubicBezTo>
                  <a:cubicBezTo>
                    <a:pt x="9145" y="13038"/>
                    <a:pt x="9165" y="13064"/>
                    <a:pt x="9193" y="13079"/>
                  </a:cubicBezTo>
                  <a:lnTo>
                    <a:pt x="9207" y="13086"/>
                  </a:lnTo>
                  <a:cubicBezTo>
                    <a:pt x="9213" y="13086"/>
                    <a:pt x="9228" y="13092"/>
                    <a:pt x="9235" y="13092"/>
                  </a:cubicBezTo>
                  <a:cubicBezTo>
                    <a:pt x="9261" y="13092"/>
                    <a:pt x="9290" y="13071"/>
                    <a:pt x="9303" y="13044"/>
                  </a:cubicBezTo>
                  <a:lnTo>
                    <a:pt x="9303" y="13016"/>
                  </a:lnTo>
                  <a:cubicBezTo>
                    <a:pt x="9311" y="12988"/>
                    <a:pt x="9290" y="12961"/>
                    <a:pt x="9261" y="12946"/>
                  </a:cubicBezTo>
                  <a:lnTo>
                    <a:pt x="9248" y="12940"/>
                  </a:lnTo>
                  <a:cubicBezTo>
                    <a:pt x="9239" y="12937"/>
                    <a:pt x="9231" y="12936"/>
                    <a:pt x="9222" y="12936"/>
                  </a:cubicBezTo>
                  <a:close/>
                  <a:moveTo>
                    <a:pt x="9415" y="13002"/>
                  </a:moveTo>
                  <a:cubicBezTo>
                    <a:pt x="9378" y="13002"/>
                    <a:pt x="9344" y="13027"/>
                    <a:pt x="9338" y="13064"/>
                  </a:cubicBezTo>
                  <a:lnTo>
                    <a:pt x="9338" y="13079"/>
                  </a:lnTo>
                  <a:cubicBezTo>
                    <a:pt x="9338" y="13106"/>
                    <a:pt x="9359" y="13134"/>
                    <a:pt x="9386" y="13147"/>
                  </a:cubicBezTo>
                  <a:lnTo>
                    <a:pt x="9407" y="13147"/>
                  </a:lnTo>
                  <a:cubicBezTo>
                    <a:pt x="9442" y="13147"/>
                    <a:pt x="9469" y="13134"/>
                    <a:pt x="9477" y="13099"/>
                  </a:cubicBezTo>
                  <a:cubicBezTo>
                    <a:pt x="9484" y="13092"/>
                    <a:pt x="9484" y="13086"/>
                    <a:pt x="9484" y="13079"/>
                  </a:cubicBezTo>
                  <a:cubicBezTo>
                    <a:pt x="9484" y="13051"/>
                    <a:pt x="9469" y="13023"/>
                    <a:pt x="9436" y="13009"/>
                  </a:cubicBezTo>
                  <a:cubicBezTo>
                    <a:pt x="9436" y="13009"/>
                    <a:pt x="9427" y="13009"/>
                    <a:pt x="9427" y="13003"/>
                  </a:cubicBezTo>
                  <a:cubicBezTo>
                    <a:pt x="9423" y="13002"/>
                    <a:pt x="9419" y="13002"/>
                    <a:pt x="9415" y="13002"/>
                  </a:cubicBezTo>
                  <a:close/>
                  <a:moveTo>
                    <a:pt x="16630" y="9705"/>
                  </a:moveTo>
                  <a:cubicBezTo>
                    <a:pt x="16713" y="10611"/>
                    <a:pt x="16595" y="11536"/>
                    <a:pt x="16298" y="12387"/>
                  </a:cubicBezTo>
                  <a:lnTo>
                    <a:pt x="16285" y="12422"/>
                  </a:lnTo>
                  <a:cubicBezTo>
                    <a:pt x="16278" y="12449"/>
                    <a:pt x="16263" y="12484"/>
                    <a:pt x="16250" y="12512"/>
                  </a:cubicBezTo>
                  <a:lnTo>
                    <a:pt x="16222" y="12582"/>
                  </a:lnTo>
                  <a:cubicBezTo>
                    <a:pt x="16215" y="12608"/>
                    <a:pt x="16208" y="12636"/>
                    <a:pt x="16195" y="12656"/>
                  </a:cubicBezTo>
                  <a:lnTo>
                    <a:pt x="16180" y="12684"/>
                  </a:lnTo>
                  <a:cubicBezTo>
                    <a:pt x="15842" y="13520"/>
                    <a:pt x="15309" y="14295"/>
                    <a:pt x="14652" y="14917"/>
                  </a:cubicBezTo>
                  <a:lnTo>
                    <a:pt x="12511" y="12283"/>
                  </a:lnTo>
                  <a:cubicBezTo>
                    <a:pt x="13015" y="11724"/>
                    <a:pt x="13284" y="11006"/>
                    <a:pt x="13277" y="10251"/>
                  </a:cubicBezTo>
                  <a:lnTo>
                    <a:pt x="16630" y="9705"/>
                  </a:lnTo>
                  <a:close/>
                  <a:moveTo>
                    <a:pt x="16702" y="9551"/>
                  </a:moveTo>
                  <a:cubicBezTo>
                    <a:pt x="16696" y="9551"/>
                    <a:pt x="16690" y="9552"/>
                    <a:pt x="16684" y="9554"/>
                  </a:cubicBezTo>
                  <a:lnTo>
                    <a:pt x="13194" y="10113"/>
                  </a:lnTo>
                  <a:cubicBezTo>
                    <a:pt x="13160" y="10120"/>
                    <a:pt x="13133" y="10155"/>
                    <a:pt x="13133" y="10190"/>
                  </a:cubicBezTo>
                  <a:cubicBezTo>
                    <a:pt x="13153" y="10949"/>
                    <a:pt x="12884" y="11676"/>
                    <a:pt x="12358" y="12228"/>
                  </a:cubicBezTo>
                  <a:cubicBezTo>
                    <a:pt x="12330" y="12256"/>
                    <a:pt x="12330" y="12298"/>
                    <a:pt x="12352" y="12324"/>
                  </a:cubicBezTo>
                  <a:lnTo>
                    <a:pt x="14591" y="15070"/>
                  </a:lnTo>
                  <a:cubicBezTo>
                    <a:pt x="14598" y="15083"/>
                    <a:pt x="14619" y="15096"/>
                    <a:pt x="14639" y="15096"/>
                  </a:cubicBezTo>
                  <a:lnTo>
                    <a:pt x="14646" y="15096"/>
                  </a:lnTo>
                  <a:cubicBezTo>
                    <a:pt x="14661" y="15096"/>
                    <a:pt x="14681" y="15090"/>
                    <a:pt x="14694" y="15076"/>
                  </a:cubicBezTo>
                  <a:cubicBezTo>
                    <a:pt x="15392" y="14426"/>
                    <a:pt x="15960" y="13625"/>
                    <a:pt x="16320" y="12739"/>
                  </a:cubicBezTo>
                  <a:lnTo>
                    <a:pt x="16333" y="12713"/>
                  </a:lnTo>
                  <a:cubicBezTo>
                    <a:pt x="16339" y="12684"/>
                    <a:pt x="16353" y="12656"/>
                    <a:pt x="16361" y="12630"/>
                  </a:cubicBezTo>
                  <a:lnTo>
                    <a:pt x="16388" y="12567"/>
                  </a:lnTo>
                  <a:cubicBezTo>
                    <a:pt x="16402" y="12532"/>
                    <a:pt x="16409" y="12505"/>
                    <a:pt x="16422" y="12470"/>
                  </a:cubicBezTo>
                  <a:lnTo>
                    <a:pt x="16436" y="12436"/>
                  </a:lnTo>
                  <a:cubicBezTo>
                    <a:pt x="16747" y="11536"/>
                    <a:pt x="16865" y="10563"/>
                    <a:pt x="16767" y="9616"/>
                  </a:cubicBezTo>
                  <a:cubicBezTo>
                    <a:pt x="16767" y="9596"/>
                    <a:pt x="16761" y="9581"/>
                    <a:pt x="16741" y="9568"/>
                  </a:cubicBezTo>
                  <a:cubicBezTo>
                    <a:pt x="16730" y="9558"/>
                    <a:pt x="16717" y="9551"/>
                    <a:pt x="16702" y="9551"/>
                  </a:cubicBezTo>
                  <a:close/>
                  <a:moveTo>
                    <a:pt x="7410" y="11198"/>
                  </a:moveTo>
                  <a:cubicBezTo>
                    <a:pt x="7638" y="11918"/>
                    <a:pt x="8129" y="12512"/>
                    <a:pt x="8785" y="12885"/>
                  </a:cubicBezTo>
                  <a:lnTo>
                    <a:pt x="7576" y="16057"/>
                  </a:lnTo>
                  <a:cubicBezTo>
                    <a:pt x="6753" y="15677"/>
                    <a:pt x="6014" y="15111"/>
                    <a:pt x="5426" y="14426"/>
                  </a:cubicBezTo>
                  <a:lnTo>
                    <a:pt x="5405" y="14406"/>
                  </a:lnTo>
                  <a:cubicBezTo>
                    <a:pt x="5378" y="14378"/>
                    <a:pt x="5357" y="14350"/>
                    <a:pt x="5337" y="14323"/>
                  </a:cubicBezTo>
                  <a:lnTo>
                    <a:pt x="5295" y="14267"/>
                  </a:lnTo>
                  <a:cubicBezTo>
                    <a:pt x="5274" y="14247"/>
                    <a:pt x="5261" y="14225"/>
                    <a:pt x="5239" y="14205"/>
                  </a:cubicBezTo>
                  <a:lnTo>
                    <a:pt x="5219" y="14177"/>
                  </a:lnTo>
                  <a:cubicBezTo>
                    <a:pt x="4673" y="13466"/>
                    <a:pt x="4265" y="12623"/>
                    <a:pt x="4058" y="11737"/>
                  </a:cubicBezTo>
                  <a:lnTo>
                    <a:pt x="7410" y="11198"/>
                  </a:lnTo>
                  <a:close/>
                  <a:moveTo>
                    <a:pt x="7467" y="11045"/>
                  </a:moveTo>
                  <a:cubicBezTo>
                    <a:pt x="7462" y="11045"/>
                    <a:pt x="7457" y="11046"/>
                    <a:pt x="7452" y="11047"/>
                  </a:cubicBezTo>
                  <a:lnTo>
                    <a:pt x="3962" y="11606"/>
                  </a:lnTo>
                  <a:cubicBezTo>
                    <a:pt x="3940" y="11613"/>
                    <a:pt x="3920" y="11619"/>
                    <a:pt x="3905" y="11641"/>
                  </a:cubicBezTo>
                  <a:cubicBezTo>
                    <a:pt x="3899" y="11654"/>
                    <a:pt x="3892" y="11676"/>
                    <a:pt x="3899" y="11696"/>
                  </a:cubicBezTo>
                  <a:cubicBezTo>
                    <a:pt x="4106" y="12623"/>
                    <a:pt x="4527" y="13514"/>
                    <a:pt x="5108" y="14267"/>
                  </a:cubicBezTo>
                  <a:lnTo>
                    <a:pt x="5130" y="14295"/>
                  </a:lnTo>
                  <a:cubicBezTo>
                    <a:pt x="5143" y="14315"/>
                    <a:pt x="5164" y="14343"/>
                    <a:pt x="5184" y="14365"/>
                  </a:cubicBezTo>
                  <a:lnTo>
                    <a:pt x="5226" y="14419"/>
                  </a:lnTo>
                  <a:cubicBezTo>
                    <a:pt x="5247" y="14439"/>
                    <a:pt x="5267" y="14468"/>
                    <a:pt x="5295" y="14496"/>
                  </a:cubicBezTo>
                  <a:lnTo>
                    <a:pt x="5315" y="14522"/>
                  </a:lnTo>
                  <a:cubicBezTo>
                    <a:pt x="5931" y="15242"/>
                    <a:pt x="6719" y="15829"/>
                    <a:pt x="7589" y="16223"/>
                  </a:cubicBezTo>
                  <a:cubicBezTo>
                    <a:pt x="7596" y="16231"/>
                    <a:pt x="7611" y="16231"/>
                    <a:pt x="7618" y="16231"/>
                  </a:cubicBezTo>
                  <a:cubicBezTo>
                    <a:pt x="7624" y="16231"/>
                    <a:pt x="7638" y="16231"/>
                    <a:pt x="7644" y="16223"/>
                  </a:cubicBezTo>
                  <a:cubicBezTo>
                    <a:pt x="7666" y="16216"/>
                    <a:pt x="7679" y="16203"/>
                    <a:pt x="7686" y="16181"/>
                  </a:cubicBezTo>
                  <a:lnTo>
                    <a:pt x="8945" y="12878"/>
                  </a:lnTo>
                  <a:cubicBezTo>
                    <a:pt x="8951" y="12850"/>
                    <a:pt x="8951" y="12822"/>
                    <a:pt x="8923" y="12802"/>
                  </a:cubicBezTo>
                  <a:cubicBezTo>
                    <a:pt x="8923" y="12795"/>
                    <a:pt x="8916" y="12789"/>
                    <a:pt x="8910" y="12789"/>
                  </a:cubicBezTo>
                  <a:cubicBezTo>
                    <a:pt x="8240" y="12422"/>
                    <a:pt x="7749" y="11820"/>
                    <a:pt x="7528" y="11095"/>
                  </a:cubicBezTo>
                  <a:cubicBezTo>
                    <a:pt x="7521" y="11065"/>
                    <a:pt x="7496" y="11045"/>
                    <a:pt x="7467" y="11045"/>
                  </a:cubicBezTo>
                  <a:close/>
                  <a:moveTo>
                    <a:pt x="11791" y="12864"/>
                  </a:moveTo>
                  <a:lnTo>
                    <a:pt x="13941" y="15498"/>
                  </a:lnTo>
                  <a:cubicBezTo>
                    <a:pt x="13194" y="16015"/>
                    <a:pt x="12338" y="16382"/>
                    <a:pt x="11446" y="16548"/>
                  </a:cubicBezTo>
                  <a:lnTo>
                    <a:pt x="11418" y="16554"/>
                  </a:lnTo>
                  <a:cubicBezTo>
                    <a:pt x="11385" y="16563"/>
                    <a:pt x="11350" y="16563"/>
                    <a:pt x="11315" y="16569"/>
                  </a:cubicBezTo>
                  <a:lnTo>
                    <a:pt x="11245" y="16582"/>
                  </a:lnTo>
                  <a:cubicBezTo>
                    <a:pt x="11219" y="16582"/>
                    <a:pt x="11191" y="16589"/>
                    <a:pt x="11162" y="16596"/>
                  </a:cubicBezTo>
                  <a:lnTo>
                    <a:pt x="11136" y="16596"/>
                  </a:lnTo>
                  <a:cubicBezTo>
                    <a:pt x="10851" y="16635"/>
                    <a:pt x="10563" y="16655"/>
                    <a:pt x="10275" y="16655"/>
                  </a:cubicBezTo>
                  <a:cubicBezTo>
                    <a:pt x="9653" y="16655"/>
                    <a:pt x="9030" y="16564"/>
                    <a:pt x="8440" y="16388"/>
                  </a:cubicBezTo>
                  <a:lnTo>
                    <a:pt x="9643" y="13210"/>
                  </a:lnTo>
                  <a:cubicBezTo>
                    <a:pt x="9846" y="13256"/>
                    <a:pt x="10052" y="13279"/>
                    <a:pt x="10259" y="13279"/>
                  </a:cubicBezTo>
                  <a:cubicBezTo>
                    <a:pt x="10424" y="13279"/>
                    <a:pt x="10589" y="13265"/>
                    <a:pt x="10754" y="13237"/>
                  </a:cubicBezTo>
                  <a:cubicBezTo>
                    <a:pt x="11121" y="13182"/>
                    <a:pt x="11474" y="13058"/>
                    <a:pt x="11791" y="12864"/>
                  </a:cubicBezTo>
                  <a:close/>
                  <a:moveTo>
                    <a:pt x="11815" y="12700"/>
                  </a:moveTo>
                  <a:cubicBezTo>
                    <a:pt x="11800" y="12700"/>
                    <a:pt x="11785" y="12704"/>
                    <a:pt x="11771" y="12713"/>
                  </a:cubicBezTo>
                  <a:cubicBezTo>
                    <a:pt x="11453" y="12905"/>
                    <a:pt x="11101" y="13038"/>
                    <a:pt x="10728" y="13099"/>
                  </a:cubicBezTo>
                  <a:cubicBezTo>
                    <a:pt x="10578" y="13121"/>
                    <a:pt x="10429" y="13132"/>
                    <a:pt x="10280" y="13132"/>
                  </a:cubicBezTo>
                  <a:cubicBezTo>
                    <a:pt x="10057" y="13132"/>
                    <a:pt x="9835" y="13107"/>
                    <a:pt x="9615" y="13058"/>
                  </a:cubicBezTo>
                  <a:cubicBezTo>
                    <a:pt x="9610" y="13057"/>
                    <a:pt x="9606" y="13056"/>
                    <a:pt x="9601" y="13056"/>
                  </a:cubicBezTo>
                  <a:cubicBezTo>
                    <a:pt x="9570" y="13056"/>
                    <a:pt x="9538" y="13075"/>
                    <a:pt x="9532" y="13106"/>
                  </a:cubicBezTo>
                  <a:lnTo>
                    <a:pt x="8275" y="16410"/>
                  </a:lnTo>
                  <a:cubicBezTo>
                    <a:pt x="8266" y="16423"/>
                    <a:pt x="8266" y="16445"/>
                    <a:pt x="8275" y="16465"/>
                  </a:cubicBezTo>
                  <a:cubicBezTo>
                    <a:pt x="8288" y="16486"/>
                    <a:pt x="8301" y="16500"/>
                    <a:pt x="8323" y="16500"/>
                  </a:cubicBezTo>
                  <a:cubicBezTo>
                    <a:pt x="8951" y="16700"/>
                    <a:pt x="9621" y="16796"/>
                    <a:pt x="10285" y="16796"/>
                  </a:cubicBezTo>
                  <a:cubicBezTo>
                    <a:pt x="10575" y="16796"/>
                    <a:pt x="10866" y="16783"/>
                    <a:pt x="11149" y="16742"/>
                  </a:cubicBezTo>
                  <a:lnTo>
                    <a:pt x="11184" y="16735"/>
                  </a:lnTo>
                  <a:cubicBezTo>
                    <a:pt x="11211" y="16735"/>
                    <a:pt x="11245" y="16728"/>
                    <a:pt x="11274" y="16720"/>
                  </a:cubicBezTo>
                  <a:lnTo>
                    <a:pt x="11335" y="16713"/>
                  </a:lnTo>
                  <a:cubicBezTo>
                    <a:pt x="11370" y="16707"/>
                    <a:pt x="11411" y="16700"/>
                    <a:pt x="11446" y="16694"/>
                  </a:cubicBezTo>
                  <a:lnTo>
                    <a:pt x="11474" y="16694"/>
                  </a:lnTo>
                  <a:cubicBezTo>
                    <a:pt x="12406" y="16513"/>
                    <a:pt x="13312" y="16126"/>
                    <a:pt x="14087" y="15574"/>
                  </a:cubicBezTo>
                  <a:cubicBezTo>
                    <a:pt x="14100" y="15559"/>
                    <a:pt x="14113" y="15539"/>
                    <a:pt x="14113" y="15518"/>
                  </a:cubicBezTo>
                  <a:cubicBezTo>
                    <a:pt x="14122" y="15504"/>
                    <a:pt x="14113" y="15484"/>
                    <a:pt x="14100" y="15463"/>
                  </a:cubicBezTo>
                  <a:lnTo>
                    <a:pt x="11867" y="12726"/>
                  </a:lnTo>
                  <a:cubicBezTo>
                    <a:pt x="11855" y="12709"/>
                    <a:pt x="11836" y="12700"/>
                    <a:pt x="11815" y="12700"/>
                  </a:cubicBezTo>
                  <a:close/>
                  <a:moveTo>
                    <a:pt x="9401" y="154"/>
                  </a:moveTo>
                  <a:lnTo>
                    <a:pt x="10161" y="2380"/>
                  </a:lnTo>
                  <a:cubicBezTo>
                    <a:pt x="10167" y="2407"/>
                    <a:pt x="10195" y="2428"/>
                    <a:pt x="10230" y="2428"/>
                  </a:cubicBezTo>
                  <a:cubicBezTo>
                    <a:pt x="10416" y="2428"/>
                    <a:pt x="10610" y="2435"/>
                    <a:pt x="10796" y="2448"/>
                  </a:cubicBezTo>
                  <a:lnTo>
                    <a:pt x="10824" y="2448"/>
                  </a:lnTo>
                  <a:cubicBezTo>
                    <a:pt x="10872" y="2455"/>
                    <a:pt x="10929" y="2455"/>
                    <a:pt x="10977" y="2463"/>
                  </a:cubicBezTo>
                  <a:cubicBezTo>
                    <a:pt x="10997" y="2463"/>
                    <a:pt x="11018" y="2470"/>
                    <a:pt x="11045" y="2470"/>
                  </a:cubicBezTo>
                  <a:lnTo>
                    <a:pt x="11094" y="2476"/>
                  </a:lnTo>
                  <a:cubicBezTo>
                    <a:pt x="11114" y="2476"/>
                    <a:pt x="11136" y="2476"/>
                    <a:pt x="11156" y="2483"/>
                  </a:cubicBezTo>
                  <a:cubicBezTo>
                    <a:pt x="11211" y="2483"/>
                    <a:pt x="11260" y="2490"/>
                    <a:pt x="11308" y="2496"/>
                  </a:cubicBezTo>
                  <a:lnTo>
                    <a:pt x="11335" y="2505"/>
                  </a:lnTo>
                  <a:cubicBezTo>
                    <a:pt x="11426" y="2518"/>
                    <a:pt x="11501" y="2524"/>
                    <a:pt x="11570" y="2538"/>
                  </a:cubicBezTo>
                  <a:cubicBezTo>
                    <a:pt x="11675" y="2553"/>
                    <a:pt x="11778" y="2573"/>
                    <a:pt x="11896" y="2601"/>
                  </a:cubicBezTo>
                  <a:cubicBezTo>
                    <a:pt x="11902" y="2602"/>
                    <a:pt x="11907" y="2602"/>
                    <a:pt x="11913" y="2602"/>
                  </a:cubicBezTo>
                  <a:cubicBezTo>
                    <a:pt x="11939" y="2602"/>
                    <a:pt x="11960" y="2589"/>
                    <a:pt x="11972" y="2566"/>
                  </a:cubicBezTo>
                  <a:lnTo>
                    <a:pt x="13168" y="541"/>
                  </a:lnTo>
                  <a:lnTo>
                    <a:pt x="14578" y="1080"/>
                  </a:lnTo>
                  <a:lnTo>
                    <a:pt x="14122" y="3382"/>
                  </a:lnTo>
                  <a:cubicBezTo>
                    <a:pt x="14113" y="3417"/>
                    <a:pt x="14128" y="3443"/>
                    <a:pt x="14155" y="3458"/>
                  </a:cubicBezTo>
                  <a:cubicBezTo>
                    <a:pt x="14321" y="3555"/>
                    <a:pt x="14480" y="3651"/>
                    <a:pt x="14639" y="3755"/>
                  </a:cubicBezTo>
                  <a:lnTo>
                    <a:pt x="14661" y="3775"/>
                  </a:lnTo>
                  <a:cubicBezTo>
                    <a:pt x="14702" y="3803"/>
                    <a:pt x="14744" y="3832"/>
                    <a:pt x="14785" y="3858"/>
                  </a:cubicBezTo>
                  <a:cubicBezTo>
                    <a:pt x="14805" y="3873"/>
                    <a:pt x="14827" y="3886"/>
                    <a:pt x="14840" y="3900"/>
                  </a:cubicBezTo>
                  <a:lnTo>
                    <a:pt x="14881" y="3928"/>
                  </a:lnTo>
                  <a:cubicBezTo>
                    <a:pt x="14895" y="3941"/>
                    <a:pt x="14916" y="3956"/>
                    <a:pt x="14936" y="3969"/>
                  </a:cubicBezTo>
                  <a:cubicBezTo>
                    <a:pt x="14978" y="3997"/>
                    <a:pt x="15012" y="4031"/>
                    <a:pt x="15054" y="4059"/>
                  </a:cubicBezTo>
                  <a:lnTo>
                    <a:pt x="15082" y="4080"/>
                  </a:lnTo>
                  <a:cubicBezTo>
                    <a:pt x="15226" y="4190"/>
                    <a:pt x="15372" y="4314"/>
                    <a:pt x="15510" y="4439"/>
                  </a:cubicBezTo>
                  <a:cubicBezTo>
                    <a:pt x="15526" y="4451"/>
                    <a:pt x="15545" y="4459"/>
                    <a:pt x="15562" y="4459"/>
                  </a:cubicBezTo>
                  <a:cubicBezTo>
                    <a:pt x="15576" y="4459"/>
                    <a:pt x="15588" y="4454"/>
                    <a:pt x="15600" y="4445"/>
                  </a:cubicBezTo>
                  <a:lnTo>
                    <a:pt x="17647" y="3292"/>
                  </a:lnTo>
                  <a:lnTo>
                    <a:pt x="18592" y="4460"/>
                  </a:lnTo>
                  <a:lnTo>
                    <a:pt x="17044" y="6228"/>
                  </a:lnTo>
                  <a:cubicBezTo>
                    <a:pt x="17024" y="6250"/>
                    <a:pt x="17024" y="6285"/>
                    <a:pt x="17038" y="6311"/>
                  </a:cubicBezTo>
                  <a:cubicBezTo>
                    <a:pt x="17127" y="6471"/>
                    <a:pt x="17217" y="6623"/>
                    <a:pt x="17287" y="6776"/>
                  </a:cubicBezTo>
                  <a:cubicBezTo>
                    <a:pt x="17293" y="6782"/>
                    <a:pt x="17293" y="6789"/>
                    <a:pt x="17300" y="6796"/>
                  </a:cubicBezTo>
                  <a:lnTo>
                    <a:pt x="17321" y="6837"/>
                  </a:lnTo>
                  <a:cubicBezTo>
                    <a:pt x="17341" y="6885"/>
                    <a:pt x="17363" y="6927"/>
                    <a:pt x="17383" y="6975"/>
                  </a:cubicBezTo>
                  <a:cubicBezTo>
                    <a:pt x="17398" y="6996"/>
                    <a:pt x="17404" y="7016"/>
                    <a:pt x="17418" y="7038"/>
                  </a:cubicBezTo>
                  <a:lnTo>
                    <a:pt x="17431" y="7079"/>
                  </a:lnTo>
                  <a:cubicBezTo>
                    <a:pt x="17439" y="7099"/>
                    <a:pt x="17452" y="7121"/>
                    <a:pt x="17459" y="7141"/>
                  </a:cubicBezTo>
                  <a:cubicBezTo>
                    <a:pt x="17481" y="7191"/>
                    <a:pt x="17501" y="7239"/>
                    <a:pt x="17522" y="7287"/>
                  </a:cubicBezTo>
                  <a:lnTo>
                    <a:pt x="17529" y="7307"/>
                  </a:lnTo>
                  <a:cubicBezTo>
                    <a:pt x="17605" y="7481"/>
                    <a:pt x="17666" y="7660"/>
                    <a:pt x="17729" y="7839"/>
                  </a:cubicBezTo>
                  <a:cubicBezTo>
                    <a:pt x="17736" y="7874"/>
                    <a:pt x="17763" y="7887"/>
                    <a:pt x="17791" y="7896"/>
                  </a:cubicBezTo>
                  <a:lnTo>
                    <a:pt x="20141" y="7915"/>
                  </a:lnTo>
                  <a:lnTo>
                    <a:pt x="20383" y="9402"/>
                  </a:lnTo>
                  <a:lnTo>
                    <a:pt x="18157" y="10155"/>
                  </a:lnTo>
                  <a:cubicBezTo>
                    <a:pt x="18129" y="10168"/>
                    <a:pt x="18109" y="10196"/>
                    <a:pt x="18109" y="10224"/>
                  </a:cubicBezTo>
                  <a:cubicBezTo>
                    <a:pt x="18109" y="10404"/>
                    <a:pt x="18109" y="10583"/>
                    <a:pt x="18094" y="10749"/>
                  </a:cubicBezTo>
                  <a:lnTo>
                    <a:pt x="18094" y="10777"/>
                  </a:lnTo>
                  <a:lnTo>
                    <a:pt x="18088" y="10818"/>
                  </a:lnTo>
                  <a:cubicBezTo>
                    <a:pt x="18088" y="10873"/>
                    <a:pt x="18081" y="10923"/>
                    <a:pt x="18081" y="10977"/>
                  </a:cubicBezTo>
                  <a:cubicBezTo>
                    <a:pt x="18074" y="10997"/>
                    <a:pt x="18074" y="11019"/>
                    <a:pt x="18074" y="11047"/>
                  </a:cubicBezTo>
                  <a:lnTo>
                    <a:pt x="18068" y="11089"/>
                  </a:lnTo>
                  <a:cubicBezTo>
                    <a:pt x="18068" y="11109"/>
                    <a:pt x="18061" y="11130"/>
                    <a:pt x="18061" y="11157"/>
                  </a:cubicBezTo>
                  <a:cubicBezTo>
                    <a:pt x="18053" y="11205"/>
                    <a:pt x="18046" y="11261"/>
                    <a:pt x="18040" y="11309"/>
                  </a:cubicBezTo>
                  <a:lnTo>
                    <a:pt x="18040" y="11337"/>
                  </a:lnTo>
                  <a:cubicBezTo>
                    <a:pt x="18011" y="11523"/>
                    <a:pt x="17978" y="11711"/>
                    <a:pt x="17943" y="11896"/>
                  </a:cubicBezTo>
                  <a:cubicBezTo>
                    <a:pt x="17937" y="11925"/>
                    <a:pt x="17950" y="11951"/>
                    <a:pt x="17978" y="11973"/>
                  </a:cubicBezTo>
                  <a:lnTo>
                    <a:pt x="20002" y="13162"/>
                  </a:lnTo>
                  <a:lnTo>
                    <a:pt x="19463" y="14572"/>
                  </a:lnTo>
                  <a:lnTo>
                    <a:pt x="17162" y="14116"/>
                  </a:lnTo>
                  <a:cubicBezTo>
                    <a:pt x="17156" y="14114"/>
                    <a:pt x="17149" y="14114"/>
                    <a:pt x="17143" y="14114"/>
                  </a:cubicBezTo>
                  <a:cubicBezTo>
                    <a:pt x="17117" y="14114"/>
                    <a:pt x="17095" y="14127"/>
                    <a:pt x="17079" y="14149"/>
                  </a:cubicBezTo>
                  <a:cubicBezTo>
                    <a:pt x="16990" y="14315"/>
                    <a:pt x="16885" y="14481"/>
                    <a:pt x="16782" y="14633"/>
                  </a:cubicBezTo>
                  <a:lnTo>
                    <a:pt x="16754" y="14675"/>
                  </a:lnTo>
                  <a:cubicBezTo>
                    <a:pt x="16734" y="14703"/>
                    <a:pt x="16719" y="14730"/>
                    <a:pt x="16699" y="14758"/>
                  </a:cubicBezTo>
                  <a:lnTo>
                    <a:pt x="16678" y="14786"/>
                  </a:lnTo>
                  <a:cubicBezTo>
                    <a:pt x="16665" y="14799"/>
                    <a:pt x="16651" y="14821"/>
                    <a:pt x="16636" y="14841"/>
                  </a:cubicBezTo>
                  <a:lnTo>
                    <a:pt x="16610" y="14876"/>
                  </a:lnTo>
                  <a:cubicBezTo>
                    <a:pt x="16601" y="14895"/>
                    <a:pt x="16588" y="14910"/>
                    <a:pt x="16575" y="14930"/>
                  </a:cubicBezTo>
                  <a:cubicBezTo>
                    <a:pt x="16547" y="14972"/>
                    <a:pt x="16512" y="15013"/>
                    <a:pt x="16477" y="15055"/>
                  </a:cubicBezTo>
                  <a:lnTo>
                    <a:pt x="16464" y="15070"/>
                  </a:lnTo>
                  <a:lnTo>
                    <a:pt x="16464" y="15076"/>
                  </a:lnTo>
                  <a:cubicBezTo>
                    <a:pt x="16346" y="15221"/>
                    <a:pt x="16228" y="15373"/>
                    <a:pt x="16104" y="15511"/>
                  </a:cubicBezTo>
                  <a:cubicBezTo>
                    <a:pt x="16084" y="15532"/>
                    <a:pt x="16077" y="15567"/>
                    <a:pt x="16091" y="15594"/>
                  </a:cubicBezTo>
                  <a:lnTo>
                    <a:pt x="17252" y="17641"/>
                  </a:lnTo>
                  <a:lnTo>
                    <a:pt x="16084" y="18595"/>
                  </a:lnTo>
                  <a:lnTo>
                    <a:pt x="14314" y="17045"/>
                  </a:lnTo>
                  <a:cubicBezTo>
                    <a:pt x="14299" y="17034"/>
                    <a:pt x="14280" y="17027"/>
                    <a:pt x="14262" y="17027"/>
                  </a:cubicBezTo>
                  <a:cubicBezTo>
                    <a:pt x="14249" y="17027"/>
                    <a:pt x="14236" y="17030"/>
                    <a:pt x="14224" y="17039"/>
                  </a:cubicBezTo>
                  <a:cubicBezTo>
                    <a:pt x="14065" y="17128"/>
                    <a:pt x="13899" y="17226"/>
                    <a:pt x="13727" y="17309"/>
                  </a:cubicBezTo>
                  <a:lnTo>
                    <a:pt x="13707" y="17316"/>
                  </a:lnTo>
                  <a:cubicBezTo>
                    <a:pt x="13657" y="17336"/>
                    <a:pt x="13609" y="17364"/>
                    <a:pt x="13561" y="17384"/>
                  </a:cubicBezTo>
                  <a:cubicBezTo>
                    <a:pt x="13548" y="17392"/>
                    <a:pt x="13526" y="17399"/>
                    <a:pt x="13506" y="17412"/>
                  </a:cubicBezTo>
                  <a:lnTo>
                    <a:pt x="13465" y="17433"/>
                  </a:lnTo>
                  <a:cubicBezTo>
                    <a:pt x="13443" y="17440"/>
                    <a:pt x="13423" y="17447"/>
                    <a:pt x="13402" y="17460"/>
                  </a:cubicBezTo>
                  <a:lnTo>
                    <a:pt x="13388" y="17460"/>
                  </a:lnTo>
                  <a:cubicBezTo>
                    <a:pt x="13382" y="17467"/>
                    <a:pt x="13375" y="17467"/>
                    <a:pt x="13375" y="17467"/>
                  </a:cubicBezTo>
                  <a:cubicBezTo>
                    <a:pt x="13340" y="17482"/>
                    <a:pt x="13312" y="17495"/>
                    <a:pt x="13277" y="17508"/>
                  </a:cubicBezTo>
                  <a:lnTo>
                    <a:pt x="13229" y="17530"/>
                  </a:lnTo>
                  <a:cubicBezTo>
                    <a:pt x="13057" y="17599"/>
                    <a:pt x="12878" y="17661"/>
                    <a:pt x="12697" y="17724"/>
                  </a:cubicBezTo>
                  <a:cubicBezTo>
                    <a:pt x="12670" y="17730"/>
                    <a:pt x="12649" y="17757"/>
                    <a:pt x="12649" y="17792"/>
                  </a:cubicBezTo>
                  <a:lnTo>
                    <a:pt x="12629" y="20142"/>
                  </a:lnTo>
                  <a:lnTo>
                    <a:pt x="11143" y="20384"/>
                  </a:lnTo>
                  <a:lnTo>
                    <a:pt x="10381" y="18158"/>
                  </a:lnTo>
                  <a:cubicBezTo>
                    <a:pt x="10375" y="18130"/>
                    <a:pt x="10348" y="18110"/>
                    <a:pt x="10313" y="18110"/>
                  </a:cubicBezTo>
                  <a:cubicBezTo>
                    <a:pt x="10126" y="18110"/>
                    <a:pt x="9933" y="18104"/>
                    <a:pt x="9746" y="18089"/>
                  </a:cubicBezTo>
                  <a:lnTo>
                    <a:pt x="9718" y="18089"/>
                  </a:lnTo>
                  <a:cubicBezTo>
                    <a:pt x="9670" y="18082"/>
                    <a:pt x="9615" y="18082"/>
                    <a:pt x="9567" y="18075"/>
                  </a:cubicBezTo>
                  <a:cubicBezTo>
                    <a:pt x="9545" y="18075"/>
                    <a:pt x="9519" y="18069"/>
                    <a:pt x="9497" y="18069"/>
                  </a:cubicBezTo>
                  <a:lnTo>
                    <a:pt x="9456" y="18062"/>
                  </a:lnTo>
                  <a:cubicBezTo>
                    <a:pt x="9427" y="18062"/>
                    <a:pt x="9407" y="18062"/>
                    <a:pt x="9386" y="18055"/>
                  </a:cubicBezTo>
                  <a:cubicBezTo>
                    <a:pt x="9331" y="18055"/>
                    <a:pt x="9283" y="18047"/>
                    <a:pt x="9235" y="18041"/>
                  </a:cubicBezTo>
                  <a:lnTo>
                    <a:pt x="9207" y="18034"/>
                  </a:lnTo>
                  <a:cubicBezTo>
                    <a:pt x="9021" y="18014"/>
                    <a:pt x="8834" y="17979"/>
                    <a:pt x="8648" y="17938"/>
                  </a:cubicBezTo>
                  <a:cubicBezTo>
                    <a:pt x="8643" y="17937"/>
                    <a:pt x="8638" y="17936"/>
                    <a:pt x="8633" y="17936"/>
                  </a:cubicBezTo>
                  <a:cubicBezTo>
                    <a:pt x="8608" y="17936"/>
                    <a:pt x="8582" y="17949"/>
                    <a:pt x="8571" y="17972"/>
                  </a:cubicBezTo>
                  <a:lnTo>
                    <a:pt x="7375" y="19996"/>
                  </a:lnTo>
                  <a:lnTo>
                    <a:pt x="5972" y="19465"/>
                  </a:lnTo>
                  <a:lnTo>
                    <a:pt x="6422" y="17156"/>
                  </a:lnTo>
                  <a:cubicBezTo>
                    <a:pt x="6428" y="17128"/>
                    <a:pt x="6415" y="17093"/>
                    <a:pt x="6387" y="17080"/>
                  </a:cubicBezTo>
                  <a:cubicBezTo>
                    <a:pt x="6228" y="16984"/>
                    <a:pt x="6062" y="16886"/>
                    <a:pt x="5911" y="16783"/>
                  </a:cubicBezTo>
                  <a:lnTo>
                    <a:pt x="5883" y="16762"/>
                  </a:lnTo>
                  <a:cubicBezTo>
                    <a:pt x="5841" y="16735"/>
                    <a:pt x="5800" y="16707"/>
                    <a:pt x="5758" y="16679"/>
                  </a:cubicBezTo>
                  <a:cubicBezTo>
                    <a:pt x="5737" y="16665"/>
                    <a:pt x="5723" y="16652"/>
                    <a:pt x="5703" y="16637"/>
                  </a:cubicBezTo>
                  <a:lnTo>
                    <a:pt x="5662" y="16611"/>
                  </a:lnTo>
                  <a:cubicBezTo>
                    <a:pt x="5647" y="16596"/>
                    <a:pt x="5627" y="16582"/>
                    <a:pt x="5612" y="16569"/>
                  </a:cubicBezTo>
                  <a:cubicBezTo>
                    <a:pt x="5571" y="16541"/>
                    <a:pt x="5529" y="16506"/>
                    <a:pt x="5488" y="16480"/>
                  </a:cubicBezTo>
                  <a:lnTo>
                    <a:pt x="5468" y="16465"/>
                  </a:lnTo>
                  <a:cubicBezTo>
                    <a:pt x="5315" y="16347"/>
                    <a:pt x="5171" y="16223"/>
                    <a:pt x="5032" y="16098"/>
                  </a:cubicBezTo>
                  <a:cubicBezTo>
                    <a:pt x="5016" y="16087"/>
                    <a:pt x="5000" y="16079"/>
                    <a:pt x="4984" y="16079"/>
                  </a:cubicBezTo>
                  <a:cubicBezTo>
                    <a:pt x="4972" y="16079"/>
                    <a:pt x="4961" y="16083"/>
                    <a:pt x="4949" y="16091"/>
                  </a:cubicBezTo>
                  <a:lnTo>
                    <a:pt x="2903" y="17246"/>
                  </a:lnTo>
                  <a:lnTo>
                    <a:pt x="1950" y="16078"/>
                  </a:lnTo>
                  <a:lnTo>
                    <a:pt x="3497" y="14308"/>
                  </a:lnTo>
                  <a:cubicBezTo>
                    <a:pt x="3519" y="14288"/>
                    <a:pt x="3519" y="14254"/>
                    <a:pt x="3506" y="14225"/>
                  </a:cubicBezTo>
                  <a:cubicBezTo>
                    <a:pt x="3408" y="14059"/>
                    <a:pt x="3318" y="13894"/>
                    <a:pt x="3235" y="13728"/>
                  </a:cubicBezTo>
                  <a:lnTo>
                    <a:pt x="3222" y="13701"/>
                  </a:lnTo>
                  <a:cubicBezTo>
                    <a:pt x="3200" y="13651"/>
                    <a:pt x="3180" y="13610"/>
                    <a:pt x="3159" y="13562"/>
                  </a:cubicBezTo>
                  <a:cubicBezTo>
                    <a:pt x="3146" y="13542"/>
                    <a:pt x="3139" y="13520"/>
                    <a:pt x="3132" y="13500"/>
                  </a:cubicBezTo>
                  <a:lnTo>
                    <a:pt x="3111" y="13459"/>
                  </a:lnTo>
                  <a:cubicBezTo>
                    <a:pt x="3104" y="13437"/>
                    <a:pt x="3091" y="13418"/>
                    <a:pt x="3083" y="13396"/>
                  </a:cubicBezTo>
                  <a:cubicBezTo>
                    <a:pt x="3063" y="13348"/>
                    <a:pt x="3041" y="13300"/>
                    <a:pt x="3021" y="13252"/>
                  </a:cubicBezTo>
                  <a:lnTo>
                    <a:pt x="3015" y="13230"/>
                  </a:lnTo>
                  <a:cubicBezTo>
                    <a:pt x="2945" y="13058"/>
                    <a:pt x="2875" y="12878"/>
                    <a:pt x="2821" y="12698"/>
                  </a:cubicBezTo>
                  <a:cubicBezTo>
                    <a:pt x="2807" y="12671"/>
                    <a:pt x="2779" y="12650"/>
                    <a:pt x="2751" y="12650"/>
                  </a:cubicBezTo>
                  <a:lnTo>
                    <a:pt x="402" y="12630"/>
                  </a:lnTo>
                  <a:lnTo>
                    <a:pt x="160" y="11137"/>
                  </a:lnTo>
                  <a:lnTo>
                    <a:pt x="2386" y="10384"/>
                  </a:lnTo>
                  <a:cubicBezTo>
                    <a:pt x="2412" y="10369"/>
                    <a:pt x="2434" y="10342"/>
                    <a:pt x="2434" y="10314"/>
                  </a:cubicBezTo>
                  <a:cubicBezTo>
                    <a:pt x="2434" y="10120"/>
                    <a:pt x="2441" y="9934"/>
                    <a:pt x="2447" y="9747"/>
                  </a:cubicBezTo>
                  <a:lnTo>
                    <a:pt x="2454" y="9720"/>
                  </a:lnTo>
                  <a:cubicBezTo>
                    <a:pt x="2454" y="9664"/>
                    <a:pt x="2461" y="9616"/>
                    <a:pt x="2469" y="9561"/>
                  </a:cubicBezTo>
                  <a:lnTo>
                    <a:pt x="2469" y="9546"/>
                  </a:lnTo>
                  <a:lnTo>
                    <a:pt x="2469" y="9505"/>
                  </a:lnTo>
                  <a:lnTo>
                    <a:pt x="2475" y="9450"/>
                  </a:lnTo>
                  <a:cubicBezTo>
                    <a:pt x="2482" y="9430"/>
                    <a:pt x="2482" y="9402"/>
                    <a:pt x="2482" y="9380"/>
                  </a:cubicBezTo>
                  <a:cubicBezTo>
                    <a:pt x="2489" y="9332"/>
                    <a:pt x="2495" y="9284"/>
                    <a:pt x="2502" y="9229"/>
                  </a:cubicBezTo>
                  <a:lnTo>
                    <a:pt x="2502" y="9201"/>
                  </a:lnTo>
                  <a:cubicBezTo>
                    <a:pt x="2530" y="9015"/>
                    <a:pt x="2565" y="8828"/>
                    <a:pt x="2607" y="8649"/>
                  </a:cubicBezTo>
                  <a:cubicBezTo>
                    <a:pt x="2607" y="8614"/>
                    <a:pt x="2593" y="8586"/>
                    <a:pt x="2572" y="8566"/>
                  </a:cubicBezTo>
                  <a:lnTo>
                    <a:pt x="546" y="7376"/>
                  </a:lnTo>
                  <a:lnTo>
                    <a:pt x="1079" y="5966"/>
                  </a:lnTo>
                  <a:lnTo>
                    <a:pt x="3388" y="6423"/>
                  </a:lnTo>
                  <a:cubicBezTo>
                    <a:pt x="3392" y="6424"/>
                    <a:pt x="3397" y="6424"/>
                    <a:pt x="3402" y="6424"/>
                  </a:cubicBezTo>
                  <a:cubicBezTo>
                    <a:pt x="3426" y="6424"/>
                    <a:pt x="3452" y="6411"/>
                    <a:pt x="3464" y="6388"/>
                  </a:cubicBezTo>
                  <a:cubicBezTo>
                    <a:pt x="3554" y="6222"/>
                    <a:pt x="3657" y="6063"/>
                    <a:pt x="3761" y="5905"/>
                  </a:cubicBezTo>
                  <a:lnTo>
                    <a:pt x="3788" y="5864"/>
                  </a:lnTo>
                  <a:cubicBezTo>
                    <a:pt x="3809" y="5835"/>
                    <a:pt x="3822" y="5807"/>
                    <a:pt x="3844" y="5781"/>
                  </a:cubicBezTo>
                  <a:cubicBezTo>
                    <a:pt x="3851" y="5772"/>
                    <a:pt x="3851" y="5772"/>
                    <a:pt x="3857" y="5766"/>
                  </a:cubicBezTo>
                  <a:lnTo>
                    <a:pt x="3864" y="5752"/>
                  </a:lnTo>
                  <a:cubicBezTo>
                    <a:pt x="3879" y="5739"/>
                    <a:pt x="3892" y="5718"/>
                    <a:pt x="3905" y="5698"/>
                  </a:cubicBezTo>
                  <a:lnTo>
                    <a:pt x="3934" y="5663"/>
                  </a:lnTo>
                  <a:cubicBezTo>
                    <a:pt x="3940" y="5641"/>
                    <a:pt x="3953" y="5628"/>
                    <a:pt x="3968" y="5606"/>
                  </a:cubicBezTo>
                  <a:cubicBezTo>
                    <a:pt x="4003" y="5565"/>
                    <a:pt x="4030" y="5523"/>
                    <a:pt x="4065" y="5482"/>
                  </a:cubicBezTo>
                  <a:lnTo>
                    <a:pt x="4078" y="5469"/>
                  </a:lnTo>
                  <a:lnTo>
                    <a:pt x="4078" y="5462"/>
                  </a:lnTo>
                  <a:cubicBezTo>
                    <a:pt x="4196" y="5316"/>
                    <a:pt x="4313" y="5165"/>
                    <a:pt x="4444" y="5026"/>
                  </a:cubicBezTo>
                  <a:cubicBezTo>
                    <a:pt x="4466" y="5006"/>
                    <a:pt x="4466" y="4971"/>
                    <a:pt x="4451" y="4943"/>
                  </a:cubicBezTo>
                  <a:lnTo>
                    <a:pt x="3298" y="2898"/>
                  </a:lnTo>
                  <a:lnTo>
                    <a:pt x="4459" y="1944"/>
                  </a:lnTo>
                  <a:lnTo>
                    <a:pt x="6234" y="3491"/>
                  </a:lnTo>
                  <a:cubicBezTo>
                    <a:pt x="6247" y="3504"/>
                    <a:pt x="6264" y="3512"/>
                    <a:pt x="6282" y="3512"/>
                  </a:cubicBezTo>
                  <a:cubicBezTo>
                    <a:pt x="6294" y="3512"/>
                    <a:pt x="6306" y="3508"/>
                    <a:pt x="6317" y="3500"/>
                  </a:cubicBezTo>
                  <a:cubicBezTo>
                    <a:pt x="6476" y="3409"/>
                    <a:pt x="6649" y="3319"/>
                    <a:pt x="6815" y="3236"/>
                  </a:cubicBezTo>
                  <a:lnTo>
                    <a:pt x="6823" y="3229"/>
                  </a:lnTo>
                  <a:lnTo>
                    <a:pt x="6843" y="3223"/>
                  </a:lnTo>
                  <a:cubicBezTo>
                    <a:pt x="6884" y="3201"/>
                    <a:pt x="6933" y="3175"/>
                    <a:pt x="6981" y="3153"/>
                  </a:cubicBezTo>
                  <a:cubicBezTo>
                    <a:pt x="7002" y="3146"/>
                    <a:pt x="7022" y="3140"/>
                    <a:pt x="7044" y="3127"/>
                  </a:cubicBezTo>
                  <a:lnTo>
                    <a:pt x="7079" y="3112"/>
                  </a:lnTo>
                  <a:cubicBezTo>
                    <a:pt x="7098" y="3098"/>
                    <a:pt x="7127" y="3092"/>
                    <a:pt x="7147" y="3077"/>
                  </a:cubicBezTo>
                  <a:lnTo>
                    <a:pt x="7175" y="3070"/>
                  </a:lnTo>
                  <a:cubicBezTo>
                    <a:pt x="7203" y="3057"/>
                    <a:pt x="7230" y="3044"/>
                    <a:pt x="7264" y="3029"/>
                  </a:cubicBezTo>
                  <a:lnTo>
                    <a:pt x="7312" y="3009"/>
                  </a:lnTo>
                  <a:cubicBezTo>
                    <a:pt x="7487" y="2939"/>
                    <a:pt x="7666" y="2878"/>
                    <a:pt x="7845" y="2815"/>
                  </a:cubicBezTo>
                  <a:cubicBezTo>
                    <a:pt x="7873" y="2808"/>
                    <a:pt x="7893" y="2780"/>
                    <a:pt x="7893" y="2745"/>
                  </a:cubicBezTo>
                  <a:lnTo>
                    <a:pt x="7915" y="396"/>
                  </a:lnTo>
                  <a:lnTo>
                    <a:pt x="9401" y="154"/>
                  </a:lnTo>
                  <a:close/>
                  <a:moveTo>
                    <a:pt x="9455" y="0"/>
                  </a:moveTo>
                  <a:cubicBezTo>
                    <a:pt x="9451" y="0"/>
                    <a:pt x="9447" y="1"/>
                    <a:pt x="9442" y="1"/>
                  </a:cubicBezTo>
                  <a:lnTo>
                    <a:pt x="7832" y="265"/>
                  </a:lnTo>
                  <a:cubicBezTo>
                    <a:pt x="7797" y="272"/>
                    <a:pt x="7769" y="298"/>
                    <a:pt x="7769" y="333"/>
                  </a:cubicBezTo>
                  <a:lnTo>
                    <a:pt x="7749" y="2690"/>
                  </a:lnTo>
                  <a:cubicBezTo>
                    <a:pt x="7583" y="2745"/>
                    <a:pt x="7417" y="2808"/>
                    <a:pt x="7258" y="2878"/>
                  </a:cubicBezTo>
                  <a:lnTo>
                    <a:pt x="7210" y="2898"/>
                  </a:lnTo>
                  <a:cubicBezTo>
                    <a:pt x="7175" y="2911"/>
                    <a:pt x="7147" y="2919"/>
                    <a:pt x="7113" y="2932"/>
                  </a:cubicBezTo>
                  <a:cubicBezTo>
                    <a:pt x="7113" y="2939"/>
                    <a:pt x="7105" y="2939"/>
                    <a:pt x="7098" y="2939"/>
                  </a:cubicBezTo>
                  <a:lnTo>
                    <a:pt x="7085" y="2946"/>
                  </a:lnTo>
                  <a:cubicBezTo>
                    <a:pt x="7064" y="2961"/>
                    <a:pt x="7044" y="2967"/>
                    <a:pt x="7022" y="2974"/>
                  </a:cubicBezTo>
                  <a:lnTo>
                    <a:pt x="6981" y="2994"/>
                  </a:lnTo>
                  <a:cubicBezTo>
                    <a:pt x="6961" y="3002"/>
                    <a:pt x="6939" y="3015"/>
                    <a:pt x="6919" y="3022"/>
                  </a:cubicBezTo>
                  <a:cubicBezTo>
                    <a:pt x="6871" y="3044"/>
                    <a:pt x="6823" y="3070"/>
                    <a:pt x="6773" y="3092"/>
                  </a:cubicBezTo>
                  <a:lnTo>
                    <a:pt x="6753" y="3105"/>
                  </a:lnTo>
                  <a:cubicBezTo>
                    <a:pt x="6594" y="3181"/>
                    <a:pt x="6442" y="3264"/>
                    <a:pt x="6291" y="3347"/>
                  </a:cubicBezTo>
                  <a:lnTo>
                    <a:pt x="4514" y="1800"/>
                  </a:lnTo>
                  <a:cubicBezTo>
                    <a:pt x="4500" y="1785"/>
                    <a:pt x="4483" y="1778"/>
                    <a:pt x="4465" y="1778"/>
                  </a:cubicBezTo>
                  <a:cubicBezTo>
                    <a:pt x="4448" y="1778"/>
                    <a:pt x="4431" y="1785"/>
                    <a:pt x="4418" y="1800"/>
                  </a:cubicBezTo>
                  <a:lnTo>
                    <a:pt x="3152" y="2821"/>
                  </a:lnTo>
                  <a:cubicBezTo>
                    <a:pt x="3124" y="2850"/>
                    <a:pt x="3117" y="2884"/>
                    <a:pt x="3139" y="2919"/>
                  </a:cubicBezTo>
                  <a:lnTo>
                    <a:pt x="4300" y="4971"/>
                  </a:lnTo>
                  <a:cubicBezTo>
                    <a:pt x="4182" y="5102"/>
                    <a:pt x="4071" y="5233"/>
                    <a:pt x="3962" y="5373"/>
                  </a:cubicBezTo>
                  <a:lnTo>
                    <a:pt x="3947" y="5392"/>
                  </a:lnTo>
                  <a:cubicBezTo>
                    <a:pt x="3912" y="5434"/>
                    <a:pt x="3885" y="5475"/>
                    <a:pt x="3851" y="5523"/>
                  </a:cubicBezTo>
                  <a:cubicBezTo>
                    <a:pt x="3837" y="5538"/>
                    <a:pt x="3822" y="5558"/>
                    <a:pt x="3816" y="5573"/>
                  </a:cubicBezTo>
                  <a:lnTo>
                    <a:pt x="3781" y="5615"/>
                  </a:lnTo>
                  <a:cubicBezTo>
                    <a:pt x="3768" y="5635"/>
                    <a:pt x="3761" y="5656"/>
                    <a:pt x="3746" y="5669"/>
                  </a:cubicBezTo>
                  <a:lnTo>
                    <a:pt x="3733" y="5683"/>
                  </a:lnTo>
                  <a:cubicBezTo>
                    <a:pt x="3733" y="5683"/>
                    <a:pt x="3733" y="5689"/>
                    <a:pt x="3726" y="5698"/>
                  </a:cubicBezTo>
                  <a:cubicBezTo>
                    <a:pt x="3705" y="5724"/>
                    <a:pt x="3685" y="5752"/>
                    <a:pt x="3663" y="5781"/>
                  </a:cubicBezTo>
                  <a:lnTo>
                    <a:pt x="3643" y="5822"/>
                  </a:lnTo>
                  <a:cubicBezTo>
                    <a:pt x="3539" y="5966"/>
                    <a:pt x="3449" y="6119"/>
                    <a:pt x="3360" y="6270"/>
                  </a:cubicBezTo>
                  <a:lnTo>
                    <a:pt x="1044" y="5814"/>
                  </a:lnTo>
                  <a:cubicBezTo>
                    <a:pt x="1039" y="5813"/>
                    <a:pt x="1033" y="5812"/>
                    <a:pt x="1028" y="5812"/>
                  </a:cubicBezTo>
                  <a:cubicBezTo>
                    <a:pt x="999" y="5812"/>
                    <a:pt x="975" y="5827"/>
                    <a:pt x="968" y="5855"/>
                  </a:cubicBezTo>
                  <a:lnTo>
                    <a:pt x="387" y="7383"/>
                  </a:lnTo>
                  <a:cubicBezTo>
                    <a:pt x="374" y="7411"/>
                    <a:pt x="387" y="7453"/>
                    <a:pt x="415" y="7466"/>
                  </a:cubicBezTo>
                  <a:lnTo>
                    <a:pt x="2447" y="8668"/>
                  </a:lnTo>
                  <a:cubicBezTo>
                    <a:pt x="2412" y="8834"/>
                    <a:pt x="2386" y="9015"/>
                    <a:pt x="2364" y="9181"/>
                  </a:cubicBezTo>
                  <a:lnTo>
                    <a:pt x="2358" y="9208"/>
                  </a:lnTo>
                  <a:cubicBezTo>
                    <a:pt x="2351" y="9264"/>
                    <a:pt x="2344" y="9312"/>
                    <a:pt x="2336" y="9367"/>
                  </a:cubicBezTo>
                  <a:cubicBezTo>
                    <a:pt x="2336" y="9388"/>
                    <a:pt x="2336" y="9408"/>
                    <a:pt x="2330" y="9436"/>
                  </a:cubicBezTo>
                  <a:lnTo>
                    <a:pt x="2323" y="9491"/>
                  </a:lnTo>
                  <a:lnTo>
                    <a:pt x="2323" y="9533"/>
                  </a:lnTo>
                  <a:lnTo>
                    <a:pt x="2323" y="9554"/>
                  </a:lnTo>
                  <a:cubicBezTo>
                    <a:pt x="2316" y="9602"/>
                    <a:pt x="2310" y="9657"/>
                    <a:pt x="2310" y="9705"/>
                  </a:cubicBezTo>
                  <a:lnTo>
                    <a:pt x="2310" y="9720"/>
                  </a:lnTo>
                  <a:cubicBezTo>
                    <a:pt x="2310" y="9727"/>
                    <a:pt x="2303" y="9727"/>
                    <a:pt x="2303" y="9733"/>
                  </a:cubicBezTo>
                  <a:cubicBezTo>
                    <a:pt x="2295" y="9906"/>
                    <a:pt x="2288" y="10085"/>
                    <a:pt x="2288" y="10259"/>
                  </a:cubicBezTo>
                  <a:lnTo>
                    <a:pt x="55" y="11019"/>
                  </a:lnTo>
                  <a:cubicBezTo>
                    <a:pt x="22" y="11032"/>
                    <a:pt x="1" y="11067"/>
                    <a:pt x="7" y="11102"/>
                  </a:cubicBezTo>
                  <a:lnTo>
                    <a:pt x="263" y="12713"/>
                  </a:lnTo>
                  <a:cubicBezTo>
                    <a:pt x="271" y="12747"/>
                    <a:pt x="304" y="12767"/>
                    <a:pt x="339" y="12774"/>
                  </a:cubicBezTo>
                  <a:lnTo>
                    <a:pt x="2696" y="12795"/>
                  </a:lnTo>
                  <a:cubicBezTo>
                    <a:pt x="2751" y="12961"/>
                    <a:pt x="2814" y="13121"/>
                    <a:pt x="2875" y="13286"/>
                  </a:cubicBezTo>
                  <a:lnTo>
                    <a:pt x="2890" y="13313"/>
                  </a:lnTo>
                  <a:cubicBezTo>
                    <a:pt x="2910" y="13354"/>
                    <a:pt x="2932" y="13403"/>
                    <a:pt x="2952" y="13452"/>
                  </a:cubicBezTo>
                  <a:cubicBezTo>
                    <a:pt x="2958" y="13472"/>
                    <a:pt x="2966" y="13500"/>
                    <a:pt x="2980" y="13520"/>
                  </a:cubicBezTo>
                  <a:lnTo>
                    <a:pt x="3000" y="13562"/>
                  </a:lnTo>
                  <a:cubicBezTo>
                    <a:pt x="3008" y="13583"/>
                    <a:pt x="3015" y="13603"/>
                    <a:pt x="3028" y="13625"/>
                  </a:cubicBezTo>
                  <a:cubicBezTo>
                    <a:pt x="3049" y="13673"/>
                    <a:pt x="3069" y="13721"/>
                    <a:pt x="3098" y="13763"/>
                  </a:cubicBezTo>
                  <a:lnTo>
                    <a:pt x="3104" y="13791"/>
                  </a:lnTo>
                  <a:cubicBezTo>
                    <a:pt x="3180" y="13942"/>
                    <a:pt x="3263" y="14101"/>
                    <a:pt x="3353" y="14254"/>
                  </a:cubicBezTo>
                  <a:lnTo>
                    <a:pt x="1797" y="16030"/>
                  </a:lnTo>
                  <a:cubicBezTo>
                    <a:pt x="1777" y="16057"/>
                    <a:pt x="1777" y="16098"/>
                    <a:pt x="1797" y="16126"/>
                  </a:cubicBezTo>
                  <a:lnTo>
                    <a:pt x="2827" y="17384"/>
                  </a:lnTo>
                  <a:cubicBezTo>
                    <a:pt x="2842" y="17403"/>
                    <a:pt x="2865" y="17412"/>
                    <a:pt x="2887" y="17412"/>
                  </a:cubicBezTo>
                  <a:cubicBezTo>
                    <a:pt x="2898" y="17412"/>
                    <a:pt x="2908" y="17410"/>
                    <a:pt x="2917" y="17405"/>
                  </a:cubicBezTo>
                  <a:lnTo>
                    <a:pt x="4970" y="16244"/>
                  </a:lnTo>
                  <a:cubicBezTo>
                    <a:pt x="5101" y="16355"/>
                    <a:pt x="5239" y="16471"/>
                    <a:pt x="5378" y="16576"/>
                  </a:cubicBezTo>
                  <a:lnTo>
                    <a:pt x="5398" y="16596"/>
                  </a:lnTo>
                  <a:cubicBezTo>
                    <a:pt x="5440" y="16624"/>
                    <a:pt x="5481" y="16659"/>
                    <a:pt x="5523" y="16687"/>
                  </a:cubicBezTo>
                  <a:cubicBezTo>
                    <a:pt x="5544" y="16700"/>
                    <a:pt x="5557" y="16713"/>
                    <a:pt x="5579" y="16728"/>
                  </a:cubicBezTo>
                  <a:lnTo>
                    <a:pt x="5621" y="16755"/>
                  </a:lnTo>
                  <a:cubicBezTo>
                    <a:pt x="5634" y="16770"/>
                    <a:pt x="5654" y="16783"/>
                    <a:pt x="5675" y="16796"/>
                  </a:cubicBezTo>
                  <a:cubicBezTo>
                    <a:pt x="5717" y="16825"/>
                    <a:pt x="5758" y="16859"/>
                    <a:pt x="5800" y="16886"/>
                  </a:cubicBezTo>
                  <a:lnTo>
                    <a:pt x="5828" y="16901"/>
                  </a:lnTo>
                  <a:cubicBezTo>
                    <a:pt x="5972" y="16997"/>
                    <a:pt x="6118" y="17093"/>
                    <a:pt x="6269" y="17176"/>
                  </a:cubicBezTo>
                  <a:lnTo>
                    <a:pt x="5813" y="19492"/>
                  </a:lnTo>
                  <a:cubicBezTo>
                    <a:pt x="5806" y="19527"/>
                    <a:pt x="5828" y="19562"/>
                    <a:pt x="5861" y="19575"/>
                  </a:cubicBezTo>
                  <a:lnTo>
                    <a:pt x="7382" y="20155"/>
                  </a:lnTo>
                  <a:cubicBezTo>
                    <a:pt x="7391" y="20159"/>
                    <a:pt x="7400" y="20161"/>
                    <a:pt x="7409" y="20161"/>
                  </a:cubicBezTo>
                  <a:cubicBezTo>
                    <a:pt x="7434" y="20161"/>
                    <a:pt x="7457" y="20146"/>
                    <a:pt x="7472" y="20121"/>
                  </a:cubicBezTo>
                  <a:lnTo>
                    <a:pt x="8668" y="18089"/>
                  </a:lnTo>
                  <a:cubicBezTo>
                    <a:pt x="8840" y="18123"/>
                    <a:pt x="9013" y="18158"/>
                    <a:pt x="9187" y="18180"/>
                  </a:cubicBezTo>
                  <a:lnTo>
                    <a:pt x="9213" y="18186"/>
                  </a:lnTo>
                  <a:cubicBezTo>
                    <a:pt x="9261" y="18193"/>
                    <a:pt x="9318" y="18200"/>
                    <a:pt x="9373" y="18200"/>
                  </a:cubicBezTo>
                  <a:cubicBezTo>
                    <a:pt x="9394" y="18206"/>
                    <a:pt x="9414" y="18206"/>
                    <a:pt x="9442" y="18206"/>
                  </a:cubicBezTo>
                  <a:lnTo>
                    <a:pt x="9484" y="18213"/>
                  </a:lnTo>
                  <a:cubicBezTo>
                    <a:pt x="9504" y="18213"/>
                    <a:pt x="9532" y="18221"/>
                    <a:pt x="9552" y="18221"/>
                  </a:cubicBezTo>
                  <a:cubicBezTo>
                    <a:pt x="9608" y="18228"/>
                    <a:pt x="9656" y="18228"/>
                    <a:pt x="9711" y="18235"/>
                  </a:cubicBezTo>
                  <a:lnTo>
                    <a:pt x="9739" y="18235"/>
                  </a:lnTo>
                  <a:cubicBezTo>
                    <a:pt x="9912" y="18248"/>
                    <a:pt x="10084" y="18254"/>
                    <a:pt x="10265" y="18254"/>
                  </a:cubicBezTo>
                  <a:lnTo>
                    <a:pt x="11025" y="20487"/>
                  </a:lnTo>
                  <a:cubicBezTo>
                    <a:pt x="11031" y="20515"/>
                    <a:pt x="11066" y="20535"/>
                    <a:pt x="11094" y="20535"/>
                  </a:cubicBezTo>
                  <a:lnTo>
                    <a:pt x="11108" y="20535"/>
                  </a:lnTo>
                  <a:lnTo>
                    <a:pt x="12712" y="20273"/>
                  </a:lnTo>
                  <a:cubicBezTo>
                    <a:pt x="12745" y="20267"/>
                    <a:pt x="12773" y="20238"/>
                    <a:pt x="12773" y="20204"/>
                  </a:cubicBezTo>
                  <a:lnTo>
                    <a:pt x="12795" y="17848"/>
                  </a:lnTo>
                  <a:cubicBezTo>
                    <a:pt x="12961" y="17792"/>
                    <a:pt x="13126" y="17730"/>
                    <a:pt x="13284" y="17661"/>
                  </a:cubicBezTo>
                  <a:lnTo>
                    <a:pt x="13334" y="17647"/>
                  </a:lnTo>
                  <a:cubicBezTo>
                    <a:pt x="13367" y="17632"/>
                    <a:pt x="13395" y="17619"/>
                    <a:pt x="13430" y="17606"/>
                  </a:cubicBezTo>
                  <a:cubicBezTo>
                    <a:pt x="13437" y="17599"/>
                    <a:pt x="13437" y="17599"/>
                    <a:pt x="13443" y="17599"/>
                  </a:cubicBezTo>
                  <a:lnTo>
                    <a:pt x="13458" y="17591"/>
                  </a:lnTo>
                  <a:cubicBezTo>
                    <a:pt x="13478" y="17584"/>
                    <a:pt x="13500" y="17571"/>
                    <a:pt x="13520" y="17564"/>
                  </a:cubicBezTo>
                  <a:lnTo>
                    <a:pt x="13561" y="17543"/>
                  </a:lnTo>
                  <a:cubicBezTo>
                    <a:pt x="13583" y="17536"/>
                    <a:pt x="13602" y="17523"/>
                    <a:pt x="13624" y="17516"/>
                  </a:cubicBezTo>
                  <a:cubicBezTo>
                    <a:pt x="13672" y="17495"/>
                    <a:pt x="13720" y="17467"/>
                    <a:pt x="13768" y="17447"/>
                  </a:cubicBezTo>
                  <a:lnTo>
                    <a:pt x="13790" y="17440"/>
                  </a:lnTo>
                  <a:cubicBezTo>
                    <a:pt x="13790" y="17440"/>
                    <a:pt x="13790" y="17433"/>
                    <a:pt x="13797" y="17433"/>
                  </a:cubicBezTo>
                  <a:cubicBezTo>
                    <a:pt x="13947" y="17357"/>
                    <a:pt x="14107" y="17274"/>
                    <a:pt x="14259" y="17191"/>
                  </a:cubicBezTo>
                  <a:lnTo>
                    <a:pt x="16036" y="18739"/>
                  </a:lnTo>
                  <a:cubicBezTo>
                    <a:pt x="16046" y="18754"/>
                    <a:pt x="16063" y="18761"/>
                    <a:pt x="16081" y="18761"/>
                  </a:cubicBezTo>
                  <a:cubicBezTo>
                    <a:pt x="16096" y="18761"/>
                    <a:pt x="16112" y="18756"/>
                    <a:pt x="16125" y="18745"/>
                  </a:cubicBezTo>
                  <a:lnTo>
                    <a:pt x="17389" y="17715"/>
                  </a:lnTo>
                  <a:cubicBezTo>
                    <a:pt x="17418" y="17689"/>
                    <a:pt x="17424" y="17654"/>
                    <a:pt x="17404" y="17619"/>
                  </a:cubicBezTo>
                  <a:lnTo>
                    <a:pt x="16243" y="15567"/>
                  </a:lnTo>
                  <a:cubicBezTo>
                    <a:pt x="16361" y="15435"/>
                    <a:pt x="16470" y="15304"/>
                    <a:pt x="16582" y="15166"/>
                  </a:cubicBezTo>
                  <a:lnTo>
                    <a:pt x="16582" y="15159"/>
                  </a:lnTo>
                  <a:lnTo>
                    <a:pt x="16595" y="15144"/>
                  </a:lnTo>
                  <a:cubicBezTo>
                    <a:pt x="16630" y="15103"/>
                    <a:pt x="16658" y="15061"/>
                    <a:pt x="16693" y="15020"/>
                  </a:cubicBezTo>
                  <a:cubicBezTo>
                    <a:pt x="16706" y="15000"/>
                    <a:pt x="16719" y="14978"/>
                    <a:pt x="16734" y="14965"/>
                  </a:cubicBezTo>
                  <a:lnTo>
                    <a:pt x="16754" y="14924"/>
                  </a:lnTo>
                  <a:cubicBezTo>
                    <a:pt x="16776" y="14910"/>
                    <a:pt x="16789" y="14889"/>
                    <a:pt x="16802" y="14869"/>
                  </a:cubicBezTo>
                  <a:lnTo>
                    <a:pt x="16809" y="14854"/>
                  </a:lnTo>
                  <a:cubicBezTo>
                    <a:pt x="16809" y="14854"/>
                    <a:pt x="16817" y="14847"/>
                    <a:pt x="16817" y="14841"/>
                  </a:cubicBezTo>
                  <a:cubicBezTo>
                    <a:pt x="16837" y="14813"/>
                    <a:pt x="16859" y="14786"/>
                    <a:pt x="16879" y="14758"/>
                  </a:cubicBezTo>
                  <a:lnTo>
                    <a:pt x="16907" y="14716"/>
                  </a:lnTo>
                  <a:cubicBezTo>
                    <a:pt x="17003" y="14572"/>
                    <a:pt x="17092" y="14419"/>
                    <a:pt x="17182" y="14267"/>
                  </a:cubicBezTo>
                  <a:lnTo>
                    <a:pt x="19498" y="14723"/>
                  </a:lnTo>
                  <a:cubicBezTo>
                    <a:pt x="19503" y="14724"/>
                    <a:pt x="19509" y="14725"/>
                    <a:pt x="19515" y="14725"/>
                  </a:cubicBezTo>
                  <a:cubicBezTo>
                    <a:pt x="19543" y="14725"/>
                    <a:pt x="19570" y="14711"/>
                    <a:pt x="19581" y="14682"/>
                  </a:cubicBezTo>
                  <a:lnTo>
                    <a:pt x="20155" y="13162"/>
                  </a:lnTo>
                  <a:cubicBezTo>
                    <a:pt x="20168" y="13127"/>
                    <a:pt x="20155" y="13086"/>
                    <a:pt x="20126" y="13071"/>
                  </a:cubicBezTo>
                  <a:lnTo>
                    <a:pt x="18094" y="11868"/>
                  </a:lnTo>
                  <a:cubicBezTo>
                    <a:pt x="18129" y="11702"/>
                    <a:pt x="18157" y="11530"/>
                    <a:pt x="18186" y="11357"/>
                  </a:cubicBezTo>
                  <a:lnTo>
                    <a:pt x="18186" y="11329"/>
                  </a:lnTo>
                  <a:cubicBezTo>
                    <a:pt x="18192" y="11274"/>
                    <a:pt x="18199" y="11226"/>
                    <a:pt x="18206" y="11172"/>
                  </a:cubicBezTo>
                  <a:cubicBezTo>
                    <a:pt x="18206" y="11150"/>
                    <a:pt x="18212" y="11130"/>
                    <a:pt x="18212" y="11102"/>
                  </a:cubicBezTo>
                  <a:lnTo>
                    <a:pt x="18219" y="11060"/>
                  </a:lnTo>
                  <a:cubicBezTo>
                    <a:pt x="18219" y="11032"/>
                    <a:pt x="18219" y="11012"/>
                    <a:pt x="18227" y="10984"/>
                  </a:cubicBezTo>
                  <a:cubicBezTo>
                    <a:pt x="18227" y="10936"/>
                    <a:pt x="18234" y="10881"/>
                    <a:pt x="18234" y="10832"/>
                  </a:cubicBezTo>
                  <a:lnTo>
                    <a:pt x="18240" y="10783"/>
                  </a:lnTo>
                  <a:lnTo>
                    <a:pt x="18240" y="10764"/>
                  </a:lnTo>
                  <a:cubicBezTo>
                    <a:pt x="18254" y="10604"/>
                    <a:pt x="18254" y="10445"/>
                    <a:pt x="18254" y="10279"/>
                  </a:cubicBezTo>
                  <a:lnTo>
                    <a:pt x="20486" y="9519"/>
                  </a:lnTo>
                  <a:cubicBezTo>
                    <a:pt x="20521" y="9505"/>
                    <a:pt x="20541" y="9471"/>
                    <a:pt x="20534" y="9436"/>
                  </a:cubicBezTo>
                  <a:lnTo>
                    <a:pt x="20279" y="7826"/>
                  </a:lnTo>
                  <a:cubicBezTo>
                    <a:pt x="20272" y="7791"/>
                    <a:pt x="20244" y="7771"/>
                    <a:pt x="20209" y="7771"/>
                  </a:cubicBezTo>
                  <a:lnTo>
                    <a:pt x="17846" y="7750"/>
                  </a:lnTo>
                  <a:cubicBezTo>
                    <a:pt x="17791" y="7577"/>
                    <a:pt x="17729" y="7418"/>
                    <a:pt x="17666" y="7252"/>
                  </a:cubicBezTo>
                  <a:cubicBezTo>
                    <a:pt x="17666" y="7252"/>
                    <a:pt x="17660" y="7245"/>
                    <a:pt x="17660" y="7239"/>
                  </a:cubicBezTo>
                  <a:lnTo>
                    <a:pt x="17653" y="7232"/>
                  </a:lnTo>
                  <a:cubicBezTo>
                    <a:pt x="17632" y="7182"/>
                    <a:pt x="17618" y="7134"/>
                    <a:pt x="17590" y="7086"/>
                  </a:cubicBezTo>
                  <a:cubicBezTo>
                    <a:pt x="17583" y="7066"/>
                    <a:pt x="17577" y="7038"/>
                    <a:pt x="17564" y="7016"/>
                  </a:cubicBezTo>
                  <a:lnTo>
                    <a:pt x="17549" y="6983"/>
                  </a:lnTo>
                  <a:cubicBezTo>
                    <a:pt x="17535" y="6962"/>
                    <a:pt x="17529" y="6933"/>
                    <a:pt x="17522" y="6914"/>
                  </a:cubicBezTo>
                  <a:cubicBezTo>
                    <a:pt x="17494" y="6865"/>
                    <a:pt x="17472" y="6824"/>
                    <a:pt x="17452" y="6776"/>
                  </a:cubicBezTo>
                  <a:lnTo>
                    <a:pt x="17431" y="6734"/>
                  </a:lnTo>
                  <a:cubicBezTo>
                    <a:pt x="17424" y="6726"/>
                    <a:pt x="17424" y="6719"/>
                    <a:pt x="17418" y="6713"/>
                  </a:cubicBezTo>
                  <a:cubicBezTo>
                    <a:pt x="17348" y="6568"/>
                    <a:pt x="17273" y="6429"/>
                    <a:pt x="17190" y="6285"/>
                  </a:cubicBezTo>
                  <a:lnTo>
                    <a:pt x="18745" y="4508"/>
                  </a:lnTo>
                  <a:cubicBezTo>
                    <a:pt x="18766" y="4480"/>
                    <a:pt x="18766" y="4439"/>
                    <a:pt x="18745" y="4419"/>
                  </a:cubicBezTo>
                  <a:lnTo>
                    <a:pt x="17715" y="3153"/>
                  </a:lnTo>
                  <a:cubicBezTo>
                    <a:pt x="17701" y="3135"/>
                    <a:pt x="17678" y="3126"/>
                    <a:pt x="17656" y="3126"/>
                  </a:cubicBezTo>
                  <a:cubicBezTo>
                    <a:pt x="17645" y="3126"/>
                    <a:pt x="17634" y="3128"/>
                    <a:pt x="17625" y="3133"/>
                  </a:cubicBezTo>
                  <a:lnTo>
                    <a:pt x="15573" y="4294"/>
                  </a:lnTo>
                  <a:cubicBezTo>
                    <a:pt x="15440" y="4183"/>
                    <a:pt x="15303" y="4065"/>
                    <a:pt x="15165" y="3963"/>
                  </a:cubicBezTo>
                  <a:lnTo>
                    <a:pt x="15143" y="3941"/>
                  </a:lnTo>
                  <a:cubicBezTo>
                    <a:pt x="15102" y="3914"/>
                    <a:pt x="15061" y="3880"/>
                    <a:pt x="15019" y="3851"/>
                  </a:cubicBezTo>
                  <a:cubicBezTo>
                    <a:pt x="14999" y="3838"/>
                    <a:pt x="14984" y="3823"/>
                    <a:pt x="14964" y="3810"/>
                  </a:cubicBezTo>
                  <a:lnTo>
                    <a:pt x="14929" y="3782"/>
                  </a:lnTo>
                  <a:cubicBezTo>
                    <a:pt x="14910" y="3769"/>
                    <a:pt x="14888" y="3755"/>
                    <a:pt x="14868" y="3740"/>
                  </a:cubicBezTo>
                  <a:cubicBezTo>
                    <a:pt x="14827" y="3714"/>
                    <a:pt x="14785" y="3679"/>
                    <a:pt x="14744" y="3651"/>
                  </a:cubicBezTo>
                  <a:lnTo>
                    <a:pt x="14715" y="3637"/>
                  </a:lnTo>
                  <a:cubicBezTo>
                    <a:pt x="14570" y="3541"/>
                    <a:pt x="14425" y="3443"/>
                    <a:pt x="14273" y="3360"/>
                  </a:cubicBezTo>
                  <a:lnTo>
                    <a:pt x="14729" y="1045"/>
                  </a:lnTo>
                  <a:cubicBezTo>
                    <a:pt x="14735" y="1012"/>
                    <a:pt x="14715" y="977"/>
                    <a:pt x="14681" y="962"/>
                  </a:cubicBezTo>
                  <a:lnTo>
                    <a:pt x="13160" y="381"/>
                  </a:lnTo>
                  <a:cubicBezTo>
                    <a:pt x="13151" y="378"/>
                    <a:pt x="13142" y="376"/>
                    <a:pt x="13134" y="376"/>
                  </a:cubicBezTo>
                  <a:cubicBezTo>
                    <a:pt x="13109" y="376"/>
                    <a:pt x="13086" y="390"/>
                    <a:pt x="13070" y="416"/>
                  </a:cubicBezTo>
                  <a:lnTo>
                    <a:pt x="11874" y="2448"/>
                  </a:lnTo>
                  <a:cubicBezTo>
                    <a:pt x="11778" y="2428"/>
                    <a:pt x="11682" y="2407"/>
                    <a:pt x="11592" y="2393"/>
                  </a:cubicBezTo>
                  <a:cubicBezTo>
                    <a:pt x="11522" y="2380"/>
                    <a:pt x="11446" y="2372"/>
                    <a:pt x="11356" y="2359"/>
                  </a:cubicBezTo>
                  <a:lnTo>
                    <a:pt x="11328" y="2352"/>
                  </a:lnTo>
                  <a:cubicBezTo>
                    <a:pt x="11280" y="2345"/>
                    <a:pt x="11225" y="2345"/>
                    <a:pt x="11177" y="2339"/>
                  </a:cubicBezTo>
                  <a:cubicBezTo>
                    <a:pt x="11149" y="2330"/>
                    <a:pt x="11128" y="2330"/>
                    <a:pt x="11108" y="2330"/>
                  </a:cubicBezTo>
                  <a:lnTo>
                    <a:pt x="11060" y="2324"/>
                  </a:lnTo>
                  <a:cubicBezTo>
                    <a:pt x="11038" y="2324"/>
                    <a:pt x="11011" y="2317"/>
                    <a:pt x="10990" y="2317"/>
                  </a:cubicBezTo>
                  <a:cubicBezTo>
                    <a:pt x="10935" y="2310"/>
                    <a:pt x="10887" y="2310"/>
                    <a:pt x="10831" y="2304"/>
                  </a:cubicBezTo>
                  <a:lnTo>
                    <a:pt x="10804" y="2304"/>
                  </a:lnTo>
                  <a:cubicBezTo>
                    <a:pt x="10630" y="2289"/>
                    <a:pt x="10457" y="2282"/>
                    <a:pt x="10285" y="2282"/>
                  </a:cubicBezTo>
                  <a:lnTo>
                    <a:pt x="9519" y="50"/>
                  </a:lnTo>
                  <a:cubicBezTo>
                    <a:pt x="9511" y="20"/>
                    <a:pt x="9485" y="0"/>
                    <a:pt x="94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7" name="Google Shape;16557;p46"/>
            <p:cNvSpPr/>
            <p:nvPr/>
          </p:nvSpPr>
          <p:spPr>
            <a:xfrm>
              <a:off x="7033950" y="-293650"/>
              <a:ext cx="2687391" cy="2688118"/>
            </a:xfrm>
            <a:custGeom>
              <a:rect b="b" l="l" r="r" t="t"/>
              <a:pathLst>
                <a:path extrusionOk="0" h="25884" w="25877">
                  <a:moveTo>
                    <a:pt x="12939" y="77"/>
                  </a:moveTo>
                  <a:cubicBezTo>
                    <a:pt x="20037" y="77"/>
                    <a:pt x="25807" y="5848"/>
                    <a:pt x="25807" y="12946"/>
                  </a:cubicBezTo>
                  <a:cubicBezTo>
                    <a:pt x="25807" y="20037"/>
                    <a:pt x="20037" y="25808"/>
                    <a:pt x="12939" y="25808"/>
                  </a:cubicBezTo>
                  <a:cubicBezTo>
                    <a:pt x="5847" y="25808"/>
                    <a:pt x="77" y="20037"/>
                    <a:pt x="77" y="12946"/>
                  </a:cubicBezTo>
                  <a:cubicBezTo>
                    <a:pt x="77" y="5848"/>
                    <a:pt x="5847" y="77"/>
                    <a:pt x="12939" y="77"/>
                  </a:cubicBezTo>
                  <a:close/>
                  <a:moveTo>
                    <a:pt x="12939" y="1"/>
                  </a:moveTo>
                  <a:cubicBezTo>
                    <a:pt x="11190" y="1"/>
                    <a:pt x="9497" y="346"/>
                    <a:pt x="7899" y="1022"/>
                  </a:cubicBezTo>
                  <a:cubicBezTo>
                    <a:pt x="6358" y="1673"/>
                    <a:pt x="4977" y="2606"/>
                    <a:pt x="3787" y="3794"/>
                  </a:cubicBezTo>
                  <a:cubicBezTo>
                    <a:pt x="2598" y="4983"/>
                    <a:pt x="1666" y="6365"/>
                    <a:pt x="1015" y="7906"/>
                  </a:cubicBezTo>
                  <a:cubicBezTo>
                    <a:pt x="339" y="9504"/>
                    <a:pt x="0" y="11197"/>
                    <a:pt x="0" y="12946"/>
                  </a:cubicBezTo>
                  <a:cubicBezTo>
                    <a:pt x="0" y="14687"/>
                    <a:pt x="339" y="16381"/>
                    <a:pt x="1015" y="17977"/>
                  </a:cubicBezTo>
                  <a:cubicBezTo>
                    <a:pt x="1666" y="19518"/>
                    <a:pt x="2598" y="20901"/>
                    <a:pt x="3787" y="22089"/>
                  </a:cubicBezTo>
                  <a:cubicBezTo>
                    <a:pt x="4977" y="23278"/>
                    <a:pt x="6358" y="24212"/>
                    <a:pt x="7899" y="24867"/>
                  </a:cubicBezTo>
                  <a:cubicBezTo>
                    <a:pt x="9497" y="25539"/>
                    <a:pt x="11190" y="25884"/>
                    <a:pt x="12939" y="25884"/>
                  </a:cubicBezTo>
                  <a:cubicBezTo>
                    <a:pt x="14687" y="25884"/>
                    <a:pt x="16381" y="25539"/>
                    <a:pt x="17976" y="24867"/>
                  </a:cubicBezTo>
                  <a:cubicBezTo>
                    <a:pt x="19517" y="24212"/>
                    <a:pt x="20901" y="23278"/>
                    <a:pt x="22088" y="22089"/>
                  </a:cubicBezTo>
                  <a:cubicBezTo>
                    <a:pt x="23278" y="20901"/>
                    <a:pt x="24212" y="19518"/>
                    <a:pt x="24860" y="17977"/>
                  </a:cubicBezTo>
                  <a:cubicBezTo>
                    <a:pt x="25539" y="16381"/>
                    <a:pt x="25877" y="14687"/>
                    <a:pt x="25877" y="12946"/>
                  </a:cubicBezTo>
                  <a:cubicBezTo>
                    <a:pt x="25877" y="11197"/>
                    <a:pt x="25539" y="9504"/>
                    <a:pt x="24860" y="7906"/>
                  </a:cubicBezTo>
                  <a:cubicBezTo>
                    <a:pt x="24212" y="6365"/>
                    <a:pt x="23278" y="4983"/>
                    <a:pt x="22088" y="3794"/>
                  </a:cubicBezTo>
                  <a:cubicBezTo>
                    <a:pt x="20901" y="2606"/>
                    <a:pt x="19517" y="1673"/>
                    <a:pt x="17976" y="1022"/>
                  </a:cubicBezTo>
                  <a:cubicBezTo>
                    <a:pt x="16381" y="346"/>
                    <a:pt x="14687" y="1"/>
                    <a:pt x="129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58" name="Google Shape;16558;p46"/>
          <p:cNvGrpSpPr/>
          <p:nvPr/>
        </p:nvGrpSpPr>
        <p:grpSpPr>
          <a:xfrm>
            <a:off x="6699908" y="1673359"/>
            <a:ext cx="370930" cy="370549"/>
            <a:chOff x="2497275" y="2744159"/>
            <a:chExt cx="370930" cy="370549"/>
          </a:xfrm>
        </p:grpSpPr>
        <p:sp>
          <p:nvSpPr>
            <p:cNvPr id="16559" name="Google Shape;16559;p46"/>
            <p:cNvSpPr/>
            <p:nvPr/>
          </p:nvSpPr>
          <p:spPr>
            <a:xfrm>
              <a:off x="2497275" y="2744159"/>
              <a:ext cx="284366" cy="284747"/>
            </a:xfrm>
            <a:custGeom>
              <a:rect b="b" l="l" r="r" t="t"/>
              <a:pathLst>
                <a:path extrusionOk="0" h="8967" w="8955">
                  <a:moveTo>
                    <a:pt x="4204" y="1"/>
                  </a:moveTo>
                  <a:cubicBezTo>
                    <a:pt x="3942" y="1"/>
                    <a:pt x="3704" y="203"/>
                    <a:pt x="3644" y="465"/>
                  </a:cubicBezTo>
                  <a:lnTo>
                    <a:pt x="3466" y="1334"/>
                  </a:lnTo>
                  <a:cubicBezTo>
                    <a:pt x="3287" y="1394"/>
                    <a:pt x="3108" y="1465"/>
                    <a:pt x="2942" y="1537"/>
                  </a:cubicBezTo>
                  <a:lnTo>
                    <a:pt x="2215" y="1048"/>
                  </a:lnTo>
                  <a:cubicBezTo>
                    <a:pt x="2120" y="983"/>
                    <a:pt x="2009" y="952"/>
                    <a:pt x="1899" y="952"/>
                  </a:cubicBezTo>
                  <a:cubicBezTo>
                    <a:pt x="1749" y="952"/>
                    <a:pt x="1599" y="1010"/>
                    <a:pt x="1489" y="1120"/>
                  </a:cubicBezTo>
                  <a:lnTo>
                    <a:pt x="1108" y="1489"/>
                  </a:lnTo>
                  <a:cubicBezTo>
                    <a:pt x="918" y="1691"/>
                    <a:pt x="894" y="1989"/>
                    <a:pt x="1037" y="2227"/>
                  </a:cubicBezTo>
                  <a:lnTo>
                    <a:pt x="1525" y="2953"/>
                  </a:lnTo>
                  <a:cubicBezTo>
                    <a:pt x="1441" y="3120"/>
                    <a:pt x="1370" y="3287"/>
                    <a:pt x="1322" y="3465"/>
                  </a:cubicBezTo>
                  <a:lnTo>
                    <a:pt x="453" y="3644"/>
                  </a:lnTo>
                  <a:cubicBezTo>
                    <a:pt x="191" y="3703"/>
                    <a:pt x="1" y="3930"/>
                    <a:pt x="1" y="4215"/>
                  </a:cubicBezTo>
                  <a:lnTo>
                    <a:pt x="1" y="4751"/>
                  </a:lnTo>
                  <a:cubicBezTo>
                    <a:pt x="1" y="5025"/>
                    <a:pt x="191" y="5251"/>
                    <a:pt x="453" y="5323"/>
                  </a:cubicBezTo>
                  <a:lnTo>
                    <a:pt x="1322" y="5501"/>
                  </a:lnTo>
                  <a:cubicBezTo>
                    <a:pt x="1382" y="5668"/>
                    <a:pt x="1453" y="5847"/>
                    <a:pt x="1525" y="6013"/>
                  </a:cubicBezTo>
                  <a:lnTo>
                    <a:pt x="1037" y="6740"/>
                  </a:lnTo>
                  <a:cubicBezTo>
                    <a:pt x="894" y="6966"/>
                    <a:pt x="918" y="7287"/>
                    <a:pt x="1108" y="7478"/>
                  </a:cubicBezTo>
                  <a:lnTo>
                    <a:pt x="1489" y="7847"/>
                  </a:lnTo>
                  <a:cubicBezTo>
                    <a:pt x="1599" y="7957"/>
                    <a:pt x="1745" y="8015"/>
                    <a:pt x="1894" y="8015"/>
                  </a:cubicBezTo>
                  <a:cubicBezTo>
                    <a:pt x="2003" y="8015"/>
                    <a:pt x="2115" y="7984"/>
                    <a:pt x="2215" y="7918"/>
                  </a:cubicBezTo>
                  <a:lnTo>
                    <a:pt x="2942" y="7430"/>
                  </a:lnTo>
                  <a:cubicBezTo>
                    <a:pt x="3108" y="7513"/>
                    <a:pt x="3287" y="7597"/>
                    <a:pt x="3466" y="7633"/>
                  </a:cubicBezTo>
                  <a:lnTo>
                    <a:pt x="3644" y="8502"/>
                  </a:lnTo>
                  <a:cubicBezTo>
                    <a:pt x="3704" y="8764"/>
                    <a:pt x="3930" y="8966"/>
                    <a:pt x="4204" y="8966"/>
                  </a:cubicBezTo>
                  <a:lnTo>
                    <a:pt x="4740" y="8966"/>
                  </a:lnTo>
                  <a:cubicBezTo>
                    <a:pt x="5013" y="8966"/>
                    <a:pt x="5251" y="8764"/>
                    <a:pt x="5311" y="8502"/>
                  </a:cubicBezTo>
                  <a:lnTo>
                    <a:pt x="5490" y="7633"/>
                  </a:lnTo>
                  <a:cubicBezTo>
                    <a:pt x="5621" y="7597"/>
                    <a:pt x="5775" y="7537"/>
                    <a:pt x="5906" y="7478"/>
                  </a:cubicBezTo>
                  <a:cubicBezTo>
                    <a:pt x="6002" y="7442"/>
                    <a:pt x="6037" y="7323"/>
                    <a:pt x="6002" y="7240"/>
                  </a:cubicBezTo>
                  <a:cubicBezTo>
                    <a:pt x="5966" y="7169"/>
                    <a:pt x="5898" y="7131"/>
                    <a:pt x="5831" y="7131"/>
                  </a:cubicBezTo>
                  <a:cubicBezTo>
                    <a:pt x="5808" y="7131"/>
                    <a:pt x="5785" y="7135"/>
                    <a:pt x="5763" y="7144"/>
                  </a:cubicBezTo>
                  <a:cubicBezTo>
                    <a:pt x="5609" y="7228"/>
                    <a:pt x="5466" y="7287"/>
                    <a:pt x="5299" y="7323"/>
                  </a:cubicBezTo>
                  <a:cubicBezTo>
                    <a:pt x="5240" y="7347"/>
                    <a:pt x="5180" y="7406"/>
                    <a:pt x="5168" y="7454"/>
                  </a:cubicBezTo>
                  <a:lnTo>
                    <a:pt x="4966" y="8430"/>
                  </a:lnTo>
                  <a:cubicBezTo>
                    <a:pt x="4954" y="8514"/>
                    <a:pt x="4870" y="8597"/>
                    <a:pt x="4763" y="8597"/>
                  </a:cubicBezTo>
                  <a:lnTo>
                    <a:pt x="4228" y="8597"/>
                  </a:lnTo>
                  <a:cubicBezTo>
                    <a:pt x="4120" y="8597"/>
                    <a:pt x="4049" y="8514"/>
                    <a:pt x="4013" y="8430"/>
                  </a:cubicBezTo>
                  <a:lnTo>
                    <a:pt x="3823" y="7454"/>
                  </a:lnTo>
                  <a:cubicBezTo>
                    <a:pt x="3811" y="7383"/>
                    <a:pt x="3763" y="7335"/>
                    <a:pt x="3692" y="7323"/>
                  </a:cubicBezTo>
                  <a:cubicBezTo>
                    <a:pt x="3466" y="7263"/>
                    <a:pt x="3239" y="7180"/>
                    <a:pt x="3049" y="7061"/>
                  </a:cubicBezTo>
                  <a:cubicBezTo>
                    <a:pt x="3019" y="7043"/>
                    <a:pt x="2986" y="7034"/>
                    <a:pt x="2954" y="7034"/>
                  </a:cubicBezTo>
                  <a:cubicBezTo>
                    <a:pt x="2921" y="7034"/>
                    <a:pt x="2888" y="7043"/>
                    <a:pt x="2858" y="7061"/>
                  </a:cubicBezTo>
                  <a:lnTo>
                    <a:pt x="2037" y="7609"/>
                  </a:lnTo>
                  <a:cubicBezTo>
                    <a:pt x="2006" y="7634"/>
                    <a:pt x="1966" y="7647"/>
                    <a:pt x="1926" y="7647"/>
                  </a:cubicBezTo>
                  <a:cubicBezTo>
                    <a:pt x="1874" y="7647"/>
                    <a:pt x="1821" y="7625"/>
                    <a:pt x="1787" y="7585"/>
                  </a:cubicBezTo>
                  <a:lnTo>
                    <a:pt x="1418" y="7204"/>
                  </a:lnTo>
                  <a:cubicBezTo>
                    <a:pt x="1334" y="7132"/>
                    <a:pt x="1334" y="7025"/>
                    <a:pt x="1382" y="6954"/>
                  </a:cubicBezTo>
                  <a:lnTo>
                    <a:pt x="1930" y="6132"/>
                  </a:lnTo>
                  <a:cubicBezTo>
                    <a:pt x="1977" y="6073"/>
                    <a:pt x="1977" y="6001"/>
                    <a:pt x="1930" y="5942"/>
                  </a:cubicBezTo>
                  <a:cubicBezTo>
                    <a:pt x="1811" y="5739"/>
                    <a:pt x="1727" y="5525"/>
                    <a:pt x="1668" y="5299"/>
                  </a:cubicBezTo>
                  <a:cubicBezTo>
                    <a:pt x="1656" y="5239"/>
                    <a:pt x="1596" y="5180"/>
                    <a:pt x="1537" y="5168"/>
                  </a:cubicBezTo>
                  <a:lnTo>
                    <a:pt x="560" y="4977"/>
                  </a:lnTo>
                  <a:cubicBezTo>
                    <a:pt x="477" y="4954"/>
                    <a:pt x="406" y="4870"/>
                    <a:pt x="406" y="4763"/>
                  </a:cubicBezTo>
                  <a:lnTo>
                    <a:pt x="406" y="4227"/>
                  </a:lnTo>
                  <a:cubicBezTo>
                    <a:pt x="406" y="4132"/>
                    <a:pt x="477" y="4049"/>
                    <a:pt x="560" y="4025"/>
                  </a:cubicBezTo>
                  <a:lnTo>
                    <a:pt x="1537" y="3834"/>
                  </a:lnTo>
                  <a:cubicBezTo>
                    <a:pt x="1608" y="3811"/>
                    <a:pt x="1656" y="3775"/>
                    <a:pt x="1668" y="3692"/>
                  </a:cubicBezTo>
                  <a:cubicBezTo>
                    <a:pt x="1727" y="3477"/>
                    <a:pt x="1811" y="3251"/>
                    <a:pt x="1930" y="3061"/>
                  </a:cubicBezTo>
                  <a:cubicBezTo>
                    <a:pt x="1965" y="3001"/>
                    <a:pt x="1965" y="2918"/>
                    <a:pt x="1930" y="2858"/>
                  </a:cubicBezTo>
                  <a:lnTo>
                    <a:pt x="1382" y="2049"/>
                  </a:lnTo>
                  <a:cubicBezTo>
                    <a:pt x="1322" y="1965"/>
                    <a:pt x="1334" y="1846"/>
                    <a:pt x="1418" y="1787"/>
                  </a:cubicBezTo>
                  <a:lnTo>
                    <a:pt x="1787" y="1417"/>
                  </a:lnTo>
                  <a:cubicBezTo>
                    <a:pt x="1826" y="1378"/>
                    <a:pt x="1876" y="1360"/>
                    <a:pt x="1925" y="1360"/>
                  </a:cubicBezTo>
                  <a:cubicBezTo>
                    <a:pt x="1965" y="1360"/>
                    <a:pt x="2005" y="1372"/>
                    <a:pt x="2037" y="1394"/>
                  </a:cubicBezTo>
                  <a:lnTo>
                    <a:pt x="2858" y="1941"/>
                  </a:lnTo>
                  <a:cubicBezTo>
                    <a:pt x="2888" y="1965"/>
                    <a:pt x="2921" y="1977"/>
                    <a:pt x="2954" y="1977"/>
                  </a:cubicBezTo>
                  <a:cubicBezTo>
                    <a:pt x="2986" y="1977"/>
                    <a:pt x="3019" y="1965"/>
                    <a:pt x="3049" y="1941"/>
                  </a:cubicBezTo>
                  <a:cubicBezTo>
                    <a:pt x="3263" y="1822"/>
                    <a:pt x="3466" y="1727"/>
                    <a:pt x="3692" y="1668"/>
                  </a:cubicBezTo>
                  <a:cubicBezTo>
                    <a:pt x="3751" y="1656"/>
                    <a:pt x="3811" y="1596"/>
                    <a:pt x="3823" y="1537"/>
                  </a:cubicBezTo>
                  <a:lnTo>
                    <a:pt x="4013" y="572"/>
                  </a:lnTo>
                  <a:cubicBezTo>
                    <a:pt x="4037" y="477"/>
                    <a:pt x="4120" y="405"/>
                    <a:pt x="4228" y="405"/>
                  </a:cubicBezTo>
                  <a:lnTo>
                    <a:pt x="4763" y="405"/>
                  </a:lnTo>
                  <a:cubicBezTo>
                    <a:pt x="4870" y="405"/>
                    <a:pt x="4942" y="477"/>
                    <a:pt x="4966" y="572"/>
                  </a:cubicBezTo>
                  <a:lnTo>
                    <a:pt x="5168" y="1537"/>
                  </a:lnTo>
                  <a:cubicBezTo>
                    <a:pt x="5180" y="1608"/>
                    <a:pt x="5216" y="1656"/>
                    <a:pt x="5299" y="1668"/>
                  </a:cubicBezTo>
                  <a:cubicBezTo>
                    <a:pt x="5513" y="1727"/>
                    <a:pt x="5740" y="1822"/>
                    <a:pt x="5930" y="1941"/>
                  </a:cubicBezTo>
                  <a:cubicBezTo>
                    <a:pt x="5960" y="1953"/>
                    <a:pt x="5996" y="1959"/>
                    <a:pt x="6031" y="1959"/>
                  </a:cubicBezTo>
                  <a:cubicBezTo>
                    <a:pt x="6067" y="1959"/>
                    <a:pt x="6103" y="1953"/>
                    <a:pt x="6133" y="1941"/>
                  </a:cubicBezTo>
                  <a:lnTo>
                    <a:pt x="6942" y="1394"/>
                  </a:lnTo>
                  <a:cubicBezTo>
                    <a:pt x="6978" y="1368"/>
                    <a:pt x="7021" y="1356"/>
                    <a:pt x="7063" y="1356"/>
                  </a:cubicBezTo>
                  <a:cubicBezTo>
                    <a:pt x="7117" y="1356"/>
                    <a:pt x="7170" y="1377"/>
                    <a:pt x="7204" y="1417"/>
                  </a:cubicBezTo>
                  <a:lnTo>
                    <a:pt x="7573" y="1787"/>
                  </a:lnTo>
                  <a:cubicBezTo>
                    <a:pt x="7645" y="1870"/>
                    <a:pt x="7645" y="1965"/>
                    <a:pt x="7597" y="2049"/>
                  </a:cubicBezTo>
                  <a:lnTo>
                    <a:pt x="7049" y="2858"/>
                  </a:lnTo>
                  <a:cubicBezTo>
                    <a:pt x="7002" y="2918"/>
                    <a:pt x="7002" y="2989"/>
                    <a:pt x="7049" y="3061"/>
                  </a:cubicBezTo>
                  <a:cubicBezTo>
                    <a:pt x="7168" y="3263"/>
                    <a:pt x="7264" y="3477"/>
                    <a:pt x="7323" y="3692"/>
                  </a:cubicBezTo>
                  <a:cubicBezTo>
                    <a:pt x="7335" y="3751"/>
                    <a:pt x="7395" y="3811"/>
                    <a:pt x="7454" y="3834"/>
                  </a:cubicBezTo>
                  <a:lnTo>
                    <a:pt x="8419" y="4025"/>
                  </a:lnTo>
                  <a:cubicBezTo>
                    <a:pt x="8514" y="4037"/>
                    <a:pt x="8585" y="4132"/>
                    <a:pt x="8585" y="4227"/>
                  </a:cubicBezTo>
                  <a:lnTo>
                    <a:pt x="8585" y="4763"/>
                  </a:lnTo>
                  <a:cubicBezTo>
                    <a:pt x="8585" y="4870"/>
                    <a:pt x="8514" y="4942"/>
                    <a:pt x="8419" y="4977"/>
                  </a:cubicBezTo>
                  <a:lnTo>
                    <a:pt x="7454" y="5168"/>
                  </a:lnTo>
                  <a:cubicBezTo>
                    <a:pt x="7383" y="5180"/>
                    <a:pt x="7335" y="5227"/>
                    <a:pt x="7323" y="5299"/>
                  </a:cubicBezTo>
                  <a:cubicBezTo>
                    <a:pt x="7276" y="5466"/>
                    <a:pt x="7216" y="5632"/>
                    <a:pt x="7145" y="5775"/>
                  </a:cubicBezTo>
                  <a:cubicBezTo>
                    <a:pt x="7097" y="5870"/>
                    <a:pt x="7145" y="5966"/>
                    <a:pt x="7228" y="6013"/>
                  </a:cubicBezTo>
                  <a:cubicBezTo>
                    <a:pt x="7254" y="6026"/>
                    <a:pt x="7280" y="6032"/>
                    <a:pt x="7305" y="6032"/>
                  </a:cubicBezTo>
                  <a:cubicBezTo>
                    <a:pt x="7372" y="6032"/>
                    <a:pt x="7431" y="5991"/>
                    <a:pt x="7466" y="5930"/>
                  </a:cubicBezTo>
                  <a:cubicBezTo>
                    <a:pt x="7526" y="5799"/>
                    <a:pt x="7585" y="5644"/>
                    <a:pt x="7633" y="5501"/>
                  </a:cubicBezTo>
                  <a:lnTo>
                    <a:pt x="8490" y="5323"/>
                  </a:lnTo>
                  <a:cubicBezTo>
                    <a:pt x="8764" y="5263"/>
                    <a:pt x="8954" y="5037"/>
                    <a:pt x="8954" y="4751"/>
                  </a:cubicBezTo>
                  <a:lnTo>
                    <a:pt x="8954" y="4215"/>
                  </a:lnTo>
                  <a:cubicBezTo>
                    <a:pt x="8954" y="3942"/>
                    <a:pt x="8764" y="3715"/>
                    <a:pt x="8490" y="3644"/>
                  </a:cubicBezTo>
                  <a:lnTo>
                    <a:pt x="7633" y="3465"/>
                  </a:lnTo>
                  <a:cubicBezTo>
                    <a:pt x="7573" y="3287"/>
                    <a:pt x="7502" y="3120"/>
                    <a:pt x="7418" y="2953"/>
                  </a:cubicBezTo>
                  <a:lnTo>
                    <a:pt x="7918" y="2227"/>
                  </a:lnTo>
                  <a:cubicBezTo>
                    <a:pt x="8061" y="2001"/>
                    <a:pt x="8038" y="1679"/>
                    <a:pt x="7835" y="1489"/>
                  </a:cubicBezTo>
                  <a:lnTo>
                    <a:pt x="7466" y="1120"/>
                  </a:lnTo>
                  <a:cubicBezTo>
                    <a:pt x="7356" y="1010"/>
                    <a:pt x="7211" y="952"/>
                    <a:pt x="7061" y="952"/>
                  </a:cubicBezTo>
                  <a:cubicBezTo>
                    <a:pt x="6952" y="952"/>
                    <a:pt x="6840" y="983"/>
                    <a:pt x="6740" y="1048"/>
                  </a:cubicBezTo>
                  <a:lnTo>
                    <a:pt x="6013" y="1537"/>
                  </a:lnTo>
                  <a:cubicBezTo>
                    <a:pt x="5847" y="1453"/>
                    <a:pt x="5668" y="1370"/>
                    <a:pt x="5490" y="1334"/>
                  </a:cubicBezTo>
                  <a:lnTo>
                    <a:pt x="5311" y="465"/>
                  </a:lnTo>
                  <a:cubicBezTo>
                    <a:pt x="5251" y="203"/>
                    <a:pt x="5025" y="1"/>
                    <a:pt x="47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0" name="Google Shape;16560;p46"/>
            <p:cNvSpPr/>
            <p:nvPr/>
          </p:nvSpPr>
          <p:spPr>
            <a:xfrm>
              <a:off x="2592191" y="2821673"/>
              <a:ext cx="113461" cy="98345"/>
            </a:xfrm>
            <a:custGeom>
              <a:rect b="b" l="l" r="r" t="t"/>
              <a:pathLst>
                <a:path extrusionOk="0" h="3097" w="3573">
                  <a:moveTo>
                    <a:pt x="1524" y="0"/>
                  </a:moveTo>
                  <a:cubicBezTo>
                    <a:pt x="989" y="0"/>
                    <a:pt x="465" y="215"/>
                    <a:pt x="72" y="584"/>
                  </a:cubicBezTo>
                  <a:cubicBezTo>
                    <a:pt x="0" y="655"/>
                    <a:pt x="0" y="774"/>
                    <a:pt x="72" y="834"/>
                  </a:cubicBezTo>
                  <a:cubicBezTo>
                    <a:pt x="113" y="876"/>
                    <a:pt x="164" y="896"/>
                    <a:pt x="212" y="896"/>
                  </a:cubicBezTo>
                  <a:cubicBezTo>
                    <a:pt x="259" y="896"/>
                    <a:pt x="304" y="876"/>
                    <a:pt x="334" y="834"/>
                  </a:cubicBezTo>
                  <a:cubicBezTo>
                    <a:pt x="643" y="524"/>
                    <a:pt x="1072" y="358"/>
                    <a:pt x="1500" y="358"/>
                  </a:cubicBezTo>
                  <a:cubicBezTo>
                    <a:pt x="2441" y="358"/>
                    <a:pt x="3203" y="1120"/>
                    <a:pt x="3203" y="2060"/>
                  </a:cubicBezTo>
                  <a:cubicBezTo>
                    <a:pt x="3203" y="2322"/>
                    <a:pt x="3144" y="2596"/>
                    <a:pt x="3024" y="2834"/>
                  </a:cubicBezTo>
                  <a:cubicBezTo>
                    <a:pt x="2965" y="2941"/>
                    <a:pt x="3013" y="3037"/>
                    <a:pt x="3096" y="3084"/>
                  </a:cubicBezTo>
                  <a:cubicBezTo>
                    <a:pt x="3132" y="3096"/>
                    <a:pt x="3155" y="3096"/>
                    <a:pt x="3191" y="3096"/>
                  </a:cubicBezTo>
                  <a:cubicBezTo>
                    <a:pt x="3251" y="3096"/>
                    <a:pt x="3322" y="3072"/>
                    <a:pt x="3346" y="3001"/>
                  </a:cubicBezTo>
                  <a:cubicBezTo>
                    <a:pt x="3501" y="2715"/>
                    <a:pt x="3572" y="2382"/>
                    <a:pt x="3572" y="2060"/>
                  </a:cubicBezTo>
                  <a:cubicBezTo>
                    <a:pt x="3572" y="929"/>
                    <a:pt x="2655" y="0"/>
                    <a:pt x="15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1" name="Google Shape;16561;p46"/>
            <p:cNvSpPr/>
            <p:nvPr/>
          </p:nvSpPr>
          <p:spPr>
            <a:xfrm>
              <a:off x="2574408" y="2862129"/>
              <a:ext cx="106665" cy="90756"/>
            </a:xfrm>
            <a:custGeom>
              <a:rect b="b" l="l" r="r" t="t"/>
              <a:pathLst>
                <a:path extrusionOk="0" h="2858" w="3359">
                  <a:moveTo>
                    <a:pt x="294" y="1"/>
                  </a:moveTo>
                  <a:cubicBezTo>
                    <a:pt x="218" y="1"/>
                    <a:pt x="145" y="48"/>
                    <a:pt x="108" y="131"/>
                  </a:cubicBezTo>
                  <a:cubicBezTo>
                    <a:pt x="36" y="334"/>
                    <a:pt x="1" y="572"/>
                    <a:pt x="1" y="798"/>
                  </a:cubicBezTo>
                  <a:cubicBezTo>
                    <a:pt x="1" y="1929"/>
                    <a:pt x="917" y="2858"/>
                    <a:pt x="2049" y="2858"/>
                  </a:cubicBezTo>
                  <a:cubicBezTo>
                    <a:pt x="2477" y="2858"/>
                    <a:pt x="2894" y="2715"/>
                    <a:pt x="3251" y="2465"/>
                  </a:cubicBezTo>
                  <a:cubicBezTo>
                    <a:pt x="3346" y="2405"/>
                    <a:pt x="3358" y="2286"/>
                    <a:pt x="3299" y="2215"/>
                  </a:cubicBezTo>
                  <a:cubicBezTo>
                    <a:pt x="3263" y="2158"/>
                    <a:pt x="3206" y="2131"/>
                    <a:pt x="3151" y="2131"/>
                  </a:cubicBezTo>
                  <a:cubicBezTo>
                    <a:pt x="3114" y="2131"/>
                    <a:pt x="3077" y="2143"/>
                    <a:pt x="3049" y="2167"/>
                  </a:cubicBezTo>
                  <a:cubicBezTo>
                    <a:pt x="2763" y="2382"/>
                    <a:pt x="2406" y="2501"/>
                    <a:pt x="2049" y="2501"/>
                  </a:cubicBezTo>
                  <a:cubicBezTo>
                    <a:pt x="1108" y="2501"/>
                    <a:pt x="346" y="1739"/>
                    <a:pt x="346" y="798"/>
                  </a:cubicBezTo>
                  <a:cubicBezTo>
                    <a:pt x="346" y="608"/>
                    <a:pt x="382" y="429"/>
                    <a:pt x="441" y="250"/>
                  </a:cubicBezTo>
                  <a:cubicBezTo>
                    <a:pt x="501" y="143"/>
                    <a:pt x="441" y="36"/>
                    <a:pt x="358" y="12"/>
                  </a:cubicBezTo>
                  <a:cubicBezTo>
                    <a:pt x="337" y="4"/>
                    <a:pt x="315" y="1"/>
                    <a:pt x="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2" name="Google Shape;16562;p46"/>
            <p:cNvSpPr/>
            <p:nvPr/>
          </p:nvSpPr>
          <p:spPr>
            <a:xfrm>
              <a:off x="2676881" y="2923385"/>
              <a:ext cx="191324" cy="191324"/>
            </a:xfrm>
            <a:custGeom>
              <a:rect b="b" l="l" r="r" t="t"/>
              <a:pathLst>
                <a:path extrusionOk="0" h="6025" w="6025">
                  <a:moveTo>
                    <a:pt x="2810" y="0"/>
                  </a:moveTo>
                  <a:cubicBezTo>
                    <a:pt x="2608" y="0"/>
                    <a:pt x="2429" y="155"/>
                    <a:pt x="2382" y="357"/>
                  </a:cubicBezTo>
                  <a:lnTo>
                    <a:pt x="2274" y="893"/>
                  </a:lnTo>
                  <a:cubicBezTo>
                    <a:pt x="2191" y="929"/>
                    <a:pt x="2084" y="965"/>
                    <a:pt x="1989" y="1012"/>
                  </a:cubicBezTo>
                  <a:lnTo>
                    <a:pt x="1548" y="715"/>
                  </a:lnTo>
                  <a:cubicBezTo>
                    <a:pt x="1475" y="666"/>
                    <a:pt x="1393" y="643"/>
                    <a:pt x="1313" y="643"/>
                  </a:cubicBezTo>
                  <a:cubicBezTo>
                    <a:pt x="1198" y="643"/>
                    <a:pt x="1085" y="690"/>
                    <a:pt x="1000" y="774"/>
                  </a:cubicBezTo>
                  <a:lnTo>
                    <a:pt x="738" y="1024"/>
                  </a:lnTo>
                  <a:cubicBezTo>
                    <a:pt x="596" y="1179"/>
                    <a:pt x="572" y="1417"/>
                    <a:pt x="679" y="1584"/>
                  </a:cubicBezTo>
                  <a:lnTo>
                    <a:pt x="977" y="2024"/>
                  </a:lnTo>
                  <a:cubicBezTo>
                    <a:pt x="917" y="2143"/>
                    <a:pt x="858" y="2274"/>
                    <a:pt x="834" y="2417"/>
                  </a:cubicBezTo>
                  <a:cubicBezTo>
                    <a:pt x="798" y="2512"/>
                    <a:pt x="858" y="2608"/>
                    <a:pt x="965" y="2631"/>
                  </a:cubicBezTo>
                  <a:cubicBezTo>
                    <a:pt x="986" y="2639"/>
                    <a:pt x="1006" y="2642"/>
                    <a:pt x="1025" y="2642"/>
                  </a:cubicBezTo>
                  <a:cubicBezTo>
                    <a:pt x="1103" y="2642"/>
                    <a:pt x="1162" y="2587"/>
                    <a:pt x="1191" y="2501"/>
                  </a:cubicBezTo>
                  <a:cubicBezTo>
                    <a:pt x="1227" y="2358"/>
                    <a:pt x="1298" y="2215"/>
                    <a:pt x="1346" y="2096"/>
                  </a:cubicBezTo>
                  <a:cubicBezTo>
                    <a:pt x="1381" y="2036"/>
                    <a:pt x="1381" y="1965"/>
                    <a:pt x="1346" y="1905"/>
                  </a:cubicBezTo>
                  <a:lnTo>
                    <a:pt x="1000" y="1369"/>
                  </a:lnTo>
                  <a:cubicBezTo>
                    <a:pt x="977" y="1346"/>
                    <a:pt x="977" y="1310"/>
                    <a:pt x="1012" y="1286"/>
                  </a:cubicBezTo>
                  <a:lnTo>
                    <a:pt x="1262" y="1024"/>
                  </a:lnTo>
                  <a:cubicBezTo>
                    <a:pt x="1283" y="1010"/>
                    <a:pt x="1300" y="1004"/>
                    <a:pt x="1318" y="1004"/>
                  </a:cubicBezTo>
                  <a:cubicBezTo>
                    <a:pt x="1330" y="1004"/>
                    <a:pt x="1343" y="1007"/>
                    <a:pt x="1358" y="1012"/>
                  </a:cubicBezTo>
                  <a:lnTo>
                    <a:pt x="1893" y="1369"/>
                  </a:lnTo>
                  <a:cubicBezTo>
                    <a:pt x="1923" y="1393"/>
                    <a:pt x="1956" y="1405"/>
                    <a:pt x="1989" y="1405"/>
                  </a:cubicBezTo>
                  <a:cubicBezTo>
                    <a:pt x="2021" y="1405"/>
                    <a:pt x="2054" y="1393"/>
                    <a:pt x="2084" y="1369"/>
                  </a:cubicBezTo>
                  <a:cubicBezTo>
                    <a:pt x="2215" y="1298"/>
                    <a:pt x="2346" y="1238"/>
                    <a:pt x="2489" y="1203"/>
                  </a:cubicBezTo>
                  <a:cubicBezTo>
                    <a:pt x="2548" y="1191"/>
                    <a:pt x="2608" y="1131"/>
                    <a:pt x="2620" y="1072"/>
                  </a:cubicBezTo>
                  <a:lnTo>
                    <a:pt x="2751" y="429"/>
                  </a:lnTo>
                  <a:cubicBezTo>
                    <a:pt x="2751" y="405"/>
                    <a:pt x="2786" y="369"/>
                    <a:pt x="2822" y="369"/>
                  </a:cubicBezTo>
                  <a:lnTo>
                    <a:pt x="3167" y="369"/>
                  </a:lnTo>
                  <a:cubicBezTo>
                    <a:pt x="3203" y="369"/>
                    <a:pt x="3227" y="405"/>
                    <a:pt x="3239" y="429"/>
                  </a:cubicBezTo>
                  <a:lnTo>
                    <a:pt x="3382" y="1072"/>
                  </a:lnTo>
                  <a:cubicBezTo>
                    <a:pt x="3394" y="1143"/>
                    <a:pt x="3429" y="1191"/>
                    <a:pt x="3513" y="1203"/>
                  </a:cubicBezTo>
                  <a:cubicBezTo>
                    <a:pt x="3656" y="1250"/>
                    <a:pt x="3786" y="1310"/>
                    <a:pt x="3917" y="1369"/>
                  </a:cubicBezTo>
                  <a:cubicBezTo>
                    <a:pt x="3947" y="1387"/>
                    <a:pt x="3980" y="1396"/>
                    <a:pt x="4013" y="1396"/>
                  </a:cubicBezTo>
                  <a:cubicBezTo>
                    <a:pt x="4045" y="1396"/>
                    <a:pt x="4078" y="1387"/>
                    <a:pt x="4108" y="1369"/>
                  </a:cubicBezTo>
                  <a:lnTo>
                    <a:pt x="4644" y="1012"/>
                  </a:lnTo>
                  <a:cubicBezTo>
                    <a:pt x="4654" y="1007"/>
                    <a:pt x="4665" y="1004"/>
                    <a:pt x="4678" y="1004"/>
                  </a:cubicBezTo>
                  <a:cubicBezTo>
                    <a:pt x="4695" y="1004"/>
                    <a:pt x="4713" y="1010"/>
                    <a:pt x="4727" y="1024"/>
                  </a:cubicBezTo>
                  <a:lnTo>
                    <a:pt x="4989" y="1286"/>
                  </a:lnTo>
                  <a:cubicBezTo>
                    <a:pt x="5013" y="1310"/>
                    <a:pt x="5013" y="1346"/>
                    <a:pt x="5001" y="1369"/>
                  </a:cubicBezTo>
                  <a:lnTo>
                    <a:pt x="4644" y="1905"/>
                  </a:lnTo>
                  <a:cubicBezTo>
                    <a:pt x="4596" y="1965"/>
                    <a:pt x="4596" y="2036"/>
                    <a:pt x="4644" y="2096"/>
                  </a:cubicBezTo>
                  <a:cubicBezTo>
                    <a:pt x="4715" y="2239"/>
                    <a:pt x="4775" y="2370"/>
                    <a:pt x="4810" y="2501"/>
                  </a:cubicBezTo>
                  <a:cubicBezTo>
                    <a:pt x="4822" y="2560"/>
                    <a:pt x="4882" y="2620"/>
                    <a:pt x="4941" y="2631"/>
                  </a:cubicBezTo>
                  <a:lnTo>
                    <a:pt x="5584" y="2774"/>
                  </a:lnTo>
                  <a:cubicBezTo>
                    <a:pt x="5608" y="2774"/>
                    <a:pt x="5644" y="2798"/>
                    <a:pt x="5644" y="2846"/>
                  </a:cubicBezTo>
                  <a:lnTo>
                    <a:pt x="5644" y="3191"/>
                  </a:lnTo>
                  <a:cubicBezTo>
                    <a:pt x="5644" y="3215"/>
                    <a:pt x="5608" y="3251"/>
                    <a:pt x="5584" y="3263"/>
                  </a:cubicBezTo>
                  <a:lnTo>
                    <a:pt x="4941" y="3393"/>
                  </a:lnTo>
                  <a:cubicBezTo>
                    <a:pt x="4870" y="3405"/>
                    <a:pt x="4822" y="3453"/>
                    <a:pt x="4810" y="3524"/>
                  </a:cubicBezTo>
                  <a:cubicBezTo>
                    <a:pt x="4763" y="3679"/>
                    <a:pt x="4703" y="3810"/>
                    <a:pt x="4644" y="3929"/>
                  </a:cubicBezTo>
                  <a:cubicBezTo>
                    <a:pt x="4608" y="3989"/>
                    <a:pt x="4608" y="4060"/>
                    <a:pt x="4644" y="4120"/>
                  </a:cubicBezTo>
                  <a:lnTo>
                    <a:pt x="5001" y="4656"/>
                  </a:lnTo>
                  <a:cubicBezTo>
                    <a:pt x="5013" y="4691"/>
                    <a:pt x="5013" y="4715"/>
                    <a:pt x="4989" y="4751"/>
                  </a:cubicBezTo>
                  <a:lnTo>
                    <a:pt x="4727" y="5001"/>
                  </a:lnTo>
                  <a:cubicBezTo>
                    <a:pt x="4714" y="5020"/>
                    <a:pt x="4697" y="5029"/>
                    <a:pt x="4681" y="5029"/>
                  </a:cubicBezTo>
                  <a:cubicBezTo>
                    <a:pt x="4668" y="5029"/>
                    <a:pt x="4654" y="5023"/>
                    <a:pt x="4644" y="5013"/>
                  </a:cubicBezTo>
                  <a:lnTo>
                    <a:pt x="4108" y="4656"/>
                  </a:lnTo>
                  <a:cubicBezTo>
                    <a:pt x="4078" y="4638"/>
                    <a:pt x="4045" y="4629"/>
                    <a:pt x="4013" y="4629"/>
                  </a:cubicBezTo>
                  <a:cubicBezTo>
                    <a:pt x="3980" y="4629"/>
                    <a:pt x="3947" y="4638"/>
                    <a:pt x="3917" y="4656"/>
                  </a:cubicBezTo>
                  <a:cubicBezTo>
                    <a:pt x="3775" y="4739"/>
                    <a:pt x="3644" y="4798"/>
                    <a:pt x="3513" y="4822"/>
                  </a:cubicBezTo>
                  <a:cubicBezTo>
                    <a:pt x="3453" y="4834"/>
                    <a:pt x="3394" y="4894"/>
                    <a:pt x="3382" y="4953"/>
                  </a:cubicBezTo>
                  <a:lnTo>
                    <a:pt x="3239" y="5596"/>
                  </a:lnTo>
                  <a:cubicBezTo>
                    <a:pt x="3239" y="5632"/>
                    <a:pt x="3215" y="5656"/>
                    <a:pt x="3167" y="5656"/>
                  </a:cubicBezTo>
                  <a:lnTo>
                    <a:pt x="2822" y="5656"/>
                  </a:lnTo>
                  <a:cubicBezTo>
                    <a:pt x="2798" y="5656"/>
                    <a:pt x="2763" y="5632"/>
                    <a:pt x="2751" y="5596"/>
                  </a:cubicBezTo>
                  <a:lnTo>
                    <a:pt x="2620" y="4953"/>
                  </a:lnTo>
                  <a:cubicBezTo>
                    <a:pt x="2608" y="4882"/>
                    <a:pt x="2560" y="4834"/>
                    <a:pt x="2489" y="4822"/>
                  </a:cubicBezTo>
                  <a:cubicBezTo>
                    <a:pt x="2334" y="4775"/>
                    <a:pt x="2203" y="4715"/>
                    <a:pt x="2084" y="4656"/>
                  </a:cubicBezTo>
                  <a:cubicBezTo>
                    <a:pt x="2054" y="4644"/>
                    <a:pt x="2021" y="4638"/>
                    <a:pt x="1989" y="4638"/>
                  </a:cubicBezTo>
                  <a:cubicBezTo>
                    <a:pt x="1956" y="4638"/>
                    <a:pt x="1923" y="4644"/>
                    <a:pt x="1893" y="4656"/>
                  </a:cubicBezTo>
                  <a:lnTo>
                    <a:pt x="1358" y="5013"/>
                  </a:lnTo>
                  <a:cubicBezTo>
                    <a:pt x="1342" y="5023"/>
                    <a:pt x="1328" y="5029"/>
                    <a:pt x="1314" y="5029"/>
                  </a:cubicBezTo>
                  <a:cubicBezTo>
                    <a:pt x="1298" y="5029"/>
                    <a:pt x="1282" y="5020"/>
                    <a:pt x="1262" y="5001"/>
                  </a:cubicBezTo>
                  <a:lnTo>
                    <a:pt x="1012" y="4751"/>
                  </a:lnTo>
                  <a:cubicBezTo>
                    <a:pt x="977" y="4715"/>
                    <a:pt x="977" y="4691"/>
                    <a:pt x="1000" y="4656"/>
                  </a:cubicBezTo>
                  <a:lnTo>
                    <a:pt x="1346" y="4120"/>
                  </a:lnTo>
                  <a:cubicBezTo>
                    <a:pt x="1393" y="4060"/>
                    <a:pt x="1393" y="3989"/>
                    <a:pt x="1346" y="3929"/>
                  </a:cubicBezTo>
                  <a:cubicBezTo>
                    <a:pt x="1274" y="3798"/>
                    <a:pt x="1215" y="3667"/>
                    <a:pt x="1191" y="3524"/>
                  </a:cubicBezTo>
                  <a:cubicBezTo>
                    <a:pt x="1167" y="3465"/>
                    <a:pt x="1108" y="3405"/>
                    <a:pt x="1048" y="3393"/>
                  </a:cubicBezTo>
                  <a:lnTo>
                    <a:pt x="417" y="3263"/>
                  </a:lnTo>
                  <a:cubicBezTo>
                    <a:pt x="381" y="3263"/>
                    <a:pt x="357" y="3227"/>
                    <a:pt x="357" y="3191"/>
                  </a:cubicBezTo>
                  <a:lnTo>
                    <a:pt x="357" y="2846"/>
                  </a:lnTo>
                  <a:cubicBezTo>
                    <a:pt x="357" y="2810"/>
                    <a:pt x="381" y="2786"/>
                    <a:pt x="417" y="2774"/>
                  </a:cubicBezTo>
                  <a:lnTo>
                    <a:pt x="453" y="2751"/>
                  </a:lnTo>
                  <a:cubicBezTo>
                    <a:pt x="560" y="2739"/>
                    <a:pt x="619" y="2631"/>
                    <a:pt x="608" y="2548"/>
                  </a:cubicBezTo>
                  <a:cubicBezTo>
                    <a:pt x="597" y="2450"/>
                    <a:pt x="506" y="2392"/>
                    <a:pt x="427" y="2392"/>
                  </a:cubicBezTo>
                  <a:cubicBezTo>
                    <a:pt x="419" y="2392"/>
                    <a:pt x="412" y="2392"/>
                    <a:pt x="405" y="2393"/>
                  </a:cubicBezTo>
                  <a:lnTo>
                    <a:pt x="357" y="2417"/>
                  </a:lnTo>
                  <a:cubicBezTo>
                    <a:pt x="143" y="2453"/>
                    <a:pt x="0" y="2631"/>
                    <a:pt x="0" y="2846"/>
                  </a:cubicBezTo>
                  <a:lnTo>
                    <a:pt x="0" y="3191"/>
                  </a:lnTo>
                  <a:cubicBezTo>
                    <a:pt x="0" y="3393"/>
                    <a:pt x="143" y="3572"/>
                    <a:pt x="357" y="3620"/>
                  </a:cubicBezTo>
                  <a:lnTo>
                    <a:pt x="893" y="3727"/>
                  </a:lnTo>
                  <a:cubicBezTo>
                    <a:pt x="917" y="3810"/>
                    <a:pt x="965" y="3917"/>
                    <a:pt x="1012" y="4001"/>
                  </a:cubicBezTo>
                  <a:lnTo>
                    <a:pt x="715" y="4453"/>
                  </a:lnTo>
                  <a:cubicBezTo>
                    <a:pt x="596" y="4632"/>
                    <a:pt x="619" y="4858"/>
                    <a:pt x="774" y="5001"/>
                  </a:cubicBezTo>
                  <a:lnTo>
                    <a:pt x="1024" y="5251"/>
                  </a:lnTo>
                  <a:cubicBezTo>
                    <a:pt x="1112" y="5339"/>
                    <a:pt x="1227" y="5381"/>
                    <a:pt x="1338" y="5381"/>
                  </a:cubicBezTo>
                  <a:cubicBezTo>
                    <a:pt x="1423" y="5381"/>
                    <a:pt x="1505" y="5357"/>
                    <a:pt x="1572" y="5310"/>
                  </a:cubicBezTo>
                  <a:lnTo>
                    <a:pt x="2024" y="5013"/>
                  </a:lnTo>
                  <a:cubicBezTo>
                    <a:pt x="2108" y="5060"/>
                    <a:pt x="2203" y="5108"/>
                    <a:pt x="2310" y="5132"/>
                  </a:cubicBezTo>
                  <a:lnTo>
                    <a:pt x="2405" y="5668"/>
                  </a:lnTo>
                  <a:cubicBezTo>
                    <a:pt x="2453" y="5882"/>
                    <a:pt x="2632" y="6025"/>
                    <a:pt x="2846" y="6025"/>
                  </a:cubicBezTo>
                  <a:lnTo>
                    <a:pt x="3179" y="6025"/>
                  </a:lnTo>
                  <a:cubicBezTo>
                    <a:pt x="3394" y="6025"/>
                    <a:pt x="3572" y="5882"/>
                    <a:pt x="3620" y="5668"/>
                  </a:cubicBezTo>
                  <a:lnTo>
                    <a:pt x="3715" y="5132"/>
                  </a:lnTo>
                  <a:cubicBezTo>
                    <a:pt x="3810" y="5108"/>
                    <a:pt x="3917" y="5060"/>
                    <a:pt x="4001" y="5013"/>
                  </a:cubicBezTo>
                  <a:lnTo>
                    <a:pt x="4453" y="5310"/>
                  </a:lnTo>
                  <a:cubicBezTo>
                    <a:pt x="4529" y="5361"/>
                    <a:pt x="4611" y="5386"/>
                    <a:pt x="4692" y="5386"/>
                  </a:cubicBezTo>
                  <a:cubicBezTo>
                    <a:pt x="4803" y="5386"/>
                    <a:pt x="4912" y="5340"/>
                    <a:pt x="5001" y="5251"/>
                  </a:cubicBezTo>
                  <a:lnTo>
                    <a:pt x="5251" y="5001"/>
                  </a:lnTo>
                  <a:cubicBezTo>
                    <a:pt x="5406" y="4858"/>
                    <a:pt x="5418" y="4620"/>
                    <a:pt x="5310" y="4453"/>
                  </a:cubicBezTo>
                  <a:lnTo>
                    <a:pt x="5013" y="4001"/>
                  </a:lnTo>
                  <a:cubicBezTo>
                    <a:pt x="5060" y="3917"/>
                    <a:pt x="5108" y="3822"/>
                    <a:pt x="5132" y="3727"/>
                  </a:cubicBezTo>
                  <a:lnTo>
                    <a:pt x="5668" y="3620"/>
                  </a:lnTo>
                  <a:cubicBezTo>
                    <a:pt x="5882" y="3572"/>
                    <a:pt x="6025" y="3393"/>
                    <a:pt x="6025" y="3191"/>
                  </a:cubicBezTo>
                  <a:lnTo>
                    <a:pt x="6025" y="2846"/>
                  </a:lnTo>
                  <a:cubicBezTo>
                    <a:pt x="6001" y="2631"/>
                    <a:pt x="5846" y="2453"/>
                    <a:pt x="5644" y="2417"/>
                  </a:cubicBezTo>
                  <a:lnTo>
                    <a:pt x="5108" y="2310"/>
                  </a:lnTo>
                  <a:cubicBezTo>
                    <a:pt x="5072" y="2215"/>
                    <a:pt x="5025" y="2120"/>
                    <a:pt x="4989" y="2024"/>
                  </a:cubicBezTo>
                  <a:lnTo>
                    <a:pt x="5287" y="1584"/>
                  </a:lnTo>
                  <a:cubicBezTo>
                    <a:pt x="5406" y="1405"/>
                    <a:pt x="5370" y="1179"/>
                    <a:pt x="5227" y="1024"/>
                  </a:cubicBezTo>
                  <a:lnTo>
                    <a:pt x="4965" y="774"/>
                  </a:lnTo>
                  <a:cubicBezTo>
                    <a:pt x="4882" y="691"/>
                    <a:pt x="4766" y="648"/>
                    <a:pt x="4651" y="648"/>
                  </a:cubicBezTo>
                  <a:cubicBezTo>
                    <a:pt x="4569" y="648"/>
                    <a:pt x="4487" y="670"/>
                    <a:pt x="4418" y="715"/>
                  </a:cubicBezTo>
                  <a:lnTo>
                    <a:pt x="3977" y="1012"/>
                  </a:lnTo>
                  <a:cubicBezTo>
                    <a:pt x="3882" y="965"/>
                    <a:pt x="3786" y="929"/>
                    <a:pt x="3691" y="893"/>
                  </a:cubicBezTo>
                  <a:lnTo>
                    <a:pt x="3584" y="357"/>
                  </a:lnTo>
                  <a:cubicBezTo>
                    <a:pt x="3536" y="155"/>
                    <a:pt x="3358" y="0"/>
                    <a:pt x="31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3" name="Google Shape;16563;p46"/>
            <p:cNvSpPr/>
            <p:nvPr/>
          </p:nvSpPr>
          <p:spPr>
            <a:xfrm>
              <a:off x="2738867" y="2986895"/>
              <a:ext cx="65066" cy="65066"/>
            </a:xfrm>
            <a:custGeom>
              <a:rect b="b" l="l" r="r" t="t"/>
              <a:pathLst>
                <a:path extrusionOk="0" h="2049" w="2049">
                  <a:moveTo>
                    <a:pt x="1025" y="0"/>
                  </a:moveTo>
                  <a:cubicBezTo>
                    <a:pt x="453" y="0"/>
                    <a:pt x="1" y="453"/>
                    <a:pt x="1" y="1024"/>
                  </a:cubicBezTo>
                  <a:cubicBezTo>
                    <a:pt x="1" y="1584"/>
                    <a:pt x="453" y="2048"/>
                    <a:pt x="1025" y="2048"/>
                  </a:cubicBezTo>
                  <a:cubicBezTo>
                    <a:pt x="1251" y="2048"/>
                    <a:pt x="1465" y="1977"/>
                    <a:pt x="1644" y="1846"/>
                  </a:cubicBezTo>
                  <a:cubicBezTo>
                    <a:pt x="1727" y="1786"/>
                    <a:pt x="1739" y="1667"/>
                    <a:pt x="1680" y="1584"/>
                  </a:cubicBezTo>
                  <a:cubicBezTo>
                    <a:pt x="1646" y="1543"/>
                    <a:pt x="1593" y="1522"/>
                    <a:pt x="1540" y="1522"/>
                  </a:cubicBezTo>
                  <a:cubicBezTo>
                    <a:pt x="1500" y="1522"/>
                    <a:pt x="1461" y="1534"/>
                    <a:pt x="1430" y="1560"/>
                  </a:cubicBezTo>
                  <a:cubicBezTo>
                    <a:pt x="1311" y="1644"/>
                    <a:pt x="1168" y="1691"/>
                    <a:pt x="1025" y="1691"/>
                  </a:cubicBezTo>
                  <a:cubicBezTo>
                    <a:pt x="668" y="1691"/>
                    <a:pt x="370" y="1393"/>
                    <a:pt x="370" y="1036"/>
                  </a:cubicBezTo>
                  <a:cubicBezTo>
                    <a:pt x="382" y="655"/>
                    <a:pt x="680" y="370"/>
                    <a:pt x="1037" y="370"/>
                  </a:cubicBezTo>
                  <a:cubicBezTo>
                    <a:pt x="1394" y="370"/>
                    <a:pt x="1692" y="667"/>
                    <a:pt x="1692" y="1024"/>
                  </a:cubicBezTo>
                  <a:cubicBezTo>
                    <a:pt x="1692" y="1132"/>
                    <a:pt x="1775" y="1203"/>
                    <a:pt x="1870" y="1203"/>
                  </a:cubicBezTo>
                  <a:cubicBezTo>
                    <a:pt x="1965" y="1203"/>
                    <a:pt x="2049" y="1108"/>
                    <a:pt x="2049" y="1024"/>
                  </a:cubicBezTo>
                  <a:cubicBezTo>
                    <a:pt x="2049" y="453"/>
                    <a:pt x="1584" y="0"/>
                    <a:pt x="10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4" name="Google Shape;16564;p46"/>
            <p:cNvSpPr/>
            <p:nvPr/>
          </p:nvSpPr>
          <p:spPr>
            <a:xfrm>
              <a:off x="2604670" y="2851904"/>
              <a:ext cx="70718" cy="71131"/>
            </a:xfrm>
            <a:custGeom>
              <a:rect b="b" l="l" r="r" t="t"/>
              <a:pathLst>
                <a:path extrusionOk="0" h="2240" w="2227">
                  <a:moveTo>
                    <a:pt x="1107" y="382"/>
                  </a:moveTo>
                  <a:cubicBezTo>
                    <a:pt x="1512" y="382"/>
                    <a:pt x="1858" y="715"/>
                    <a:pt x="1858" y="1120"/>
                  </a:cubicBezTo>
                  <a:cubicBezTo>
                    <a:pt x="1858" y="1525"/>
                    <a:pt x="1512" y="1870"/>
                    <a:pt x="1107" y="1870"/>
                  </a:cubicBezTo>
                  <a:cubicBezTo>
                    <a:pt x="691" y="1870"/>
                    <a:pt x="369" y="1525"/>
                    <a:pt x="369" y="1120"/>
                  </a:cubicBezTo>
                  <a:cubicBezTo>
                    <a:pt x="369" y="703"/>
                    <a:pt x="703" y="382"/>
                    <a:pt x="1107" y="382"/>
                  </a:cubicBezTo>
                  <a:close/>
                  <a:moveTo>
                    <a:pt x="1107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0" y="1727"/>
                    <a:pt x="500" y="2239"/>
                    <a:pt x="1107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65" name="Google Shape;16565;p46"/>
          <p:cNvGrpSpPr/>
          <p:nvPr/>
        </p:nvGrpSpPr>
        <p:grpSpPr>
          <a:xfrm>
            <a:off x="1980720" y="1709223"/>
            <a:ext cx="299154" cy="298837"/>
            <a:chOff x="2746995" y="4322648"/>
            <a:chExt cx="299154" cy="298837"/>
          </a:xfrm>
        </p:grpSpPr>
        <p:sp>
          <p:nvSpPr>
            <p:cNvPr id="16566" name="Google Shape;16566;p46"/>
            <p:cNvSpPr/>
            <p:nvPr/>
          </p:nvSpPr>
          <p:spPr>
            <a:xfrm>
              <a:off x="2828095" y="4322648"/>
              <a:ext cx="218053" cy="170597"/>
            </a:xfrm>
            <a:custGeom>
              <a:rect b="b" l="l" r="r" t="t"/>
              <a:pathLst>
                <a:path extrusionOk="0" h="5385" w="6883">
                  <a:moveTo>
                    <a:pt x="4111" y="0"/>
                  </a:moveTo>
                  <a:cubicBezTo>
                    <a:pt x="4032" y="0"/>
                    <a:pt x="3952" y="5"/>
                    <a:pt x="3870" y="15"/>
                  </a:cubicBezTo>
                  <a:cubicBezTo>
                    <a:pt x="3251" y="62"/>
                    <a:pt x="2632" y="372"/>
                    <a:pt x="2156" y="860"/>
                  </a:cubicBezTo>
                  <a:cubicBezTo>
                    <a:pt x="1679" y="1348"/>
                    <a:pt x="1382" y="1979"/>
                    <a:pt x="1334" y="2586"/>
                  </a:cubicBezTo>
                  <a:cubicBezTo>
                    <a:pt x="1310" y="3015"/>
                    <a:pt x="1382" y="3420"/>
                    <a:pt x="1549" y="3825"/>
                  </a:cubicBezTo>
                  <a:lnTo>
                    <a:pt x="72" y="5087"/>
                  </a:lnTo>
                  <a:cubicBezTo>
                    <a:pt x="1" y="5146"/>
                    <a:pt x="1" y="5253"/>
                    <a:pt x="60" y="5325"/>
                  </a:cubicBezTo>
                  <a:cubicBezTo>
                    <a:pt x="84" y="5372"/>
                    <a:pt x="132" y="5384"/>
                    <a:pt x="191" y="5384"/>
                  </a:cubicBezTo>
                  <a:cubicBezTo>
                    <a:pt x="227" y="5384"/>
                    <a:pt x="263" y="5372"/>
                    <a:pt x="298" y="5337"/>
                  </a:cubicBezTo>
                  <a:lnTo>
                    <a:pt x="1870" y="3991"/>
                  </a:lnTo>
                  <a:cubicBezTo>
                    <a:pt x="1930" y="3944"/>
                    <a:pt x="1941" y="3848"/>
                    <a:pt x="1918" y="3789"/>
                  </a:cubicBezTo>
                  <a:cubicBezTo>
                    <a:pt x="1739" y="3420"/>
                    <a:pt x="1668" y="3015"/>
                    <a:pt x="1691" y="2598"/>
                  </a:cubicBezTo>
                  <a:cubicBezTo>
                    <a:pt x="1763" y="1491"/>
                    <a:pt x="2811" y="431"/>
                    <a:pt x="3906" y="336"/>
                  </a:cubicBezTo>
                  <a:cubicBezTo>
                    <a:pt x="3965" y="333"/>
                    <a:pt x="4023" y="332"/>
                    <a:pt x="4081" y="332"/>
                  </a:cubicBezTo>
                  <a:cubicBezTo>
                    <a:pt x="4280" y="332"/>
                    <a:pt x="4474" y="350"/>
                    <a:pt x="4668" y="396"/>
                  </a:cubicBezTo>
                  <a:cubicBezTo>
                    <a:pt x="4716" y="419"/>
                    <a:pt x="4716" y="443"/>
                    <a:pt x="4727" y="455"/>
                  </a:cubicBezTo>
                  <a:cubicBezTo>
                    <a:pt x="4727" y="479"/>
                    <a:pt x="4739" y="503"/>
                    <a:pt x="4716" y="539"/>
                  </a:cubicBezTo>
                  <a:lnTo>
                    <a:pt x="3632" y="1622"/>
                  </a:lnTo>
                  <a:cubicBezTo>
                    <a:pt x="3477" y="1765"/>
                    <a:pt x="3394" y="1967"/>
                    <a:pt x="3394" y="2182"/>
                  </a:cubicBezTo>
                  <a:cubicBezTo>
                    <a:pt x="3394" y="2396"/>
                    <a:pt x="3477" y="2598"/>
                    <a:pt x="3632" y="2753"/>
                  </a:cubicBezTo>
                  <a:lnTo>
                    <a:pt x="4132" y="3253"/>
                  </a:lnTo>
                  <a:cubicBezTo>
                    <a:pt x="4287" y="3408"/>
                    <a:pt x="4489" y="3485"/>
                    <a:pt x="4692" y="3485"/>
                  </a:cubicBezTo>
                  <a:cubicBezTo>
                    <a:pt x="4894" y="3485"/>
                    <a:pt x="5097" y="3408"/>
                    <a:pt x="5251" y="3253"/>
                  </a:cubicBezTo>
                  <a:lnTo>
                    <a:pt x="6347" y="2158"/>
                  </a:lnTo>
                  <a:cubicBezTo>
                    <a:pt x="6369" y="2135"/>
                    <a:pt x="6387" y="2127"/>
                    <a:pt x="6403" y="2127"/>
                  </a:cubicBezTo>
                  <a:cubicBezTo>
                    <a:pt x="6413" y="2127"/>
                    <a:pt x="6421" y="2130"/>
                    <a:pt x="6430" y="2134"/>
                  </a:cubicBezTo>
                  <a:cubicBezTo>
                    <a:pt x="6442" y="2134"/>
                    <a:pt x="6466" y="2158"/>
                    <a:pt x="6478" y="2194"/>
                  </a:cubicBezTo>
                  <a:cubicBezTo>
                    <a:pt x="6537" y="2455"/>
                    <a:pt x="6573" y="2705"/>
                    <a:pt x="6537" y="2967"/>
                  </a:cubicBezTo>
                  <a:cubicBezTo>
                    <a:pt x="6478" y="3753"/>
                    <a:pt x="5966" y="4515"/>
                    <a:pt x="5216" y="4944"/>
                  </a:cubicBezTo>
                  <a:cubicBezTo>
                    <a:pt x="5144" y="4980"/>
                    <a:pt x="5108" y="5087"/>
                    <a:pt x="5156" y="5158"/>
                  </a:cubicBezTo>
                  <a:cubicBezTo>
                    <a:pt x="5187" y="5213"/>
                    <a:pt x="5244" y="5242"/>
                    <a:pt x="5300" y="5242"/>
                  </a:cubicBezTo>
                  <a:cubicBezTo>
                    <a:pt x="5329" y="5242"/>
                    <a:pt x="5358" y="5234"/>
                    <a:pt x="5382" y="5218"/>
                  </a:cubicBezTo>
                  <a:cubicBezTo>
                    <a:pt x="6228" y="4741"/>
                    <a:pt x="6823" y="3884"/>
                    <a:pt x="6883" y="2991"/>
                  </a:cubicBezTo>
                  <a:cubicBezTo>
                    <a:pt x="6871" y="2682"/>
                    <a:pt x="6859" y="2384"/>
                    <a:pt x="6775" y="2098"/>
                  </a:cubicBezTo>
                  <a:cubicBezTo>
                    <a:pt x="6752" y="1943"/>
                    <a:pt x="6632" y="1848"/>
                    <a:pt x="6478" y="1801"/>
                  </a:cubicBezTo>
                  <a:cubicBezTo>
                    <a:pt x="6440" y="1788"/>
                    <a:pt x="6402" y="1782"/>
                    <a:pt x="6364" y="1782"/>
                  </a:cubicBezTo>
                  <a:cubicBezTo>
                    <a:pt x="6258" y="1782"/>
                    <a:pt x="6155" y="1829"/>
                    <a:pt x="6085" y="1908"/>
                  </a:cubicBezTo>
                  <a:lnTo>
                    <a:pt x="4978" y="3003"/>
                  </a:lnTo>
                  <a:cubicBezTo>
                    <a:pt x="4888" y="3092"/>
                    <a:pt x="4772" y="3137"/>
                    <a:pt x="4658" y="3137"/>
                  </a:cubicBezTo>
                  <a:cubicBezTo>
                    <a:pt x="4543" y="3137"/>
                    <a:pt x="4430" y="3092"/>
                    <a:pt x="4346" y="3003"/>
                  </a:cubicBezTo>
                  <a:lnTo>
                    <a:pt x="3835" y="2503"/>
                  </a:lnTo>
                  <a:cubicBezTo>
                    <a:pt x="3751" y="2408"/>
                    <a:pt x="3704" y="2301"/>
                    <a:pt x="3704" y="2170"/>
                  </a:cubicBezTo>
                  <a:cubicBezTo>
                    <a:pt x="3704" y="2051"/>
                    <a:pt x="3751" y="1932"/>
                    <a:pt x="3835" y="1848"/>
                  </a:cubicBezTo>
                  <a:lnTo>
                    <a:pt x="4918" y="753"/>
                  </a:lnTo>
                  <a:cubicBezTo>
                    <a:pt x="5025" y="658"/>
                    <a:pt x="5073" y="491"/>
                    <a:pt x="5025" y="360"/>
                  </a:cubicBezTo>
                  <a:cubicBezTo>
                    <a:pt x="4978" y="205"/>
                    <a:pt x="4882" y="98"/>
                    <a:pt x="4727" y="74"/>
                  </a:cubicBezTo>
                  <a:cubicBezTo>
                    <a:pt x="4520" y="31"/>
                    <a:pt x="4320" y="0"/>
                    <a:pt x="41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7" name="Google Shape;16567;p46"/>
            <p:cNvSpPr/>
            <p:nvPr/>
          </p:nvSpPr>
          <p:spPr>
            <a:xfrm>
              <a:off x="2746995" y="4480034"/>
              <a:ext cx="232404" cy="141451"/>
            </a:xfrm>
            <a:custGeom>
              <a:rect b="b" l="l" r="r" t="t"/>
              <a:pathLst>
                <a:path extrusionOk="0" h="4465" w="7336">
                  <a:moveTo>
                    <a:pt x="5613" y="0"/>
                  </a:moveTo>
                  <a:cubicBezTo>
                    <a:pt x="5566" y="0"/>
                    <a:pt x="5522" y="19"/>
                    <a:pt x="5490" y="59"/>
                  </a:cubicBezTo>
                  <a:lnTo>
                    <a:pt x="2168" y="3905"/>
                  </a:lnTo>
                  <a:cubicBezTo>
                    <a:pt x="2049" y="4036"/>
                    <a:pt x="1870" y="4119"/>
                    <a:pt x="1692" y="4119"/>
                  </a:cubicBezTo>
                  <a:cubicBezTo>
                    <a:pt x="1513" y="4119"/>
                    <a:pt x="1334" y="4060"/>
                    <a:pt x="1203" y="3929"/>
                  </a:cubicBezTo>
                  <a:lnTo>
                    <a:pt x="549" y="3274"/>
                  </a:lnTo>
                  <a:cubicBezTo>
                    <a:pt x="429" y="3143"/>
                    <a:pt x="358" y="2976"/>
                    <a:pt x="358" y="2786"/>
                  </a:cubicBezTo>
                  <a:cubicBezTo>
                    <a:pt x="370" y="2607"/>
                    <a:pt x="441" y="2429"/>
                    <a:pt x="572" y="2321"/>
                  </a:cubicBezTo>
                  <a:lnTo>
                    <a:pt x="2334" y="821"/>
                  </a:lnTo>
                  <a:cubicBezTo>
                    <a:pt x="2406" y="762"/>
                    <a:pt x="2406" y="655"/>
                    <a:pt x="2346" y="583"/>
                  </a:cubicBezTo>
                  <a:cubicBezTo>
                    <a:pt x="2315" y="546"/>
                    <a:pt x="2271" y="528"/>
                    <a:pt x="2226" y="528"/>
                  </a:cubicBezTo>
                  <a:cubicBezTo>
                    <a:pt x="2185" y="528"/>
                    <a:pt x="2142" y="543"/>
                    <a:pt x="2108" y="571"/>
                  </a:cubicBezTo>
                  <a:lnTo>
                    <a:pt x="358" y="2071"/>
                  </a:lnTo>
                  <a:cubicBezTo>
                    <a:pt x="144" y="2250"/>
                    <a:pt x="25" y="2500"/>
                    <a:pt x="13" y="2786"/>
                  </a:cubicBezTo>
                  <a:cubicBezTo>
                    <a:pt x="1" y="3048"/>
                    <a:pt x="96" y="3322"/>
                    <a:pt x="299" y="3512"/>
                  </a:cubicBezTo>
                  <a:lnTo>
                    <a:pt x="953" y="4167"/>
                  </a:lnTo>
                  <a:cubicBezTo>
                    <a:pt x="1132" y="4357"/>
                    <a:pt x="1394" y="4465"/>
                    <a:pt x="1644" y="4465"/>
                  </a:cubicBezTo>
                  <a:lnTo>
                    <a:pt x="1680" y="4465"/>
                  </a:lnTo>
                  <a:cubicBezTo>
                    <a:pt x="1965" y="4453"/>
                    <a:pt x="2215" y="4334"/>
                    <a:pt x="2394" y="4119"/>
                  </a:cubicBezTo>
                  <a:lnTo>
                    <a:pt x="5633" y="369"/>
                  </a:lnTo>
                  <a:cubicBezTo>
                    <a:pt x="5970" y="502"/>
                    <a:pt x="6298" y="564"/>
                    <a:pt x="6648" y="564"/>
                  </a:cubicBezTo>
                  <a:cubicBezTo>
                    <a:pt x="6706" y="564"/>
                    <a:pt x="6764" y="563"/>
                    <a:pt x="6823" y="559"/>
                  </a:cubicBezTo>
                  <a:cubicBezTo>
                    <a:pt x="6942" y="559"/>
                    <a:pt x="7061" y="535"/>
                    <a:pt x="7180" y="524"/>
                  </a:cubicBezTo>
                  <a:cubicBezTo>
                    <a:pt x="7276" y="488"/>
                    <a:pt x="7335" y="404"/>
                    <a:pt x="7323" y="309"/>
                  </a:cubicBezTo>
                  <a:cubicBezTo>
                    <a:pt x="7301" y="233"/>
                    <a:pt x="7230" y="177"/>
                    <a:pt x="7145" y="177"/>
                  </a:cubicBezTo>
                  <a:cubicBezTo>
                    <a:pt x="7137" y="177"/>
                    <a:pt x="7129" y="177"/>
                    <a:pt x="7121" y="178"/>
                  </a:cubicBezTo>
                  <a:cubicBezTo>
                    <a:pt x="7026" y="190"/>
                    <a:pt x="6918" y="214"/>
                    <a:pt x="6823" y="226"/>
                  </a:cubicBezTo>
                  <a:cubicBezTo>
                    <a:pt x="6774" y="229"/>
                    <a:pt x="6725" y="230"/>
                    <a:pt x="6676" y="230"/>
                  </a:cubicBezTo>
                  <a:cubicBezTo>
                    <a:pt x="6335" y="230"/>
                    <a:pt x="6003" y="157"/>
                    <a:pt x="5680" y="12"/>
                  </a:cubicBezTo>
                  <a:cubicBezTo>
                    <a:pt x="5658" y="4"/>
                    <a:pt x="5635" y="0"/>
                    <a:pt x="56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8" name="Google Shape;16568;p46"/>
            <p:cNvSpPr/>
            <p:nvPr/>
          </p:nvSpPr>
          <p:spPr>
            <a:xfrm>
              <a:off x="2889206" y="4345046"/>
              <a:ext cx="46411" cy="47488"/>
            </a:xfrm>
            <a:custGeom>
              <a:rect b="b" l="l" r="r" t="t"/>
              <a:pathLst>
                <a:path extrusionOk="0" h="1499" w="1465">
                  <a:moveTo>
                    <a:pt x="1250" y="0"/>
                  </a:moveTo>
                  <a:cubicBezTo>
                    <a:pt x="1222" y="0"/>
                    <a:pt x="1193" y="7"/>
                    <a:pt x="1167" y="22"/>
                  </a:cubicBezTo>
                  <a:cubicBezTo>
                    <a:pt x="679" y="320"/>
                    <a:pt x="298" y="748"/>
                    <a:pt x="48" y="1260"/>
                  </a:cubicBezTo>
                  <a:cubicBezTo>
                    <a:pt x="1" y="1344"/>
                    <a:pt x="48" y="1439"/>
                    <a:pt x="120" y="1475"/>
                  </a:cubicBezTo>
                  <a:cubicBezTo>
                    <a:pt x="155" y="1498"/>
                    <a:pt x="167" y="1498"/>
                    <a:pt x="191" y="1498"/>
                  </a:cubicBezTo>
                  <a:cubicBezTo>
                    <a:pt x="251" y="1498"/>
                    <a:pt x="310" y="1463"/>
                    <a:pt x="346" y="1403"/>
                  </a:cubicBezTo>
                  <a:cubicBezTo>
                    <a:pt x="548" y="963"/>
                    <a:pt x="905" y="570"/>
                    <a:pt x="1322" y="308"/>
                  </a:cubicBezTo>
                  <a:cubicBezTo>
                    <a:pt x="1429" y="260"/>
                    <a:pt x="1465" y="153"/>
                    <a:pt x="1405" y="82"/>
                  </a:cubicBezTo>
                  <a:cubicBezTo>
                    <a:pt x="1373" y="33"/>
                    <a:pt x="1312" y="0"/>
                    <a:pt x="12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69" name="Google Shape;16569;p46"/>
          <p:cNvGrpSpPr/>
          <p:nvPr/>
        </p:nvGrpSpPr>
        <p:grpSpPr>
          <a:xfrm>
            <a:off x="4585034" y="2630033"/>
            <a:ext cx="278739" cy="339073"/>
            <a:chOff x="1768821" y="3361108"/>
            <a:chExt cx="278739" cy="339073"/>
          </a:xfrm>
        </p:grpSpPr>
        <p:sp>
          <p:nvSpPr>
            <p:cNvPr id="16570" name="Google Shape;16570;p46"/>
            <p:cNvSpPr/>
            <p:nvPr/>
          </p:nvSpPr>
          <p:spPr>
            <a:xfrm>
              <a:off x="1784374" y="3549744"/>
              <a:ext cx="32218" cy="21564"/>
            </a:xfrm>
            <a:custGeom>
              <a:rect b="b" l="l" r="r" t="t"/>
              <a:pathLst>
                <a:path extrusionOk="0" h="678" w="1013">
                  <a:moveTo>
                    <a:pt x="830" y="1"/>
                  </a:moveTo>
                  <a:cubicBezTo>
                    <a:pt x="804" y="1"/>
                    <a:pt x="776" y="8"/>
                    <a:pt x="750" y="23"/>
                  </a:cubicBezTo>
                  <a:lnTo>
                    <a:pt x="143" y="380"/>
                  </a:lnTo>
                  <a:cubicBezTo>
                    <a:pt x="0" y="451"/>
                    <a:pt x="48" y="677"/>
                    <a:pt x="214" y="677"/>
                  </a:cubicBezTo>
                  <a:cubicBezTo>
                    <a:pt x="238" y="677"/>
                    <a:pt x="274" y="677"/>
                    <a:pt x="286" y="665"/>
                  </a:cubicBezTo>
                  <a:lnTo>
                    <a:pt x="893" y="308"/>
                  </a:lnTo>
                  <a:cubicBezTo>
                    <a:pt x="1000" y="261"/>
                    <a:pt x="1012" y="154"/>
                    <a:pt x="976" y="82"/>
                  </a:cubicBezTo>
                  <a:cubicBezTo>
                    <a:pt x="944" y="33"/>
                    <a:pt x="889" y="1"/>
                    <a:pt x="8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1" name="Google Shape;16571;p46"/>
            <p:cNvSpPr/>
            <p:nvPr/>
          </p:nvSpPr>
          <p:spPr>
            <a:xfrm>
              <a:off x="1998326" y="3551652"/>
              <a:ext cx="32218" cy="21532"/>
            </a:xfrm>
            <a:custGeom>
              <a:rect b="b" l="l" r="r" t="t"/>
              <a:pathLst>
                <a:path extrusionOk="0" h="677" w="1013">
                  <a:moveTo>
                    <a:pt x="199" y="0"/>
                  </a:moveTo>
                  <a:cubicBezTo>
                    <a:pt x="141" y="0"/>
                    <a:pt x="80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cubicBezTo>
                    <a:pt x="726" y="665"/>
                    <a:pt x="714" y="677"/>
                    <a:pt x="810" y="677"/>
                  </a:cubicBezTo>
                  <a:cubicBezTo>
                    <a:pt x="953" y="677"/>
                    <a:pt x="1012" y="451"/>
                    <a:pt x="881" y="379"/>
                  </a:cubicBezTo>
                  <a:lnTo>
                    <a:pt x="274" y="22"/>
                  </a:lnTo>
                  <a:cubicBezTo>
                    <a:pt x="251" y="7"/>
                    <a:pt x="226" y="0"/>
                    <a:pt x="1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2" name="Google Shape;16572;p46"/>
            <p:cNvSpPr/>
            <p:nvPr/>
          </p:nvSpPr>
          <p:spPr>
            <a:xfrm>
              <a:off x="1826007" y="3466383"/>
              <a:ext cx="142041" cy="233799"/>
            </a:xfrm>
            <a:custGeom>
              <a:rect b="b" l="l" r="r" t="t"/>
              <a:pathLst>
                <a:path extrusionOk="0" h="7351" w="4466">
                  <a:moveTo>
                    <a:pt x="1715" y="346"/>
                  </a:moveTo>
                  <a:cubicBezTo>
                    <a:pt x="1882" y="346"/>
                    <a:pt x="2013" y="489"/>
                    <a:pt x="2013" y="643"/>
                  </a:cubicBezTo>
                  <a:lnTo>
                    <a:pt x="2013" y="941"/>
                  </a:lnTo>
                  <a:lnTo>
                    <a:pt x="1668" y="941"/>
                  </a:lnTo>
                  <a:cubicBezTo>
                    <a:pt x="1501" y="941"/>
                    <a:pt x="1370" y="810"/>
                    <a:pt x="1370" y="643"/>
                  </a:cubicBezTo>
                  <a:cubicBezTo>
                    <a:pt x="1370" y="489"/>
                    <a:pt x="1501" y="346"/>
                    <a:pt x="1668" y="346"/>
                  </a:cubicBezTo>
                  <a:close/>
                  <a:moveTo>
                    <a:pt x="3573" y="346"/>
                  </a:moveTo>
                  <a:cubicBezTo>
                    <a:pt x="3739" y="346"/>
                    <a:pt x="3870" y="489"/>
                    <a:pt x="3870" y="643"/>
                  </a:cubicBezTo>
                  <a:cubicBezTo>
                    <a:pt x="3870" y="810"/>
                    <a:pt x="3739" y="941"/>
                    <a:pt x="3573" y="941"/>
                  </a:cubicBezTo>
                  <a:lnTo>
                    <a:pt x="3239" y="941"/>
                  </a:lnTo>
                  <a:lnTo>
                    <a:pt x="3239" y="643"/>
                  </a:lnTo>
                  <a:cubicBezTo>
                    <a:pt x="3239" y="489"/>
                    <a:pt x="3370" y="346"/>
                    <a:pt x="3537" y="346"/>
                  </a:cubicBezTo>
                  <a:close/>
                  <a:moveTo>
                    <a:pt x="3727" y="4370"/>
                  </a:moveTo>
                  <a:lnTo>
                    <a:pt x="3727" y="5049"/>
                  </a:lnTo>
                  <a:lnTo>
                    <a:pt x="1513" y="5049"/>
                  </a:lnTo>
                  <a:lnTo>
                    <a:pt x="1513" y="4370"/>
                  </a:lnTo>
                  <a:close/>
                  <a:moveTo>
                    <a:pt x="3739" y="5370"/>
                  </a:moveTo>
                  <a:lnTo>
                    <a:pt x="3739" y="5799"/>
                  </a:lnTo>
                  <a:lnTo>
                    <a:pt x="3727" y="5799"/>
                  </a:lnTo>
                  <a:cubicBezTo>
                    <a:pt x="3727" y="5930"/>
                    <a:pt x="3620" y="6037"/>
                    <a:pt x="3489" y="6037"/>
                  </a:cubicBezTo>
                  <a:lnTo>
                    <a:pt x="1763" y="6037"/>
                  </a:lnTo>
                  <a:cubicBezTo>
                    <a:pt x="1620" y="6037"/>
                    <a:pt x="1525" y="5930"/>
                    <a:pt x="1525" y="5799"/>
                  </a:cubicBezTo>
                  <a:lnTo>
                    <a:pt x="1525" y="5370"/>
                  </a:lnTo>
                  <a:close/>
                  <a:moveTo>
                    <a:pt x="1656" y="0"/>
                  </a:moveTo>
                  <a:cubicBezTo>
                    <a:pt x="1310" y="0"/>
                    <a:pt x="1037" y="286"/>
                    <a:pt x="1037" y="631"/>
                  </a:cubicBezTo>
                  <a:cubicBezTo>
                    <a:pt x="1037" y="977"/>
                    <a:pt x="1310" y="1262"/>
                    <a:pt x="1656" y="1262"/>
                  </a:cubicBezTo>
                  <a:lnTo>
                    <a:pt x="2001" y="1262"/>
                  </a:lnTo>
                  <a:lnTo>
                    <a:pt x="2001" y="2548"/>
                  </a:lnTo>
                  <a:cubicBezTo>
                    <a:pt x="2001" y="2644"/>
                    <a:pt x="2072" y="2715"/>
                    <a:pt x="2168" y="2715"/>
                  </a:cubicBezTo>
                  <a:cubicBezTo>
                    <a:pt x="2251" y="2715"/>
                    <a:pt x="2322" y="2644"/>
                    <a:pt x="2322" y="2548"/>
                  </a:cubicBezTo>
                  <a:lnTo>
                    <a:pt x="2322" y="1262"/>
                  </a:lnTo>
                  <a:lnTo>
                    <a:pt x="2906" y="1262"/>
                  </a:lnTo>
                  <a:lnTo>
                    <a:pt x="2906" y="4037"/>
                  </a:lnTo>
                  <a:lnTo>
                    <a:pt x="2322" y="4037"/>
                  </a:lnTo>
                  <a:lnTo>
                    <a:pt x="2322" y="3191"/>
                  </a:lnTo>
                  <a:cubicBezTo>
                    <a:pt x="2322" y="3108"/>
                    <a:pt x="2251" y="3025"/>
                    <a:pt x="2168" y="3025"/>
                  </a:cubicBezTo>
                  <a:cubicBezTo>
                    <a:pt x="2072" y="3025"/>
                    <a:pt x="2001" y="3108"/>
                    <a:pt x="2001" y="3191"/>
                  </a:cubicBezTo>
                  <a:lnTo>
                    <a:pt x="2001" y="4060"/>
                  </a:lnTo>
                  <a:lnTo>
                    <a:pt x="1513" y="4060"/>
                  </a:lnTo>
                  <a:cubicBezTo>
                    <a:pt x="1489" y="3596"/>
                    <a:pt x="1298" y="3167"/>
                    <a:pt x="941" y="2846"/>
                  </a:cubicBezTo>
                  <a:cubicBezTo>
                    <a:pt x="679" y="2608"/>
                    <a:pt x="465" y="2310"/>
                    <a:pt x="334" y="1989"/>
                  </a:cubicBezTo>
                  <a:cubicBezTo>
                    <a:pt x="305" y="1930"/>
                    <a:pt x="235" y="1887"/>
                    <a:pt x="165" y="1887"/>
                  </a:cubicBezTo>
                  <a:cubicBezTo>
                    <a:pt x="150" y="1887"/>
                    <a:pt x="135" y="1889"/>
                    <a:pt x="120" y="1893"/>
                  </a:cubicBezTo>
                  <a:cubicBezTo>
                    <a:pt x="48" y="1929"/>
                    <a:pt x="1" y="2036"/>
                    <a:pt x="36" y="2108"/>
                  </a:cubicBezTo>
                  <a:cubicBezTo>
                    <a:pt x="179" y="2477"/>
                    <a:pt x="417" y="2810"/>
                    <a:pt x="715" y="3084"/>
                  </a:cubicBezTo>
                  <a:cubicBezTo>
                    <a:pt x="1001" y="3358"/>
                    <a:pt x="1179" y="3727"/>
                    <a:pt x="1179" y="4120"/>
                  </a:cubicBezTo>
                  <a:lnTo>
                    <a:pt x="1179" y="5823"/>
                  </a:lnTo>
                  <a:cubicBezTo>
                    <a:pt x="1179" y="6096"/>
                    <a:pt x="1358" y="6311"/>
                    <a:pt x="1608" y="6382"/>
                  </a:cubicBezTo>
                  <a:cubicBezTo>
                    <a:pt x="1608" y="6513"/>
                    <a:pt x="1644" y="6644"/>
                    <a:pt x="1703" y="6775"/>
                  </a:cubicBezTo>
                  <a:cubicBezTo>
                    <a:pt x="1738" y="6837"/>
                    <a:pt x="1793" y="6872"/>
                    <a:pt x="1848" y="6872"/>
                  </a:cubicBezTo>
                  <a:cubicBezTo>
                    <a:pt x="1868" y="6872"/>
                    <a:pt x="1887" y="6868"/>
                    <a:pt x="1906" y="6858"/>
                  </a:cubicBezTo>
                  <a:cubicBezTo>
                    <a:pt x="1989" y="6811"/>
                    <a:pt x="2025" y="6715"/>
                    <a:pt x="1989" y="6644"/>
                  </a:cubicBezTo>
                  <a:cubicBezTo>
                    <a:pt x="1953" y="6573"/>
                    <a:pt x="1930" y="6477"/>
                    <a:pt x="1930" y="6394"/>
                  </a:cubicBezTo>
                  <a:lnTo>
                    <a:pt x="3263" y="6394"/>
                  </a:lnTo>
                  <a:cubicBezTo>
                    <a:pt x="3243" y="6759"/>
                    <a:pt x="2922" y="7025"/>
                    <a:pt x="2575" y="7025"/>
                  </a:cubicBezTo>
                  <a:cubicBezTo>
                    <a:pt x="2503" y="7025"/>
                    <a:pt x="2430" y="7014"/>
                    <a:pt x="2358" y="6989"/>
                  </a:cubicBezTo>
                  <a:cubicBezTo>
                    <a:pt x="2336" y="6981"/>
                    <a:pt x="2314" y="6977"/>
                    <a:pt x="2294" y="6977"/>
                  </a:cubicBezTo>
                  <a:cubicBezTo>
                    <a:pt x="2227" y="6977"/>
                    <a:pt x="2171" y="7018"/>
                    <a:pt x="2144" y="7073"/>
                  </a:cubicBezTo>
                  <a:cubicBezTo>
                    <a:pt x="2120" y="7168"/>
                    <a:pt x="2168" y="7251"/>
                    <a:pt x="2239" y="7287"/>
                  </a:cubicBezTo>
                  <a:cubicBezTo>
                    <a:pt x="2356" y="7330"/>
                    <a:pt x="2473" y="7350"/>
                    <a:pt x="2588" y="7350"/>
                  </a:cubicBezTo>
                  <a:cubicBezTo>
                    <a:pt x="3106" y="7350"/>
                    <a:pt x="3563" y="6940"/>
                    <a:pt x="3573" y="6394"/>
                  </a:cubicBezTo>
                  <a:cubicBezTo>
                    <a:pt x="3835" y="6334"/>
                    <a:pt x="4013" y="6108"/>
                    <a:pt x="4013" y="5846"/>
                  </a:cubicBezTo>
                  <a:lnTo>
                    <a:pt x="4013" y="4156"/>
                  </a:lnTo>
                  <a:cubicBezTo>
                    <a:pt x="4013" y="3798"/>
                    <a:pt x="4144" y="3465"/>
                    <a:pt x="4370" y="3203"/>
                  </a:cubicBezTo>
                  <a:cubicBezTo>
                    <a:pt x="4466" y="3108"/>
                    <a:pt x="4454" y="3001"/>
                    <a:pt x="4394" y="2941"/>
                  </a:cubicBezTo>
                  <a:cubicBezTo>
                    <a:pt x="4366" y="2913"/>
                    <a:pt x="4326" y="2898"/>
                    <a:pt x="4287" y="2898"/>
                  </a:cubicBezTo>
                  <a:cubicBezTo>
                    <a:pt x="4243" y="2898"/>
                    <a:pt x="4199" y="2916"/>
                    <a:pt x="4168" y="2953"/>
                  </a:cubicBezTo>
                  <a:cubicBezTo>
                    <a:pt x="3906" y="3251"/>
                    <a:pt x="3739" y="3644"/>
                    <a:pt x="3727" y="4060"/>
                  </a:cubicBezTo>
                  <a:lnTo>
                    <a:pt x="3239" y="4060"/>
                  </a:lnTo>
                  <a:lnTo>
                    <a:pt x="3239" y="1262"/>
                  </a:lnTo>
                  <a:lnTo>
                    <a:pt x="3573" y="1262"/>
                  </a:lnTo>
                  <a:cubicBezTo>
                    <a:pt x="3918" y="1262"/>
                    <a:pt x="4204" y="977"/>
                    <a:pt x="4204" y="631"/>
                  </a:cubicBezTo>
                  <a:cubicBezTo>
                    <a:pt x="4204" y="286"/>
                    <a:pt x="3918" y="0"/>
                    <a:pt x="3573" y="0"/>
                  </a:cubicBezTo>
                  <a:lnTo>
                    <a:pt x="3537" y="0"/>
                  </a:lnTo>
                  <a:cubicBezTo>
                    <a:pt x="3192" y="0"/>
                    <a:pt x="2906" y="286"/>
                    <a:pt x="2906" y="631"/>
                  </a:cubicBezTo>
                  <a:lnTo>
                    <a:pt x="2906" y="929"/>
                  </a:lnTo>
                  <a:lnTo>
                    <a:pt x="2322" y="929"/>
                  </a:lnTo>
                  <a:lnTo>
                    <a:pt x="2322" y="631"/>
                  </a:lnTo>
                  <a:cubicBezTo>
                    <a:pt x="2322" y="286"/>
                    <a:pt x="2049" y="0"/>
                    <a:pt x="17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3" name="Google Shape;16573;p46"/>
            <p:cNvSpPr/>
            <p:nvPr/>
          </p:nvSpPr>
          <p:spPr>
            <a:xfrm>
              <a:off x="1820345" y="3409706"/>
              <a:ext cx="177631" cy="144236"/>
            </a:xfrm>
            <a:custGeom>
              <a:rect b="b" l="l" r="r" t="t"/>
              <a:pathLst>
                <a:path extrusionOk="0" h="4535" w="5585">
                  <a:moveTo>
                    <a:pt x="2818" y="1"/>
                  </a:moveTo>
                  <a:cubicBezTo>
                    <a:pt x="1382" y="1"/>
                    <a:pt x="0" y="1113"/>
                    <a:pt x="0" y="2782"/>
                  </a:cubicBezTo>
                  <a:cubicBezTo>
                    <a:pt x="0" y="2937"/>
                    <a:pt x="24" y="3080"/>
                    <a:pt x="36" y="3223"/>
                  </a:cubicBezTo>
                  <a:cubicBezTo>
                    <a:pt x="47" y="3299"/>
                    <a:pt x="107" y="3355"/>
                    <a:pt x="190" y="3355"/>
                  </a:cubicBezTo>
                  <a:cubicBezTo>
                    <a:pt x="198" y="3355"/>
                    <a:pt x="206" y="3355"/>
                    <a:pt x="214" y="3354"/>
                  </a:cubicBezTo>
                  <a:cubicBezTo>
                    <a:pt x="298" y="3342"/>
                    <a:pt x="357" y="3259"/>
                    <a:pt x="345" y="3175"/>
                  </a:cubicBezTo>
                  <a:cubicBezTo>
                    <a:pt x="333" y="3044"/>
                    <a:pt x="310" y="2925"/>
                    <a:pt x="310" y="2782"/>
                  </a:cubicBezTo>
                  <a:cubicBezTo>
                    <a:pt x="310" y="1416"/>
                    <a:pt x="1429" y="318"/>
                    <a:pt x="2779" y="318"/>
                  </a:cubicBezTo>
                  <a:cubicBezTo>
                    <a:pt x="2793" y="318"/>
                    <a:pt x="2807" y="318"/>
                    <a:pt x="2822" y="318"/>
                  </a:cubicBezTo>
                  <a:cubicBezTo>
                    <a:pt x="4143" y="330"/>
                    <a:pt x="5227" y="1437"/>
                    <a:pt x="5239" y="2759"/>
                  </a:cubicBezTo>
                  <a:lnTo>
                    <a:pt x="5239" y="2782"/>
                  </a:lnTo>
                  <a:cubicBezTo>
                    <a:pt x="5239" y="3318"/>
                    <a:pt x="5060" y="3842"/>
                    <a:pt x="4751" y="4271"/>
                  </a:cubicBezTo>
                  <a:cubicBezTo>
                    <a:pt x="4691" y="4354"/>
                    <a:pt x="4703" y="4437"/>
                    <a:pt x="4775" y="4497"/>
                  </a:cubicBezTo>
                  <a:cubicBezTo>
                    <a:pt x="4809" y="4522"/>
                    <a:pt x="4844" y="4534"/>
                    <a:pt x="4877" y="4534"/>
                  </a:cubicBezTo>
                  <a:cubicBezTo>
                    <a:pt x="4923" y="4534"/>
                    <a:pt x="4966" y="4510"/>
                    <a:pt x="5001" y="4461"/>
                  </a:cubicBezTo>
                  <a:cubicBezTo>
                    <a:pt x="5370" y="3973"/>
                    <a:pt x="5572" y="3390"/>
                    <a:pt x="5572" y="2782"/>
                  </a:cubicBezTo>
                  <a:cubicBezTo>
                    <a:pt x="5584" y="2782"/>
                    <a:pt x="5584" y="2771"/>
                    <a:pt x="5584" y="2759"/>
                  </a:cubicBezTo>
                  <a:cubicBezTo>
                    <a:pt x="5572" y="2032"/>
                    <a:pt x="5286" y="1342"/>
                    <a:pt x="4763" y="818"/>
                  </a:cubicBezTo>
                  <a:cubicBezTo>
                    <a:pt x="4198" y="253"/>
                    <a:pt x="3502" y="1"/>
                    <a:pt x="28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4" name="Google Shape;16574;p46"/>
            <p:cNvSpPr/>
            <p:nvPr/>
          </p:nvSpPr>
          <p:spPr>
            <a:xfrm>
              <a:off x="1904406" y="3361108"/>
              <a:ext cx="10241" cy="32982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70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0" y="1036"/>
                    <a:pt x="322" y="965"/>
                    <a:pt x="322" y="870"/>
                  </a:cubicBezTo>
                  <a:lnTo>
                    <a:pt x="322" y="167"/>
                  </a:lnTo>
                  <a:cubicBezTo>
                    <a:pt x="310" y="60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5" name="Google Shape;16575;p46"/>
            <p:cNvSpPr/>
            <p:nvPr/>
          </p:nvSpPr>
          <p:spPr>
            <a:xfrm>
              <a:off x="1836248" y="3378219"/>
              <a:ext cx="23504" cy="29865"/>
            </a:xfrm>
            <a:custGeom>
              <a:rect b="b" l="l" r="r" t="t"/>
              <a:pathLst>
                <a:path extrusionOk="0" h="939" w="739">
                  <a:moveTo>
                    <a:pt x="181" y="0"/>
                  </a:moveTo>
                  <a:cubicBezTo>
                    <a:pt x="154" y="0"/>
                    <a:pt x="125" y="7"/>
                    <a:pt x="95" y="22"/>
                  </a:cubicBezTo>
                  <a:cubicBezTo>
                    <a:pt x="24" y="70"/>
                    <a:pt x="0" y="165"/>
                    <a:pt x="36" y="248"/>
                  </a:cubicBezTo>
                  <a:lnTo>
                    <a:pt x="393" y="855"/>
                  </a:lnTo>
                  <a:cubicBezTo>
                    <a:pt x="429" y="903"/>
                    <a:pt x="488" y="939"/>
                    <a:pt x="536" y="939"/>
                  </a:cubicBezTo>
                  <a:cubicBezTo>
                    <a:pt x="667" y="939"/>
                    <a:pt x="738" y="796"/>
                    <a:pt x="679" y="701"/>
                  </a:cubicBezTo>
                  <a:lnTo>
                    <a:pt x="322" y="82"/>
                  </a:lnTo>
                  <a:cubicBezTo>
                    <a:pt x="289" y="33"/>
                    <a:pt x="239" y="0"/>
                    <a:pt x="1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6" name="Google Shape;16576;p46"/>
            <p:cNvSpPr/>
            <p:nvPr/>
          </p:nvSpPr>
          <p:spPr>
            <a:xfrm>
              <a:off x="1787014" y="3427072"/>
              <a:ext cx="31073" cy="21691"/>
            </a:xfrm>
            <a:custGeom>
              <a:rect b="b" l="l" r="r" t="t"/>
              <a:pathLst>
                <a:path extrusionOk="0" h="682" w="977">
                  <a:moveTo>
                    <a:pt x="187" y="0"/>
                  </a:moveTo>
                  <a:cubicBezTo>
                    <a:pt x="129" y="0"/>
                    <a:pt x="69" y="32"/>
                    <a:pt x="36" y="81"/>
                  </a:cubicBezTo>
                  <a:cubicBezTo>
                    <a:pt x="0" y="153"/>
                    <a:pt x="24" y="260"/>
                    <a:pt x="96" y="308"/>
                  </a:cubicBezTo>
                  <a:lnTo>
                    <a:pt x="715" y="665"/>
                  </a:lnTo>
                  <a:cubicBezTo>
                    <a:pt x="737" y="676"/>
                    <a:pt x="762" y="681"/>
                    <a:pt x="788" y="681"/>
                  </a:cubicBezTo>
                  <a:cubicBezTo>
                    <a:pt x="846" y="681"/>
                    <a:pt x="904" y="655"/>
                    <a:pt x="929" y="605"/>
                  </a:cubicBezTo>
                  <a:cubicBezTo>
                    <a:pt x="977" y="510"/>
                    <a:pt x="953" y="427"/>
                    <a:pt x="870" y="379"/>
                  </a:cubicBezTo>
                  <a:lnTo>
                    <a:pt x="262" y="22"/>
                  </a:lnTo>
                  <a:cubicBezTo>
                    <a:pt x="240" y="7"/>
                    <a:pt x="214" y="0"/>
                    <a:pt x="1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7" name="Google Shape;16577;p46"/>
            <p:cNvSpPr/>
            <p:nvPr/>
          </p:nvSpPr>
          <p:spPr>
            <a:xfrm>
              <a:off x="1768821" y="3494021"/>
              <a:ext cx="33363" cy="10623"/>
            </a:xfrm>
            <a:custGeom>
              <a:rect b="b" l="l" r="r" t="t"/>
              <a:pathLst>
                <a:path extrusionOk="0" h="334" w="1049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82" y="334"/>
                  </a:lnTo>
                  <a:cubicBezTo>
                    <a:pt x="965" y="334"/>
                    <a:pt x="1049" y="251"/>
                    <a:pt x="1049" y="167"/>
                  </a:cubicBezTo>
                  <a:cubicBezTo>
                    <a:pt x="1049" y="72"/>
                    <a:pt x="965" y="1"/>
                    <a:pt x="8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8" name="Google Shape;16578;p46"/>
            <p:cNvSpPr/>
            <p:nvPr/>
          </p:nvSpPr>
          <p:spPr>
            <a:xfrm>
              <a:off x="2014610" y="3495930"/>
              <a:ext cx="32950" cy="10623"/>
            </a:xfrm>
            <a:custGeom>
              <a:rect b="b" l="l" r="r" t="t"/>
              <a:pathLst>
                <a:path extrusionOk="0" h="334" w="1036">
                  <a:moveTo>
                    <a:pt x="167" y="0"/>
                  </a:moveTo>
                  <a:cubicBezTo>
                    <a:pt x="71" y="0"/>
                    <a:pt x="0" y="71"/>
                    <a:pt x="0" y="167"/>
                  </a:cubicBezTo>
                  <a:cubicBezTo>
                    <a:pt x="0" y="250"/>
                    <a:pt x="71" y="333"/>
                    <a:pt x="167" y="333"/>
                  </a:cubicBezTo>
                  <a:lnTo>
                    <a:pt x="881" y="333"/>
                  </a:lnTo>
                  <a:cubicBezTo>
                    <a:pt x="964" y="333"/>
                    <a:pt x="1036" y="250"/>
                    <a:pt x="1036" y="167"/>
                  </a:cubicBezTo>
                  <a:cubicBezTo>
                    <a:pt x="1024" y="71"/>
                    <a:pt x="953" y="0"/>
                    <a:pt x="8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9" name="Google Shape;16579;p46"/>
            <p:cNvSpPr/>
            <p:nvPr/>
          </p:nvSpPr>
          <p:spPr>
            <a:xfrm>
              <a:off x="1999439" y="3428948"/>
              <a:ext cx="31105" cy="21882"/>
            </a:xfrm>
            <a:custGeom>
              <a:rect b="b" l="l" r="r" t="t"/>
              <a:pathLst>
                <a:path extrusionOk="0" h="688" w="978">
                  <a:moveTo>
                    <a:pt x="795" y="1"/>
                  </a:moveTo>
                  <a:cubicBezTo>
                    <a:pt x="769" y="1"/>
                    <a:pt x="741" y="8"/>
                    <a:pt x="715" y="22"/>
                  </a:cubicBezTo>
                  <a:lnTo>
                    <a:pt x="108" y="380"/>
                  </a:lnTo>
                  <a:cubicBezTo>
                    <a:pt x="25" y="427"/>
                    <a:pt x="1" y="511"/>
                    <a:pt x="48" y="606"/>
                  </a:cubicBezTo>
                  <a:cubicBezTo>
                    <a:pt x="73" y="655"/>
                    <a:pt x="125" y="687"/>
                    <a:pt x="183" y="687"/>
                  </a:cubicBezTo>
                  <a:cubicBezTo>
                    <a:pt x="209" y="687"/>
                    <a:pt x="237" y="680"/>
                    <a:pt x="263" y="665"/>
                  </a:cubicBezTo>
                  <a:lnTo>
                    <a:pt x="882" y="308"/>
                  </a:lnTo>
                  <a:cubicBezTo>
                    <a:pt x="953" y="249"/>
                    <a:pt x="977" y="153"/>
                    <a:pt x="941" y="82"/>
                  </a:cubicBezTo>
                  <a:cubicBezTo>
                    <a:pt x="909" y="33"/>
                    <a:pt x="854" y="1"/>
                    <a:pt x="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0" name="Google Shape;16580;p46"/>
            <p:cNvSpPr/>
            <p:nvPr/>
          </p:nvSpPr>
          <p:spPr>
            <a:xfrm>
              <a:off x="1958156" y="3379269"/>
              <a:ext cx="23917" cy="29579"/>
            </a:xfrm>
            <a:custGeom>
              <a:rect b="b" l="l" r="r" t="t"/>
              <a:pathLst>
                <a:path extrusionOk="0" h="930" w="752">
                  <a:moveTo>
                    <a:pt x="562" y="0"/>
                  </a:moveTo>
                  <a:cubicBezTo>
                    <a:pt x="506" y="0"/>
                    <a:pt x="449" y="30"/>
                    <a:pt x="418" y="84"/>
                  </a:cubicBezTo>
                  <a:lnTo>
                    <a:pt x="61" y="691"/>
                  </a:lnTo>
                  <a:cubicBezTo>
                    <a:pt x="1" y="799"/>
                    <a:pt x="72" y="930"/>
                    <a:pt x="191" y="930"/>
                  </a:cubicBezTo>
                  <a:cubicBezTo>
                    <a:pt x="251" y="930"/>
                    <a:pt x="299" y="894"/>
                    <a:pt x="334" y="858"/>
                  </a:cubicBezTo>
                  <a:lnTo>
                    <a:pt x="692" y="239"/>
                  </a:lnTo>
                  <a:cubicBezTo>
                    <a:pt x="751" y="168"/>
                    <a:pt x="715" y="72"/>
                    <a:pt x="644" y="25"/>
                  </a:cubicBezTo>
                  <a:cubicBezTo>
                    <a:pt x="619" y="8"/>
                    <a:pt x="591" y="0"/>
                    <a:pt x="5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584" name="Shape 165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85" name="Google Shape;16585;p47"/>
          <p:cNvSpPr txBox="1"/>
          <p:nvPr>
            <p:ph type="title"/>
          </p:nvPr>
        </p:nvSpPr>
        <p:spPr>
          <a:xfrm>
            <a:off x="872400" y="436725"/>
            <a:ext cx="7704000" cy="75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Spring</a:t>
            </a:r>
            <a:r>
              <a:rPr lang="en"/>
              <a:t> 2025</a:t>
            </a:r>
            <a:endParaRPr/>
          </a:p>
        </p:txBody>
      </p:sp>
      <p:sp>
        <p:nvSpPr>
          <p:cNvPr id="16586" name="Google Shape;16586;p47"/>
          <p:cNvSpPr txBox="1"/>
          <p:nvPr>
            <p:ph idx="3" type="subTitle"/>
          </p:nvPr>
        </p:nvSpPr>
        <p:spPr>
          <a:xfrm>
            <a:off x="1468425" y="2407188"/>
            <a:ext cx="1965900" cy="68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Build the Cowl for the vehicle so that its not a skeleton</a:t>
            </a:r>
            <a:endParaRPr/>
          </a:p>
        </p:txBody>
      </p:sp>
      <p:sp>
        <p:nvSpPr>
          <p:cNvPr id="16587" name="Google Shape;16587;p47"/>
          <p:cNvSpPr txBox="1"/>
          <p:nvPr>
            <p:ph idx="4" type="subTitle"/>
          </p:nvPr>
        </p:nvSpPr>
        <p:spPr>
          <a:xfrm>
            <a:off x="433425" y="2043900"/>
            <a:ext cx="403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Cowl Design and Build</a:t>
            </a:r>
            <a:endParaRPr/>
          </a:p>
        </p:txBody>
      </p:sp>
      <p:sp>
        <p:nvSpPr>
          <p:cNvPr id="16588" name="Google Shape;16588;p47"/>
          <p:cNvSpPr txBox="1"/>
          <p:nvPr>
            <p:ph idx="7" type="subTitle"/>
          </p:nvPr>
        </p:nvSpPr>
        <p:spPr>
          <a:xfrm>
            <a:off x="5902416" y="2449061"/>
            <a:ext cx="1965900" cy="60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Transport Team and Car to Indiana</a:t>
            </a:r>
            <a:endParaRPr/>
          </a:p>
        </p:txBody>
      </p:sp>
      <p:sp>
        <p:nvSpPr>
          <p:cNvPr id="16589" name="Google Shape;16589;p47"/>
          <p:cNvSpPr txBox="1"/>
          <p:nvPr>
            <p:ph idx="8" type="subTitle"/>
          </p:nvPr>
        </p:nvSpPr>
        <p:spPr>
          <a:xfrm>
            <a:off x="5583978" y="2090838"/>
            <a:ext cx="26028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Compete</a:t>
            </a:r>
            <a:endParaRPr/>
          </a:p>
        </p:txBody>
      </p:sp>
      <p:sp>
        <p:nvSpPr>
          <p:cNvPr id="16590" name="Google Shape;16590;p47"/>
          <p:cNvSpPr txBox="1"/>
          <p:nvPr>
            <p:ph idx="9" type="subTitle"/>
          </p:nvPr>
        </p:nvSpPr>
        <p:spPr>
          <a:xfrm>
            <a:off x="3741453" y="3781657"/>
            <a:ext cx="1965900" cy="59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Testing entire system to the Shell Eco Marathon Requirements</a:t>
            </a:r>
            <a:endParaRPr/>
          </a:p>
        </p:txBody>
      </p:sp>
      <p:sp>
        <p:nvSpPr>
          <p:cNvPr id="16591" name="Google Shape;16591;p47"/>
          <p:cNvSpPr txBox="1"/>
          <p:nvPr>
            <p:ph idx="13" type="subTitle"/>
          </p:nvPr>
        </p:nvSpPr>
        <p:spPr>
          <a:xfrm>
            <a:off x="3109800" y="3008575"/>
            <a:ext cx="3229200" cy="89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Testing </a:t>
            </a:r>
            <a:endParaRPr/>
          </a:p>
        </p:txBody>
      </p:sp>
      <p:grpSp>
        <p:nvGrpSpPr>
          <p:cNvPr id="16592" name="Google Shape;16592;p47"/>
          <p:cNvGrpSpPr/>
          <p:nvPr/>
        </p:nvGrpSpPr>
        <p:grpSpPr>
          <a:xfrm>
            <a:off x="-82682" y="-115991"/>
            <a:ext cx="1310641" cy="1310995"/>
            <a:chOff x="7033950" y="-293650"/>
            <a:chExt cx="2687391" cy="2688118"/>
          </a:xfrm>
        </p:grpSpPr>
        <p:sp>
          <p:nvSpPr>
            <p:cNvPr id="16593" name="Google Shape;16593;p47"/>
            <p:cNvSpPr/>
            <p:nvPr/>
          </p:nvSpPr>
          <p:spPr>
            <a:xfrm>
              <a:off x="7310925" y="-16052"/>
              <a:ext cx="2133338" cy="2132715"/>
            </a:xfrm>
            <a:custGeom>
              <a:rect b="b" l="l" r="r" t="t"/>
              <a:pathLst>
                <a:path extrusionOk="0" h="20536" w="20542">
                  <a:moveTo>
                    <a:pt x="11140" y="7388"/>
                  </a:moveTo>
                  <a:cubicBezTo>
                    <a:pt x="11110" y="7388"/>
                    <a:pt x="11083" y="7403"/>
                    <a:pt x="11066" y="7431"/>
                  </a:cubicBezTo>
                  <a:cubicBezTo>
                    <a:pt x="11066" y="7439"/>
                    <a:pt x="11060" y="7453"/>
                    <a:pt x="11060" y="7459"/>
                  </a:cubicBezTo>
                  <a:cubicBezTo>
                    <a:pt x="11060" y="7487"/>
                    <a:pt x="11073" y="7514"/>
                    <a:pt x="11101" y="7529"/>
                  </a:cubicBezTo>
                  <a:cubicBezTo>
                    <a:pt x="11108" y="7529"/>
                    <a:pt x="11114" y="7536"/>
                    <a:pt x="11121" y="7536"/>
                  </a:cubicBezTo>
                  <a:lnTo>
                    <a:pt x="11136" y="7536"/>
                  </a:lnTo>
                  <a:cubicBezTo>
                    <a:pt x="11169" y="7536"/>
                    <a:pt x="11204" y="7507"/>
                    <a:pt x="11204" y="7473"/>
                  </a:cubicBezTo>
                  <a:lnTo>
                    <a:pt x="11204" y="7459"/>
                  </a:lnTo>
                  <a:cubicBezTo>
                    <a:pt x="11204" y="7431"/>
                    <a:pt x="11184" y="7405"/>
                    <a:pt x="11156" y="7390"/>
                  </a:cubicBezTo>
                  <a:cubicBezTo>
                    <a:pt x="11150" y="7389"/>
                    <a:pt x="11145" y="7388"/>
                    <a:pt x="11140" y="7388"/>
                  </a:cubicBezTo>
                  <a:close/>
                  <a:moveTo>
                    <a:pt x="11312" y="7448"/>
                  </a:moveTo>
                  <a:cubicBezTo>
                    <a:pt x="11282" y="7448"/>
                    <a:pt x="11249" y="7467"/>
                    <a:pt x="11239" y="7494"/>
                  </a:cubicBezTo>
                  <a:lnTo>
                    <a:pt x="11239" y="7522"/>
                  </a:lnTo>
                  <a:cubicBezTo>
                    <a:pt x="11239" y="7549"/>
                    <a:pt x="11252" y="7577"/>
                    <a:pt x="11287" y="7590"/>
                  </a:cubicBezTo>
                  <a:lnTo>
                    <a:pt x="11293" y="7597"/>
                  </a:lnTo>
                  <a:lnTo>
                    <a:pt x="11322" y="7597"/>
                  </a:lnTo>
                  <a:cubicBezTo>
                    <a:pt x="11350" y="7597"/>
                    <a:pt x="11376" y="7584"/>
                    <a:pt x="11391" y="7555"/>
                  </a:cubicBezTo>
                  <a:cubicBezTo>
                    <a:pt x="11398" y="7542"/>
                    <a:pt x="11398" y="7536"/>
                    <a:pt x="11398" y="7529"/>
                  </a:cubicBezTo>
                  <a:cubicBezTo>
                    <a:pt x="11398" y="7501"/>
                    <a:pt x="11376" y="7473"/>
                    <a:pt x="11350" y="7459"/>
                  </a:cubicBezTo>
                  <a:lnTo>
                    <a:pt x="11335" y="7453"/>
                  </a:lnTo>
                  <a:cubicBezTo>
                    <a:pt x="11328" y="7450"/>
                    <a:pt x="11320" y="7448"/>
                    <a:pt x="11312" y="7448"/>
                  </a:cubicBezTo>
                  <a:close/>
                  <a:moveTo>
                    <a:pt x="10262" y="3883"/>
                  </a:moveTo>
                  <a:cubicBezTo>
                    <a:pt x="10884" y="3883"/>
                    <a:pt x="11510" y="3975"/>
                    <a:pt x="12103" y="4155"/>
                  </a:cubicBezTo>
                  <a:lnTo>
                    <a:pt x="10900" y="7328"/>
                  </a:lnTo>
                  <a:cubicBezTo>
                    <a:pt x="10695" y="7282"/>
                    <a:pt x="10487" y="7259"/>
                    <a:pt x="10280" y="7259"/>
                  </a:cubicBezTo>
                  <a:cubicBezTo>
                    <a:pt x="10117" y="7259"/>
                    <a:pt x="9955" y="7273"/>
                    <a:pt x="9794" y="7300"/>
                  </a:cubicBezTo>
                  <a:cubicBezTo>
                    <a:pt x="9421" y="7356"/>
                    <a:pt x="9069" y="7487"/>
                    <a:pt x="8751" y="7673"/>
                  </a:cubicBezTo>
                  <a:lnTo>
                    <a:pt x="6607" y="5041"/>
                  </a:lnTo>
                  <a:cubicBezTo>
                    <a:pt x="7347" y="4522"/>
                    <a:pt x="8211" y="4155"/>
                    <a:pt x="9096" y="3989"/>
                  </a:cubicBezTo>
                  <a:lnTo>
                    <a:pt x="9124" y="3982"/>
                  </a:lnTo>
                  <a:cubicBezTo>
                    <a:pt x="9159" y="3982"/>
                    <a:pt x="9187" y="3976"/>
                    <a:pt x="9213" y="3969"/>
                  </a:cubicBezTo>
                  <a:lnTo>
                    <a:pt x="9283" y="3963"/>
                  </a:lnTo>
                  <a:cubicBezTo>
                    <a:pt x="9318" y="3956"/>
                    <a:pt x="9344" y="3948"/>
                    <a:pt x="9379" y="3941"/>
                  </a:cubicBezTo>
                  <a:lnTo>
                    <a:pt x="9414" y="3941"/>
                  </a:lnTo>
                  <a:cubicBezTo>
                    <a:pt x="9694" y="3902"/>
                    <a:pt x="9978" y="3883"/>
                    <a:pt x="10262" y="3883"/>
                  </a:cubicBezTo>
                  <a:close/>
                  <a:moveTo>
                    <a:pt x="10252" y="3741"/>
                  </a:moveTo>
                  <a:cubicBezTo>
                    <a:pt x="9964" y="3741"/>
                    <a:pt x="9677" y="3759"/>
                    <a:pt x="9394" y="3797"/>
                  </a:cubicBezTo>
                  <a:lnTo>
                    <a:pt x="9359" y="3803"/>
                  </a:lnTo>
                  <a:cubicBezTo>
                    <a:pt x="9325" y="3803"/>
                    <a:pt x="9290" y="3810"/>
                    <a:pt x="9261" y="3817"/>
                  </a:cubicBezTo>
                  <a:lnTo>
                    <a:pt x="9193" y="3823"/>
                  </a:lnTo>
                  <a:cubicBezTo>
                    <a:pt x="9159" y="3832"/>
                    <a:pt x="9130" y="3838"/>
                    <a:pt x="9104" y="3845"/>
                  </a:cubicBezTo>
                  <a:lnTo>
                    <a:pt x="9069" y="3851"/>
                  </a:lnTo>
                  <a:cubicBezTo>
                    <a:pt x="8135" y="4024"/>
                    <a:pt x="7230" y="4412"/>
                    <a:pt x="6457" y="4964"/>
                  </a:cubicBezTo>
                  <a:cubicBezTo>
                    <a:pt x="6442" y="4978"/>
                    <a:pt x="6428" y="4999"/>
                    <a:pt x="6428" y="5019"/>
                  </a:cubicBezTo>
                  <a:cubicBezTo>
                    <a:pt x="6428" y="5034"/>
                    <a:pt x="6428" y="5054"/>
                    <a:pt x="6442" y="5076"/>
                  </a:cubicBezTo>
                  <a:lnTo>
                    <a:pt x="8674" y="7813"/>
                  </a:lnTo>
                  <a:cubicBezTo>
                    <a:pt x="8689" y="7832"/>
                    <a:pt x="8709" y="7839"/>
                    <a:pt x="8737" y="7839"/>
                  </a:cubicBezTo>
                  <a:cubicBezTo>
                    <a:pt x="8744" y="7839"/>
                    <a:pt x="8757" y="7839"/>
                    <a:pt x="8772" y="7832"/>
                  </a:cubicBezTo>
                  <a:cubicBezTo>
                    <a:pt x="9089" y="7632"/>
                    <a:pt x="9442" y="7501"/>
                    <a:pt x="9816" y="7439"/>
                  </a:cubicBezTo>
                  <a:cubicBezTo>
                    <a:pt x="9964" y="7417"/>
                    <a:pt x="10113" y="7406"/>
                    <a:pt x="10262" y="7406"/>
                  </a:cubicBezTo>
                  <a:cubicBezTo>
                    <a:pt x="10486" y="7406"/>
                    <a:pt x="10708" y="7431"/>
                    <a:pt x="10929" y="7481"/>
                  </a:cubicBezTo>
                  <a:cubicBezTo>
                    <a:pt x="10934" y="7482"/>
                    <a:pt x="10939" y="7482"/>
                    <a:pt x="10944" y="7482"/>
                  </a:cubicBezTo>
                  <a:cubicBezTo>
                    <a:pt x="10972" y="7482"/>
                    <a:pt x="10999" y="7467"/>
                    <a:pt x="11011" y="7439"/>
                  </a:cubicBezTo>
                  <a:lnTo>
                    <a:pt x="12269" y="4128"/>
                  </a:lnTo>
                  <a:cubicBezTo>
                    <a:pt x="12275" y="4114"/>
                    <a:pt x="12275" y="4094"/>
                    <a:pt x="12269" y="4072"/>
                  </a:cubicBezTo>
                  <a:cubicBezTo>
                    <a:pt x="12262" y="4059"/>
                    <a:pt x="12241" y="4046"/>
                    <a:pt x="12221" y="4039"/>
                  </a:cubicBezTo>
                  <a:cubicBezTo>
                    <a:pt x="11588" y="3841"/>
                    <a:pt x="10918" y="3741"/>
                    <a:pt x="10252" y="3741"/>
                  </a:cubicBezTo>
                  <a:close/>
                  <a:moveTo>
                    <a:pt x="8574" y="7802"/>
                  </a:moveTo>
                  <a:cubicBezTo>
                    <a:pt x="8561" y="7802"/>
                    <a:pt x="8548" y="7805"/>
                    <a:pt x="8537" y="7813"/>
                  </a:cubicBezTo>
                  <a:cubicBezTo>
                    <a:pt x="8515" y="7826"/>
                    <a:pt x="8495" y="7846"/>
                    <a:pt x="8495" y="7874"/>
                  </a:cubicBezTo>
                  <a:cubicBezTo>
                    <a:pt x="8495" y="7915"/>
                    <a:pt x="8530" y="7950"/>
                    <a:pt x="8571" y="7950"/>
                  </a:cubicBezTo>
                  <a:cubicBezTo>
                    <a:pt x="8585" y="7950"/>
                    <a:pt x="8606" y="7944"/>
                    <a:pt x="8613" y="7929"/>
                  </a:cubicBezTo>
                  <a:cubicBezTo>
                    <a:pt x="8633" y="7915"/>
                    <a:pt x="8639" y="7896"/>
                    <a:pt x="8639" y="7874"/>
                  </a:cubicBezTo>
                  <a:cubicBezTo>
                    <a:pt x="8639" y="7867"/>
                    <a:pt x="8639" y="7854"/>
                    <a:pt x="8633" y="7839"/>
                  </a:cubicBezTo>
                  <a:cubicBezTo>
                    <a:pt x="8624" y="7816"/>
                    <a:pt x="8599" y="7802"/>
                    <a:pt x="8574" y="7802"/>
                  </a:cubicBezTo>
                  <a:close/>
                  <a:moveTo>
                    <a:pt x="8422" y="7915"/>
                  </a:moveTo>
                  <a:cubicBezTo>
                    <a:pt x="8405" y="7915"/>
                    <a:pt x="8390" y="7920"/>
                    <a:pt x="8377" y="7929"/>
                  </a:cubicBezTo>
                  <a:lnTo>
                    <a:pt x="8364" y="7944"/>
                  </a:lnTo>
                  <a:cubicBezTo>
                    <a:pt x="8349" y="7957"/>
                    <a:pt x="8336" y="7978"/>
                    <a:pt x="8336" y="7998"/>
                  </a:cubicBezTo>
                  <a:cubicBezTo>
                    <a:pt x="8336" y="8012"/>
                    <a:pt x="8343" y="8033"/>
                    <a:pt x="8357" y="8046"/>
                  </a:cubicBezTo>
                  <a:cubicBezTo>
                    <a:pt x="8371" y="8061"/>
                    <a:pt x="8391" y="8068"/>
                    <a:pt x="8412" y="8068"/>
                  </a:cubicBezTo>
                  <a:cubicBezTo>
                    <a:pt x="8425" y="8068"/>
                    <a:pt x="8447" y="8068"/>
                    <a:pt x="8460" y="8053"/>
                  </a:cubicBezTo>
                  <a:lnTo>
                    <a:pt x="8467" y="8046"/>
                  </a:lnTo>
                  <a:cubicBezTo>
                    <a:pt x="8502" y="8020"/>
                    <a:pt x="8502" y="7970"/>
                    <a:pt x="8482" y="7944"/>
                  </a:cubicBezTo>
                  <a:cubicBezTo>
                    <a:pt x="8466" y="7924"/>
                    <a:pt x="8443" y="7915"/>
                    <a:pt x="8422" y="7915"/>
                  </a:cubicBezTo>
                  <a:close/>
                  <a:moveTo>
                    <a:pt x="12967" y="4480"/>
                  </a:moveTo>
                  <a:cubicBezTo>
                    <a:pt x="13790" y="4860"/>
                    <a:pt x="14528" y="5427"/>
                    <a:pt x="15124" y="6112"/>
                  </a:cubicBezTo>
                  <a:lnTo>
                    <a:pt x="15143" y="6139"/>
                  </a:lnTo>
                  <a:cubicBezTo>
                    <a:pt x="15158" y="6160"/>
                    <a:pt x="15178" y="6180"/>
                    <a:pt x="15200" y="6202"/>
                  </a:cubicBezTo>
                  <a:lnTo>
                    <a:pt x="15241" y="6257"/>
                  </a:lnTo>
                  <a:cubicBezTo>
                    <a:pt x="15261" y="6285"/>
                    <a:pt x="15283" y="6311"/>
                    <a:pt x="15303" y="6333"/>
                  </a:cubicBezTo>
                  <a:lnTo>
                    <a:pt x="15324" y="6361"/>
                  </a:lnTo>
                  <a:cubicBezTo>
                    <a:pt x="15877" y="7073"/>
                    <a:pt x="16278" y="7915"/>
                    <a:pt x="16485" y="8800"/>
                  </a:cubicBezTo>
                  <a:lnTo>
                    <a:pt x="13133" y="9339"/>
                  </a:lnTo>
                  <a:cubicBezTo>
                    <a:pt x="12904" y="8620"/>
                    <a:pt x="12421" y="8027"/>
                    <a:pt x="11758" y="7653"/>
                  </a:cubicBezTo>
                  <a:lnTo>
                    <a:pt x="12967" y="4480"/>
                  </a:lnTo>
                  <a:close/>
                  <a:moveTo>
                    <a:pt x="12929" y="4309"/>
                  </a:moveTo>
                  <a:cubicBezTo>
                    <a:pt x="12919" y="4309"/>
                    <a:pt x="12908" y="4311"/>
                    <a:pt x="12897" y="4314"/>
                  </a:cubicBezTo>
                  <a:cubicBezTo>
                    <a:pt x="12878" y="4321"/>
                    <a:pt x="12863" y="4336"/>
                    <a:pt x="12856" y="4356"/>
                  </a:cubicBezTo>
                  <a:lnTo>
                    <a:pt x="11599" y="7660"/>
                  </a:lnTo>
                  <a:cubicBezTo>
                    <a:pt x="11592" y="7695"/>
                    <a:pt x="11605" y="7736"/>
                    <a:pt x="11634" y="7750"/>
                  </a:cubicBezTo>
                  <a:cubicBezTo>
                    <a:pt x="12304" y="8116"/>
                    <a:pt x="12795" y="8717"/>
                    <a:pt x="13015" y="9443"/>
                  </a:cubicBezTo>
                  <a:cubicBezTo>
                    <a:pt x="13022" y="9478"/>
                    <a:pt x="13050" y="9498"/>
                    <a:pt x="13085" y="9498"/>
                  </a:cubicBezTo>
                  <a:cubicBezTo>
                    <a:pt x="13085" y="9498"/>
                    <a:pt x="13092" y="9498"/>
                    <a:pt x="13098" y="9491"/>
                  </a:cubicBezTo>
                  <a:lnTo>
                    <a:pt x="16588" y="8932"/>
                  </a:lnTo>
                  <a:cubicBezTo>
                    <a:pt x="16610" y="8924"/>
                    <a:pt x="16623" y="8917"/>
                    <a:pt x="16636" y="8897"/>
                  </a:cubicBezTo>
                  <a:cubicBezTo>
                    <a:pt x="16643" y="8882"/>
                    <a:pt x="16651" y="8863"/>
                    <a:pt x="16643" y="8841"/>
                  </a:cubicBezTo>
                  <a:cubicBezTo>
                    <a:pt x="16436" y="7915"/>
                    <a:pt x="16021" y="7025"/>
                    <a:pt x="15434" y="6270"/>
                  </a:cubicBezTo>
                  <a:lnTo>
                    <a:pt x="15420" y="6243"/>
                  </a:lnTo>
                  <a:cubicBezTo>
                    <a:pt x="15399" y="6215"/>
                    <a:pt x="15372" y="6195"/>
                    <a:pt x="15351" y="6167"/>
                  </a:cubicBezTo>
                  <a:lnTo>
                    <a:pt x="15309" y="6112"/>
                  </a:lnTo>
                  <a:cubicBezTo>
                    <a:pt x="15289" y="6091"/>
                    <a:pt x="15268" y="6063"/>
                    <a:pt x="15255" y="6043"/>
                  </a:cubicBezTo>
                  <a:lnTo>
                    <a:pt x="15233" y="6014"/>
                  </a:lnTo>
                  <a:cubicBezTo>
                    <a:pt x="14611" y="5296"/>
                    <a:pt x="13823" y="4709"/>
                    <a:pt x="12961" y="4314"/>
                  </a:cubicBezTo>
                  <a:cubicBezTo>
                    <a:pt x="12950" y="4311"/>
                    <a:pt x="12939" y="4309"/>
                    <a:pt x="12929" y="4309"/>
                  </a:cubicBezTo>
                  <a:close/>
                  <a:moveTo>
                    <a:pt x="13133" y="9523"/>
                  </a:moveTo>
                  <a:cubicBezTo>
                    <a:pt x="13126" y="9523"/>
                    <a:pt x="13119" y="9524"/>
                    <a:pt x="13111" y="9526"/>
                  </a:cubicBezTo>
                  <a:cubicBezTo>
                    <a:pt x="13070" y="9533"/>
                    <a:pt x="13050" y="9574"/>
                    <a:pt x="13057" y="9609"/>
                  </a:cubicBezTo>
                  <a:lnTo>
                    <a:pt x="13063" y="9637"/>
                  </a:lnTo>
                  <a:cubicBezTo>
                    <a:pt x="13070" y="9664"/>
                    <a:pt x="13105" y="9692"/>
                    <a:pt x="13133" y="9692"/>
                  </a:cubicBezTo>
                  <a:cubicBezTo>
                    <a:pt x="13140" y="9692"/>
                    <a:pt x="13146" y="9692"/>
                    <a:pt x="13153" y="9685"/>
                  </a:cubicBezTo>
                  <a:cubicBezTo>
                    <a:pt x="13188" y="9679"/>
                    <a:pt x="13216" y="9644"/>
                    <a:pt x="13209" y="9602"/>
                  </a:cubicBezTo>
                  <a:lnTo>
                    <a:pt x="13201" y="9581"/>
                  </a:lnTo>
                  <a:cubicBezTo>
                    <a:pt x="13190" y="9547"/>
                    <a:pt x="13165" y="9523"/>
                    <a:pt x="13133" y="9523"/>
                  </a:cubicBezTo>
                  <a:close/>
                  <a:moveTo>
                    <a:pt x="13188" y="9913"/>
                  </a:moveTo>
                  <a:cubicBezTo>
                    <a:pt x="13146" y="9919"/>
                    <a:pt x="13118" y="9954"/>
                    <a:pt x="13118" y="9996"/>
                  </a:cubicBezTo>
                  <a:lnTo>
                    <a:pt x="13126" y="10017"/>
                  </a:lnTo>
                  <a:cubicBezTo>
                    <a:pt x="13126" y="10052"/>
                    <a:pt x="13160" y="10078"/>
                    <a:pt x="13194" y="10078"/>
                  </a:cubicBezTo>
                  <a:lnTo>
                    <a:pt x="13201" y="10078"/>
                  </a:lnTo>
                  <a:cubicBezTo>
                    <a:pt x="13243" y="10078"/>
                    <a:pt x="13271" y="10044"/>
                    <a:pt x="13271" y="10002"/>
                  </a:cubicBezTo>
                  <a:lnTo>
                    <a:pt x="13264" y="9982"/>
                  </a:lnTo>
                  <a:cubicBezTo>
                    <a:pt x="13264" y="9941"/>
                    <a:pt x="13229" y="9913"/>
                    <a:pt x="13188" y="9913"/>
                  </a:cubicBezTo>
                  <a:close/>
                  <a:moveTo>
                    <a:pt x="7353" y="10457"/>
                  </a:moveTo>
                  <a:cubicBezTo>
                    <a:pt x="7349" y="10457"/>
                    <a:pt x="7345" y="10458"/>
                    <a:pt x="7341" y="10458"/>
                  </a:cubicBezTo>
                  <a:cubicBezTo>
                    <a:pt x="7299" y="10458"/>
                    <a:pt x="7271" y="10493"/>
                    <a:pt x="7271" y="10535"/>
                  </a:cubicBezTo>
                  <a:lnTo>
                    <a:pt x="7279" y="10541"/>
                  </a:lnTo>
                  <a:lnTo>
                    <a:pt x="7279" y="10556"/>
                  </a:lnTo>
                  <a:cubicBezTo>
                    <a:pt x="7279" y="10598"/>
                    <a:pt x="7312" y="10624"/>
                    <a:pt x="7347" y="10624"/>
                  </a:cubicBezTo>
                  <a:lnTo>
                    <a:pt x="7354" y="10624"/>
                  </a:lnTo>
                  <a:cubicBezTo>
                    <a:pt x="7395" y="10618"/>
                    <a:pt x="7424" y="10583"/>
                    <a:pt x="7424" y="10541"/>
                  </a:cubicBezTo>
                  <a:lnTo>
                    <a:pt x="7417" y="10521"/>
                  </a:lnTo>
                  <a:cubicBezTo>
                    <a:pt x="7417" y="10484"/>
                    <a:pt x="7389" y="10457"/>
                    <a:pt x="7353" y="10457"/>
                  </a:cubicBezTo>
                  <a:close/>
                  <a:moveTo>
                    <a:pt x="5889" y="5621"/>
                  </a:moveTo>
                  <a:lnTo>
                    <a:pt x="8039" y="8254"/>
                  </a:lnTo>
                  <a:cubicBezTo>
                    <a:pt x="7528" y="8814"/>
                    <a:pt x="7258" y="9533"/>
                    <a:pt x="7264" y="10286"/>
                  </a:cubicBezTo>
                  <a:lnTo>
                    <a:pt x="3912" y="10832"/>
                  </a:lnTo>
                  <a:cubicBezTo>
                    <a:pt x="3829" y="9927"/>
                    <a:pt x="3947" y="9000"/>
                    <a:pt x="4252" y="8151"/>
                  </a:cubicBezTo>
                  <a:lnTo>
                    <a:pt x="4259" y="8116"/>
                  </a:lnTo>
                  <a:cubicBezTo>
                    <a:pt x="4265" y="8095"/>
                    <a:pt x="4279" y="8068"/>
                    <a:pt x="4285" y="8040"/>
                  </a:cubicBezTo>
                  <a:lnTo>
                    <a:pt x="4313" y="7978"/>
                  </a:lnTo>
                  <a:cubicBezTo>
                    <a:pt x="4327" y="7944"/>
                    <a:pt x="4335" y="7909"/>
                    <a:pt x="4348" y="7881"/>
                  </a:cubicBezTo>
                  <a:lnTo>
                    <a:pt x="4362" y="7854"/>
                  </a:lnTo>
                  <a:cubicBezTo>
                    <a:pt x="4708" y="7016"/>
                    <a:pt x="5232" y="6243"/>
                    <a:pt x="5889" y="5621"/>
                  </a:cubicBezTo>
                  <a:close/>
                  <a:moveTo>
                    <a:pt x="5902" y="5441"/>
                  </a:moveTo>
                  <a:cubicBezTo>
                    <a:pt x="5883" y="5441"/>
                    <a:pt x="5861" y="5449"/>
                    <a:pt x="5848" y="5462"/>
                  </a:cubicBezTo>
                  <a:cubicBezTo>
                    <a:pt x="5149" y="6112"/>
                    <a:pt x="4590" y="6914"/>
                    <a:pt x="4224" y="7798"/>
                  </a:cubicBezTo>
                  <a:lnTo>
                    <a:pt x="4217" y="7826"/>
                  </a:lnTo>
                  <a:cubicBezTo>
                    <a:pt x="4202" y="7854"/>
                    <a:pt x="4189" y="7887"/>
                    <a:pt x="4176" y="7922"/>
                  </a:cubicBezTo>
                  <a:lnTo>
                    <a:pt x="4154" y="7985"/>
                  </a:lnTo>
                  <a:cubicBezTo>
                    <a:pt x="4141" y="8012"/>
                    <a:pt x="4134" y="8040"/>
                    <a:pt x="4119" y="8068"/>
                  </a:cubicBezTo>
                  <a:lnTo>
                    <a:pt x="4113" y="8103"/>
                  </a:lnTo>
                  <a:cubicBezTo>
                    <a:pt x="3796" y="8994"/>
                    <a:pt x="3678" y="9976"/>
                    <a:pt x="3774" y="10923"/>
                  </a:cubicBezTo>
                  <a:cubicBezTo>
                    <a:pt x="3774" y="10943"/>
                    <a:pt x="3788" y="10956"/>
                    <a:pt x="3803" y="10971"/>
                  </a:cubicBezTo>
                  <a:cubicBezTo>
                    <a:pt x="3816" y="10984"/>
                    <a:pt x="3829" y="10984"/>
                    <a:pt x="3844" y="10984"/>
                  </a:cubicBezTo>
                  <a:lnTo>
                    <a:pt x="3857" y="10984"/>
                  </a:lnTo>
                  <a:lnTo>
                    <a:pt x="7347" y="10425"/>
                  </a:lnTo>
                  <a:cubicBezTo>
                    <a:pt x="7382" y="10417"/>
                    <a:pt x="7410" y="10384"/>
                    <a:pt x="7410" y="10349"/>
                  </a:cubicBezTo>
                  <a:cubicBezTo>
                    <a:pt x="7389" y="9587"/>
                    <a:pt x="7666" y="8863"/>
                    <a:pt x="8183" y="8310"/>
                  </a:cubicBezTo>
                  <a:cubicBezTo>
                    <a:pt x="8211" y="8282"/>
                    <a:pt x="8211" y="8241"/>
                    <a:pt x="8192" y="8212"/>
                  </a:cubicBezTo>
                  <a:lnTo>
                    <a:pt x="5959" y="5469"/>
                  </a:lnTo>
                  <a:cubicBezTo>
                    <a:pt x="5944" y="5455"/>
                    <a:pt x="5924" y="5449"/>
                    <a:pt x="5902" y="5441"/>
                  </a:cubicBezTo>
                  <a:close/>
                  <a:moveTo>
                    <a:pt x="7414" y="10850"/>
                  </a:moveTo>
                  <a:cubicBezTo>
                    <a:pt x="7408" y="10850"/>
                    <a:pt x="7402" y="10851"/>
                    <a:pt x="7395" y="10853"/>
                  </a:cubicBezTo>
                  <a:cubicBezTo>
                    <a:pt x="7354" y="10860"/>
                    <a:pt x="7327" y="10901"/>
                    <a:pt x="7341" y="10936"/>
                  </a:cubicBezTo>
                  <a:lnTo>
                    <a:pt x="7341" y="10949"/>
                  </a:lnTo>
                  <a:lnTo>
                    <a:pt x="7341" y="10956"/>
                  </a:lnTo>
                  <a:cubicBezTo>
                    <a:pt x="7354" y="10991"/>
                    <a:pt x="7382" y="11019"/>
                    <a:pt x="7417" y="11019"/>
                  </a:cubicBezTo>
                  <a:cubicBezTo>
                    <a:pt x="7417" y="11019"/>
                    <a:pt x="7424" y="11012"/>
                    <a:pt x="7430" y="11012"/>
                  </a:cubicBezTo>
                  <a:cubicBezTo>
                    <a:pt x="7472" y="11006"/>
                    <a:pt x="7493" y="10964"/>
                    <a:pt x="7487" y="10929"/>
                  </a:cubicBezTo>
                  <a:lnTo>
                    <a:pt x="7478" y="10908"/>
                  </a:lnTo>
                  <a:cubicBezTo>
                    <a:pt x="7473" y="10874"/>
                    <a:pt x="7444" y="10850"/>
                    <a:pt x="7414" y="10850"/>
                  </a:cubicBezTo>
                  <a:close/>
                  <a:moveTo>
                    <a:pt x="10273" y="8221"/>
                  </a:moveTo>
                  <a:cubicBezTo>
                    <a:pt x="11258" y="8221"/>
                    <a:pt x="12127" y="8937"/>
                    <a:pt x="12289" y="9941"/>
                  </a:cubicBezTo>
                  <a:cubicBezTo>
                    <a:pt x="12470" y="11054"/>
                    <a:pt x="11708" y="12110"/>
                    <a:pt x="10597" y="12291"/>
                  </a:cubicBezTo>
                  <a:cubicBezTo>
                    <a:pt x="10489" y="12308"/>
                    <a:pt x="10380" y="12316"/>
                    <a:pt x="10273" y="12316"/>
                  </a:cubicBezTo>
                  <a:cubicBezTo>
                    <a:pt x="9845" y="12316"/>
                    <a:pt x="9430" y="12185"/>
                    <a:pt x="9076" y="11925"/>
                  </a:cubicBezTo>
                  <a:cubicBezTo>
                    <a:pt x="8633" y="11606"/>
                    <a:pt x="8343" y="11137"/>
                    <a:pt x="8253" y="10598"/>
                  </a:cubicBezTo>
                  <a:cubicBezTo>
                    <a:pt x="8163" y="10059"/>
                    <a:pt x="8294" y="9519"/>
                    <a:pt x="8613" y="9070"/>
                  </a:cubicBezTo>
                  <a:cubicBezTo>
                    <a:pt x="8938" y="8627"/>
                    <a:pt x="9407" y="8337"/>
                    <a:pt x="9947" y="8247"/>
                  </a:cubicBezTo>
                  <a:cubicBezTo>
                    <a:pt x="10056" y="8230"/>
                    <a:pt x="10165" y="8221"/>
                    <a:pt x="10273" y="8221"/>
                  </a:cubicBezTo>
                  <a:close/>
                  <a:moveTo>
                    <a:pt x="10278" y="8081"/>
                  </a:moveTo>
                  <a:cubicBezTo>
                    <a:pt x="10162" y="8081"/>
                    <a:pt x="10044" y="8090"/>
                    <a:pt x="9925" y="8109"/>
                  </a:cubicBezTo>
                  <a:cubicBezTo>
                    <a:pt x="9344" y="8199"/>
                    <a:pt x="8840" y="8509"/>
                    <a:pt x="8495" y="8987"/>
                  </a:cubicBezTo>
                  <a:cubicBezTo>
                    <a:pt x="8157" y="9463"/>
                    <a:pt x="8017" y="10044"/>
                    <a:pt x="8109" y="10618"/>
                  </a:cubicBezTo>
                  <a:cubicBezTo>
                    <a:pt x="8205" y="11191"/>
                    <a:pt x="8515" y="11702"/>
                    <a:pt x="8993" y="12042"/>
                  </a:cubicBezTo>
                  <a:cubicBezTo>
                    <a:pt x="9366" y="12318"/>
                    <a:pt x="9816" y="12464"/>
                    <a:pt x="10272" y="12464"/>
                  </a:cubicBezTo>
                  <a:cubicBezTo>
                    <a:pt x="10389" y="12464"/>
                    <a:pt x="10506" y="12449"/>
                    <a:pt x="10623" y="12429"/>
                  </a:cubicBezTo>
                  <a:cubicBezTo>
                    <a:pt x="11813" y="12241"/>
                    <a:pt x="12629" y="11115"/>
                    <a:pt x="12435" y="9919"/>
                  </a:cubicBezTo>
                  <a:cubicBezTo>
                    <a:pt x="12260" y="8844"/>
                    <a:pt x="11330" y="8081"/>
                    <a:pt x="10278" y="8081"/>
                  </a:cubicBezTo>
                  <a:close/>
                  <a:moveTo>
                    <a:pt x="12131" y="12467"/>
                  </a:moveTo>
                  <a:cubicBezTo>
                    <a:pt x="12115" y="12467"/>
                    <a:pt x="12101" y="12473"/>
                    <a:pt x="12090" y="12484"/>
                  </a:cubicBezTo>
                  <a:lnTo>
                    <a:pt x="12075" y="12490"/>
                  </a:lnTo>
                  <a:cubicBezTo>
                    <a:pt x="12061" y="12505"/>
                    <a:pt x="12048" y="12525"/>
                    <a:pt x="12048" y="12553"/>
                  </a:cubicBezTo>
                  <a:cubicBezTo>
                    <a:pt x="12048" y="12567"/>
                    <a:pt x="12055" y="12582"/>
                    <a:pt x="12068" y="12595"/>
                  </a:cubicBezTo>
                  <a:cubicBezTo>
                    <a:pt x="12081" y="12615"/>
                    <a:pt x="12103" y="12623"/>
                    <a:pt x="12123" y="12623"/>
                  </a:cubicBezTo>
                  <a:cubicBezTo>
                    <a:pt x="12138" y="12623"/>
                    <a:pt x="12151" y="12615"/>
                    <a:pt x="12164" y="12608"/>
                  </a:cubicBezTo>
                  <a:lnTo>
                    <a:pt x="12179" y="12595"/>
                  </a:lnTo>
                  <a:cubicBezTo>
                    <a:pt x="12214" y="12573"/>
                    <a:pt x="12214" y="12525"/>
                    <a:pt x="12193" y="12499"/>
                  </a:cubicBezTo>
                  <a:cubicBezTo>
                    <a:pt x="12176" y="12478"/>
                    <a:pt x="12153" y="12467"/>
                    <a:pt x="12131" y="12467"/>
                  </a:cubicBezTo>
                  <a:close/>
                  <a:moveTo>
                    <a:pt x="11969" y="12590"/>
                  </a:moveTo>
                  <a:cubicBezTo>
                    <a:pt x="11955" y="12590"/>
                    <a:pt x="11941" y="12594"/>
                    <a:pt x="11930" y="12601"/>
                  </a:cubicBezTo>
                  <a:cubicBezTo>
                    <a:pt x="11909" y="12615"/>
                    <a:pt x="11902" y="12643"/>
                    <a:pt x="11902" y="12664"/>
                  </a:cubicBezTo>
                  <a:cubicBezTo>
                    <a:pt x="11902" y="12678"/>
                    <a:pt x="11902" y="12691"/>
                    <a:pt x="11909" y="12706"/>
                  </a:cubicBezTo>
                  <a:cubicBezTo>
                    <a:pt x="11924" y="12726"/>
                    <a:pt x="11950" y="12732"/>
                    <a:pt x="11972" y="12732"/>
                  </a:cubicBezTo>
                  <a:cubicBezTo>
                    <a:pt x="11985" y="12732"/>
                    <a:pt x="11998" y="12732"/>
                    <a:pt x="12013" y="12726"/>
                  </a:cubicBezTo>
                  <a:cubicBezTo>
                    <a:pt x="12013" y="12719"/>
                    <a:pt x="12020" y="12719"/>
                    <a:pt x="12020" y="12719"/>
                  </a:cubicBezTo>
                  <a:cubicBezTo>
                    <a:pt x="12040" y="12706"/>
                    <a:pt x="12048" y="12684"/>
                    <a:pt x="12048" y="12664"/>
                  </a:cubicBezTo>
                  <a:cubicBezTo>
                    <a:pt x="12048" y="12643"/>
                    <a:pt x="12040" y="12630"/>
                    <a:pt x="12027" y="12615"/>
                  </a:cubicBezTo>
                  <a:cubicBezTo>
                    <a:pt x="12015" y="12599"/>
                    <a:pt x="11992" y="12590"/>
                    <a:pt x="11969" y="12590"/>
                  </a:cubicBezTo>
                  <a:close/>
                  <a:moveTo>
                    <a:pt x="9222" y="12936"/>
                  </a:moveTo>
                  <a:cubicBezTo>
                    <a:pt x="9190" y="12936"/>
                    <a:pt x="9162" y="12954"/>
                    <a:pt x="9152" y="12981"/>
                  </a:cubicBezTo>
                  <a:cubicBezTo>
                    <a:pt x="9152" y="12996"/>
                    <a:pt x="9145" y="13003"/>
                    <a:pt x="9145" y="13009"/>
                  </a:cubicBezTo>
                  <a:cubicBezTo>
                    <a:pt x="9145" y="13038"/>
                    <a:pt x="9165" y="13064"/>
                    <a:pt x="9193" y="13079"/>
                  </a:cubicBezTo>
                  <a:lnTo>
                    <a:pt x="9207" y="13086"/>
                  </a:lnTo>
                  <a:cubicBezTo>
                    <a:pt x="9213" y="13086"/>
                    <a:pt x="9228" y="13092"/>
                    <a:pt x="9235" y="13092"/>
                  </a:cubicBezTo>
                  <a:cubicBezTo>
                    <a:pt x="9261" y="13092"/>
                    <a:pt x="9290" y="13071"/>
                    <a:pt x="9303" y="13044"/>
                  </a:cubicBezTo>
                  <a:lnTo>
                    <a:pt x="9303" y="13016"/>
                  </a:lnTo>
                  <a:cubicBezTo>
                    <a:pt x="9311" y="12988"/>
                    <a:pt x="9290" y="12961"/>
                    <a:pt x="9261" y="12946"/>
                  </a:cubicBezTo>
                  <a:lnTo>
                    <a:pt x="9248" y="12940"/>
                  </a:lnTo>
                  <a:cubicBezTo>
                    <a:pt x="9239" y="12937"/>
                    <a:pt x="9231" y="12936"/>
                    <a:pt x="9222" y="12936"/>
                  </a:cubicBezTo>
                  <a:close/>
                  <a:moveTo>
                    <a:pt x="9415" y="13002"/>
                  </a:moveTo>
                  <a:cubicBezTo>
                    <a:pt x="9378" y="13002"/>
                    <a:pt x="9344" y="13027"/>
                    <a:pt x="9338" y="13064"/>
                  </a:cubicBezTo>
                  <a:lnTo>
                    <a:pt x="9338" y="13079"/>
                  </a:lnTo>
                  <a:cubicBezTo>
                    <a:pt x="9338" y="13106"/>
                    <a:pt x="9359" y="13134"/>
                    <a:pt x="9386" y="13147"/>
                  </a:cubicBezTo>
                  <a:lnTo>
                    <a:pt x="9407" y="13147"/>
                  </a:lnTo>
                  <a:cubicBezTo>
                    <a:pt x="9442" y="13147"/>
                    <a:pt x="9469" y="13134"/>
                    <a:pt x="9477" y="13099"/>
                  </a:cubicBezTo>
                  <a:cubicBezTo>
                    <a:pt x="9484" y="13092"/>
                    <a:pt x="9484" y="13086"/>
                    <a:pt x="9484" y="13079"/>
                  </a:cubicBezTo>
                  <a:cubicBezTo>
                    <a:pt x="9484" y="13051"/>
                    <a:pt x="9469" y="13023"/>
                    <a:pt x="9436" y="13009"/>
                  </a:cubicBezTo>
                  <a:cubicBezTo>
                    <a:pt x="9436" y="13009"/>
                    <a:pt x="9427" y="13009"/>
                    <a:pt x="9427" y="13003"/>
                  </a:cubicBezTo>
                  <a:cubicBezTo>
                    <a:pt x="9423" y="13002"/>
                    <a:pt x="9419" y="13002"/>
                    <a:pt x="9415" y="13002"/>
                  </a:cubicBezTo>
                  <a:close/>
                  <a:moveTo>
                    <a:pt x="16630" y="9705"/>
                  </a:moveTo>
                  <a:cubicBezTo>
                    <a:pt x="16713" y="10611"/>
                    <a:pt x="16595" y="11536"/>
                    <a:pt x="16298" y="12387"/>
                  </a:cubicBezTo>
                  <a:lnTo>
                    <a:pt x="16285" y="12422"/>
                  </a:lnTo>
                  <a:cubicBezTo>
                    <a:pt x="16278" y="12449"/>
                    <a:pt x="16263" y="12484"/>
                    <a:pt x="16250" y="12512"/>
                  </a:cubicBezTo>
                  <a:lnTo>
                    <a:pt x="16222" y="12582"/>
                  </a:lnTo>
                  <a:cubicBezTo>
                    <a:pt x="16215" y="12608"/>
                    <a:pt x="16208" y="12636"/>
                    <a:pt x="16195" y="12656"/>
                  </a:cubicBezTo>
                  <a:lnTo>
                    <a:pt x="16180" y="12684"/>
                  </a:lnTo>
                  <a:cubicBezTo>
                    <a:pt x="15842" y="13520"/>
                    <a:pt x="15309" y="14295"/>
                    <a:pt x="14652" y="14917"/>
                  </a:cubicBezTo>
                  <a:lnTo>
                    <a:pt x="12511" y="12283"/>
                  </a:lnTo>
                  <a:cubicBezTo>
                    <a:pt x="13015" y="11724"/>
                    <a:pt x="13284" y="11006"/>
                    <a:pt x="13277" y="10251"/>
                  </a:cubicBezTo>
                  <a:lnTo>
                    <a:pt x="16630" y="9705"/>
                  </a:lnTo>
                  <a:close/>
                  <a:moveTo>
                    <a:pt x="16702" y="9551"/>
                  </a:moveTo>
                  <a:cubicBezTo>
                    <a:pt x="16696" y="9551"/>
                    <a:pt x="16690" y="9552"/>
                    <a:pt x="16684" y="9554"/>
                  </a:cubicBezTo>
                  <a:lnTo>
                    <a:pt x="13194" y="10113"/>
                  </a:lnTo>
                  <a:cubicBezTo>
                    <a:pt x="13160" y="10120"/>
                    <a:pt x="13133" y="10155"/>
                    <a:pt x="13133" y="10190"/>
                  </a:cubicBezTo>
                  <a:cubicBezTo>
                    <a:pt x="13153" y="10949"/>
                    <a:pt x="12884" y="11676"/>
                    <a:pt x="12358" y="12228"/>
                  </a:cubicBezTo>
                  <a:cubicBezTo>
                    <a:pt x="12330" y="12256"/>
                    <a:pt x="12330" y="12298"/>
                    <a:pt x="12352" y="12324"/>
                  </a:cubicBezTo>
                  <a:lnTo>
                    <a:pt x="14591" y="15070"/>
                  </a:lnTo>
                  <a:cubicBezTo>
                    <a:pt x="14598" y="15083"/>
                    <a:pt x="14619" y="15096"/>
                    <a:pt x="14639" y="15096"/>
                  </a:cubicBezTo>
                  <a:lnTo>
                    <a:pt x="14646" y="15096"/>
                  </a:lnTo>
                  <a:cubicBezTo>
                    <a:pt x="14661" y="15096"/>
                    <a:pt x="14681" y="15090"/>
                    <a:pt x="14694" y="15076"/>
                  </a:cubicBezTo>
                  <a:cubicBezTo>
                    <a:pt x="15392" y="14426"/>
                    <a:pt x="15960" y="13625"/>
                    <a:pt x="16320" y="12739"/>
                  </a:cubicBezTo>
                  <a:lnTo>
                    <a:pt x="16333" y="12713"/>
                  </a:lnTo>
                  <a:cubicBezTo>
                    <a:pt x="16339" y="12684"/>
                    <a:pt x="16353" y="12656"/>
                    <a:pt x="16361" y="12630"/>
                  </a:cubicBezTo>
                  <a:lnTo>
                    <a:pt x="16388" y="12567"/>
                  </a:lnTo>
                  <a:cubicBezTo>
                    <a:pt x="16402" y="12532"/>
                    <a:pt x="16409" y="12505"/>
                    <a:pt x="16422" y="12470"/>
                  </a:cubicBezTo>
                  <a:lnTo>
                    <a:pt x="16436" y="12436"/>
                  </a:lnTo>
                  <a:cubicBezTo>
                    <a:pt x="16747" y="11536"/>
                    <a:pt x="16865" y="10563"/>
                    <a:pt x="16767" y="9616"/>
                  </a:cubicBezTo>
                  <a:cubicBezTo>
                    <a:pt x="16767" y="9596"/>
                    <a:pt x="16761" y="9581"/>
                    <a:pt x="16741" y="9568"/>
                  </a:cubicBezTo>
                  <a:cubicBezTo>
                    <a:pt x="16730" y="9558"/>
                    <a:pt x="16717" y="9551"/>
                    <a:pt x="16702" y="9551"/>
                  </a:cubicBezTo>
                  <a:close/>
                  <a:moveTo>
                    <a:pt x="7410" y="11198"/>
                  </a:moveTo>
                  <a:cubicBezTo>
                    <a:pt x="7638" y="11918"/>
                    <a:pt x="8129" y="12512"/>
                    <a:pt x="8785" y="12885"/>
                  </a:cubicBezTo>
                  <a:lnTo>
                    <a:pt x="7576" y="16057"/>
                  </a:lnTo>
                  <a:cubicBezTo>
                    <a:pt x="6753" y="15677"/>
                    <a:pt x="6014" y="15111"/>
                    <a:pt x="5426" y="14426"/>
                  </a:cubicBezTo>
                  <a:lnTo>
                    <a:pt x="5405" y="14406"/>
                  </a:lnTo>
                  <a:cubicBezTo>
                    <a:pt x="5378" y="14378"/>
                    <a:pt x="5357" y="14350"/>
                    <a:pt x="5337" y="14323"/>
                  </a:cubicBezTo>
                  <a:lnTo>
                    <a:pt x="5295" y="14267"/>
                  </a:lnTo>
                  <a:cubicBezTo>
                    <a:pt x="5274" y="14247"/>
                    <a:pt x="5261" y="14225"/>
                    <a:pt x="5239" y="14205"/>
                  </a:cubicBezTo>
                  <a:lnTo>
                    <a:pt x="5219" y="14177"/>
                  </a:lnTo>
                  <a:cubicBezTo>
                    <a:pt x="4673" y="13466"/>
                    <a:pt x="4265" y="12623"/>
                    <a:pt x="4058" y="11737"/>
                  </a:cubicBezTo>
                  <a:lnTo>
                    <a:pt x="7410" y="11198"/>
                  </a:lnTo>
                  <a:close/>
                  <a:moveTo>
                    <a:pt x="7467" y="11045"/>
                  </a:moveTo>
                  <a:cubicBezTo>
                    <a:pt x="7462" y="11045"/>
                    <a:pt x="7457" y="11046"/>
                    <a:pt x="7452" y="11047"/>
                  </a:cubicBezTo>
                  <a:lnTo>
                    <a:pt x="3962" y="11606"/>
                  </a:lnTo>
                  <a:cubicBezTo>
                    <a:pt x="3940" y="11613"/>
                    <a:pt x="3920" y="11619"/>
                    <a:pt x="3905" y="11641"/>
                  </a:cubicBezTo>
                  <a:cubicBezTo>
                    <a:pt x="3899" y="11654"/>
                    <a:pt x="3892" y="11676"/>
                    <a:pt x="3899" y="11696"/>
                  </a:cubicBezTo>
                  <a:cubicBezTo>
                    <a:pt x="4106" y="12623"/>
                    <a:pt x="4527" y="13514"/>
                    <a:pt x="5108" y="14267"/>
                  </a:cubicBezTo>
                  <a:lnTo>
                    <a:pt x="5130" y="14295"/>
                  </a:lnTo>
                  <a:cubicBezTo>
                    <a:pt x="5143" y="14315"/>
                    <a:pt x="5164" y="14343"/>
                    <a:pt x="5184" y="14365"/>
                  </a:cubicBezTo>
                  <a:lnTo>
                    <a:pt x="5226" y="14419"/>
                  </a:lnTo>
                  <a:cubicBezTo>
                    <a:pt x="5247" y="14439"/>
                    <a:pt x="5267" y="14468"/>
                    <a:pt x="5295" y="14496"/>
                  </a:cubicBezTo>
                  <a:lnTo>
                    <a:pt x="5315" y="14522"/>
                  </a:lnTo>
                  <a:cubicBezTo>
                    <a:pt x="5931" y="15242"/>
                    <a:pt x="6719" y="15829"/>
                    <a:pt x="7589" y="16223"/>
                  </a:cubicBezTo>
                  <a:cubicBezTo>
                    <a:pt x="7596" y="16231"/>
                    <a:pt x="7611" y="16231"/>
                    <a:pt x="7618" y="16231"/>
                  </a:cubicBezTo>
                  <a:cubicBezTo>
                    <a:pt x="7624" y="16231"/>
                    <a:pt x="7638" y="16231"/>
                    <a:pt x="7644" y="16223"/>
                  </a:cubicBezTo>
                  <a:cubicBezTo>
                    <a:pt x="7666" y="16216"/>
                    <a:pt x="7679" y="16203"/>
                    <a:pt x="7686" y="16181"/>
                  </a:cubicBezTo>
                  <a:lnTo>
                    <a:pt x="8945" y="12878"/>
                  </a:lnTo>
                  <a:cubicBezTo>
                    <a:pt x="8951" y="12850"/>
                    <a:pt x="8951" y="12822"/>
                    <a:pt x="8923" y="12802"/>
                  </a:cubicBezTo>
                  <a:cubicBezTo>
                    <a:pt x="8923" y="12795"/>
                    <a:pt x="8916" y="12789"/>
                    <a:pt x="8910" y="12789"/>
                  </a:cubicBezTo>
                  <a:cubicBezTo>
                    <a:pt x="8240" y="12422"/>
                    <a:pt x="7749" y="11820"/>
                    <a:pt x="7528" y="11095"/>
                  </a:cubicBezTo>
                  <a:cubicBezTo>
                    <a:pt x="7521" y="11065"/>
                    <a:pt x="7496" y="11045"/>
                    <a:pt x="7467" y="11045"/>
                  </a:cubicBezTo>
                  <a:close/>
                  <a:moveTo>
                    <a:pt x="11791" y="12864"/>
                  </a:moveTo>
                  <a:lnTo>
                    <a:pt x="13941" y="15498"/>
                  </a:lnTo>
                  <a:cubicBezTo>
                    <a:pt x="13194" y="16015"/>
                    <a:pt x="12338" y="16382"/>
                    <a:pt x="11446" y="16548"/>
                  </a:cubicBezTo>
                  <a:lnTo>
                    <a:pt x="11418" y="16554"/>
                  </a:lnTo>
                  <a:cubicBezTo>
                    <a:pt x="11385" y="16563"/>
                    <a:pt x="11350" y="16563"/>
                    <a:pt x="11315" y="16569"/>
                  </a:cubicBezTo>
                  <a:lnTo>
                    <a:pt x="11245" y="16582"/>
                  </a:lnTo>
                  <a:cubicBezTo>
                    <a:pt x="11219" y="16582"/>
                    <a:pt x="11191" y="16589"/>
                    <a:pt x="11162" y="16596"/>
                  </a:cubicBezTo>
                  <a:lnTo>
                    <a:pt x="11136" y="16596"/>
                  </a:lnTo>
                  <a:cubicBezTo>
                    <a:pt x="10851" y="16635"/>
                    <a:pt x="10563" y="16655"/>
                    <a:pt x="10275" y="16655"/>
                  </a:cubicBezTo>
                  <a:cubicBezTo>
                    <a:pt x="9653" y="16655"/>
                    <a:pt x="9030" y="16564"/>
                    <a:pt x="8440" y="16388"/>
                  </a:cubicBezTo>
                  <a:lnTo>
                    <a:pt x="9643" y="13210"/>
                  </a:lnTo>
                  <a:cubicBezTo>
                    <a:pt x="9846" y="13256"/>
                    <a:pt x="10052" y="13279"/>
                    <a:pt x="10259" y="13279"/>
                  </a:cubicBezTo>
                  <a:cubicBezTo>
                    <a:pt x="10424" y="13279"/>
                    <a:pt x="10589" y="13265"/>
                    <a:pt x="10754" y="13237"/>
                  </a:cubicBezTo>
                  <a:cubicBezTo>
                    <a:pt x="11121" y="13182"/>
                    <a:pt x="11474" y="13058"/>
                    <a:pt x="11791" y="12864"/>
                  </a:cubicBezTo>
                  <a:close/>
                  <a:moveTo>
                    <a:pt x="11815" y="12700"/>
                  </a:moveTo>
                  <a:cubicBezTo>
                    <a:pt x="11800" y="12700"/>
                    <a:pt x="11785" y="12704"/>
                    <a:pt x="11771" y="12713"/>
                  </a:cubicBezTo>
                  <a:cubicBezTo>
                    <a:pt x="11453" y="12905"/>
                    <a:pt x="11101" y="13038"/>
                    <a:pt x="10728" y="13099"/>
                  </a:cubicBezTo>
                  <a:cubicBezTo>
                    <a:pt x="10578" y="13121"/>
                    <a:pt x="10429" y="13132"/>
                    <a:pt x="10280" y="13132"/>
                  </a:cubicBezTo>
                  <a:cubicBezTo>
                    <a:pt x="10057" y="13132"/>
                    <a:pt x="9835" y="13107"/>
                    <a:pt x="9615" y="13058"/>
                  </a:cubicBezTo>
                  <a:cubicBezTo>
                    <a:pt x="9610" y="13057"/>
                    <a:pt x="9606" y="13056"/>
                    <a:pt x="9601" y="13056"/>
                  </a:cubicBezTo>
                  <a:cubicBezTo>
                    <a:pt x="9570" y="13056"/>
                    <a:pt x="9538" y="13075"/>
                    <a:pt x="9532" y="13106"/>
                  </a:cubicBezTo>
                  <a:lnTo>
                    <a:pt x="8275" y="16410"/>
                  </a:lnTo>
                  <a:cubicBezTo>
                    <a:pt x="8266" y="16423"/>
                    <a:pt x="8266" y="16445"/>
                    <a:pt x="8275" y="16465"/>
                  </a:cubicBezTo>
                  <a:cubicBezTo>
                    <a:pt x="8288" y="16486"/>
                    <a:pt x="8301" y="16500"/>
                    <a:pt x="8323" y="16500"/>
                  </a:cubicBezTo>
                  <a:cubicBezTo>
                    <a:pt x="8951" y="16700"/>
                    <a:pt x="9621" y="16796"/>
                    <a:pt x="10285" y="16796"/>
                  </a:cubicBezTo>
                  <a:cubicBezTo>
                    <a:pt x="10575" y="16796"/>
                    <a:pt x="10866" y="16783"/>
                    <a:pt x="11149" y="16742"/>
                  </a:cubicBezTo>
                  <a:lnTo>
                    <a:pt x="11184" y="16735"/>
                  </a:lnTo>
                  <a:cubicBezTo>
                    <a:pt x="11211" y="16735"/>
                    <a:pt x="11245" y="16728"/>
                    <a:pt x="11274" y="16720"/>
                  </a:cubicBezTo>
                  <a:lnTo>
                    <a:pt x="11335" y="16713"/>
                  </a:lnTo>
                  <a:cubicBezTo>
                    <a:pt x="11370" y="16707"/>
                    <a:pt x="11411" y="16700"/>
                    <a:pt x="11446" y="16694"/>
                  </a:cubicBezTo>
                  <a:lnTo>
                    <a:pt x="11474" y="16694"/>
                  </a:lnTo>
                  <a:cubicBezTo>
                    <a:pt x="12406" y="16513"/>
                    <a:pt x="13312" y="16126"/>
                    <a:pt x="14087" y="15574"/>
                  </a:cubicBezTo>
                  <a:cubicBezTo>
                    <a:pt x="14100" y="15559"/>
                    <a:pt x="14113" y="15539"/>
                    <a:pt x="14113" y="15518"/>
                  </a:cubicBezTo>
                  <a:cubicBezTo>
                    <a:pt x="14122" y="15504"/>
                    <a:pt x="14113" y="15484"/>
                    <a:pt x="14100" y="15463"/>
                  </a:cubicBezTo>
                  <a:lnTo>
                    <a:pt x="11867" y="12726"/>
                  </a:lnTo>
                  <a:cubicBezTo>
                    <a:pt x="11855" y="12709"/>
                    <a:pt x="11836" y="12700"/>
                    <a:pt x="11815" y="12700"/>
                  </a:cubicBezTo>
                  <a:close/>
                  <a:moveTo>
                    <a:pt x="9401" y="154"/>
                  </a:moveTo>
                  <a:lnTo>
                    <a:pt x="10161" y="2380"/>
                  </a:lnTo>
                  <a:cubicBezTo>
                    <a:pt x="10167" y="2407"/>
                    <a:pt x="10195" y="2428"/>
                    <a:pt x="10230" y="2428"/>
                  </a:cubicBezTo>
                  <a:cubicBezTo>
                    <a:pt x="10416" y="2428"/>
                    <a:pt x="10610" y="2435"/>
                    <a:pt x="10796" y="2448"/>
                  </a:cubicBezTo>
                  <a:lnTo>
                    <a:pt x="10824" y="2448"/>
                  </a:lnTo>
                  <a:cubicBezTo>
                    <a:pt x="10872" y="2455"/>
                    <a:pt x="10929" y="2455"/>
                    <a:pt x="10977" y="2463"/>
                  </a:cubicBezTo>
                  <a:cubicBezTo>
                    <a:pt x="10997" y="2463"/>
                    <a:pt x="11018" y="2470"/>
                    <a:pt x="11045" y="2470"/>
                  </a:cubicBezTo>
                  <a:lnTo>
                    <a:pt x="11094" y="2476"/>
                  </a:lnTo>
                  <a:cubicBezTo>
                    <a:pt x="11114" y="2476"/>
                    <a:pt x="11136" y="2476"/>
                    <a:pt x="11156" y="2483"/>
                  </a:cubicBezTo>
                  <a:cubicBezTo>
                    <a:pt x="11211" y="2483"/>
                    <a:pt x="11260" y="2490"/>
                    <a:pt x="11308" y="2496"/>
                  </a:cubicBezTo>
                  <a:lnTo>
                    <a:pt x="11335" y="2505"/>
                  </a:lnTo>
                  <a:cubicBezTo>
                    <a:pt x="11426" y="2518"/>
                    <a:pt x="11501" y="2524"/>
                    <a:pt x="11570" y="2538"/>
                  </a:cubicBezTo>
                  <a:cubicBezTo>
                    <a:pt x="11675" y="2553"/>
                    <a:pt x="11778" y="2573"/>
                    <a:pt x="11896" y="2601"/>
                  </a:cubicBezTo>
                  <a:cubicBezTo>
                    <a:pt x="11902" y="2602"/>
                    <a:pt x="11907" y="2602"/>
                    <a:pt x="11913" y="2602"/>
                  </a:cubicBezTo>
                  <a:cubicBezTo>
                    <a:pt x="11939" y="2602"/>
                    <a:pt x="11960" y="2589"/>
                    <a:pt x="11972" y="2566"/>
                  </a:cubicBezTo>
                  <a:lnTo>
                    <a:pt x="13168" y="541"/>
                  </a:lnTo>
                  <a:lnTo>
                    <a:pt x="14578" y="1080"/>
                  </a:lnTo>
                  <a:lnTo>
                    <a:pt x="14122" y="3382"/>
                  </a:lnTo>
                  <a:cubicBezTo>
                    <a:pt x="14113" y="3417"/>
                    <a:pt x="14128" y="3443"/>
                    <a:pt x="14155" y="3458"/>
                  </a:cubicBezTo>
                  <a:cubicBezTo>
                    <a:pt x="14321" y="3555"/>
                    <a:pt x="14480" y="3651"/>
                    <a:pt x="14639" y="3755"/>
                  </a:cubicBezTo>
                  <a:lnTo>
                    <a:pt x="14661" y="3775"/>
                  </a:lnTo>
                  <a:cubicBezTo>
                    <a:pt x="14702" y="3803"/>
                    <a:pt x="14744" y="3832"/>
                    <a:pt x="14785" y="3858"/>
                  </a:cubicBezTo>
                  <a:cubicBezTo>
                    <a:pt x="14805" y="3873"/>
                    <a:pt x="14827" y="3886"/>
                    <a:pt x="14840" y="3900"/>
                  </a:cubicBezTo>
                  <a:lnTo>
                    <a:pt x="14881" y="3928"/>
                  </a:lnTo>
                  <a:cubicBezTo>
                    <a:pt x="14895" y="3941"/>
                    <a:pt x="14916" y="3956"/>
                    <a:pt x="14936" y="3969"/>
                  </a:cubicBezTo>
                  <a:cubicBezTo>
                    <a:pt x="14978" y="3997"/>
                    <a:pt x="15012" y="4031"/>
                    <a:pt x="15054" y="4059"/>
                  </a:cubicBezTo>
                  <a:lnTo>
                    <a:pt x="15082" y="4080"/>
                  </a:lnTo>
                  <a:cubicBezTo>
                    <a:pt x="15226" y="4190"/>
                    <a:pt x="15372" y="4314"/>
                    <a:pt x="15510" y="4439"/>
                  </a:cubicBezTo>
                  <a:cubicBezTo>
                    <a:pt x="15526" y="4451"/>
                    <a:pt x="15545" y="4459"/>
                    <a:pt x="15562" y="4459"/>
                  </a:cubicBezTo>
                  <a:cubicBezTo>
                    <a:pt x="15576" y="4459"/>
                    <a:pt x="15588" y="4454"/>
                    <a:pt x="15600" y="4445"/>
                  </a:cubicBezTo>
                  <a:lnTo>
                    <a:pt x="17647" y="3292"/>
                  </a:lnTo>
                  <a:lnTo>
                    <a:pt x="18592" y="4460"/>
                  </a:lnTo>
                  <a:lnTo>
                    <a:pt x="17044" y="6228"/>
                  </a:lnTo>
                  <a:cubicBezTo>
                    <a:pt x="17024" y="6250"/>
                    <a:pt x="17024" y="6285"/>
                    <a:pt x="17038" y="6311"/>
                  </a:cubicBezTo>
                  <a:cubicBezTo>
                    <a:pt x="17127" y="6471"/>
                    <a:pt x="17217" y="6623"/>
                    <a:pt x="17287" y="6776"/>
                  </a:cubicBezTo>
                  <a:cubicBezTo>
                    <a:pt x="17293" y="6782"/>
                    <a:pt x="17293" y="6789"/>
                    <a:pt x="17300" y="6796"/>
                  </a:cubicBezTo>
                  <a:lnTo>
                    <a:pt x="17321" y="6837"/>
                  </a:lnTo>
                  <a:cubicBezTo>
                    <a:pt x="17341" y="6885"/>
                    <a:pt x="17363" y="6927"/>
                    <a:pt x="17383" y="6975"/>
                  </a:cubicBezTo>
                  <a:cubicBezTo>
                    <a:pt x="17398" y="6996"/>
                    <a:pt x="17404" y="7016"/>
                    <a:pt x="17418" y="7038"/>
                  </a:cubicBezTo>
                  <a:lnTo>
                    <a:pt x="17431" y="7079"/>
                  </a:lnTo>
                  <a:cubicBezTo>
                    <a:pt x="17439" y="7099"/>
                    <a:pt x="17452" y="7121"/>
                    <a:pt x="17459" y="7141"/>
                  </a:cubicBezTo>
                  <a:cubicBezTo>
                    <a:pt x="17481" y="7191"/>
                    <a:pt x="17501" y="7239"/>
                    <a:pt x="17522" y="7287"/>
                  </a:cubicBezTo>
                  <a:lnTo>
                    <a:pt x="17529" y="7307"/>
                  </a:lnTo>
                  <a:cubicBezTo>
                    <a:pt x="17605" y="7481"/>
                    <a:pt x="17666" y="7660"/>
                    <a:pt x="17729" y="7839"/>
                  </a:cubicBezTo>
                  <a:cubicBezTo>
                    <a:pt x="17736" y="7874"/>
                    <a:pt x="17763" y="7887"/>
                    <a:pt x="17791" y="7896"/>
                  </a:cubicBezTo>
                  <a:lnTo>
                    <a:pt x="20141" y="7915"/>
                  </a:lnTo>
                  <a:lnTo>
                    <a:pt x="20383" y="9402"/>
                  </a:lnTo>
                  <a:lnTo>
                    <a:pt x="18157" y="10155"/>
                  </a:lnTo>
                  <a:cubicBezTo>
                    <a:pt x="18129" y="10168"/>
                    <a:pt x="18109" y="10196"/>
                    <a:pt x="18109" y="10224"/>
                  </a:cubicBezTo>
                  <a:cubicBezTo>
                    <a:pt x="18109" y="10404"/>
                    <a:pt x="18109" y="10583"/>
                    <a:pt x="18094" y="10749"/>
                  </a:cubicBezTo>
                  <a:lnTo>
                    <a:pt x="18094" y="10777"/>
                  </a:lnTo>
                  <a:lnTo>
                    <a:pt x="18088" y="10818"/>
                  </a:lnTo>
                  <a:cubicBezTo>
                    <a:pt x="18088" y="10873"/>
                    <a:pt x="18081" y="10923"/>
                    <a:pt x="18081" y="10977"/>
                  </a:cubicBezTo>
                  <a:cubicBezTo>
                    <a:pt x="18074" y="10997"/>
                    <a:pt x="18074" y="11019"/>
                    <a:pt x="18074" y="11047"/>
                  </a:cubicBezTo>
                  <a:lnTo>
                    <a:pt x="18068" y="11089"/>
                  </a:lnTo>
                  <a:cubicBezTo>
                    <a:pt x="18068" y="11109"/>
                    <a:pt x="18061" y="11130"/>
                    <a:pt x="18061" y="11157"/>
                  </a:cubicBezTo>
                  <a:cubicBezTo>
                    <a:pt x="18053" y="11205"/>
                    <a:pt x="18046" y="11261"/>
                    <a:pt x="18040" y="11309"/>
                  </a:cubicBezTo>
                  <a:lnTo>
                    <a:pt x="18040" y="11337"/>
                  </a:lnTo>
                  <a:cubicBezTo>
                    <a:pt x="18011" y="11523"/>
                    <a:pt x="17978" y="11711"/>
                    <a:pt x="17943" y="11896"/>
                  </a:cubicBezTo>
                  <a:cubicBezTo>
                    <a:pt x="17937" y="11925"/>
                    <a:pt x="17950" y="11951"/>
                    <a:pt x="17978" y="11973"/>
                  </a:cubicBezTo>
                  <a:lnTo>
                    <a:pt x="20002" y="13162"/>
                  </a:lnTo>
                  <a:lnTo>
                    <a:pt x="19463" y="14572"/>
                  </a:lnTo>
                  <a:lnTo>
                    <a:pt x="17162" y="14116"/>
                  </a:lnTo>
                  <a:cubicBezTo>
                    <a:pt x="17156" y="14114"/>
                    <a:pt x="17149" y="14114"/>
                    <a:pt x="17143" y="14114"/>
                  </a:cubicBezTo>
                  <a:cubicBezTo>
                    <a:pt x="17117" y="14114"/>
                    <a:pt x="17095" y="14127"/>
                    <a:pt x="17079" y="14149"/>
                  </a:cubicBezTo>
                  <a:cubicBezTo>
                    <a:pt x="16990" y="14315"/>
                    <a:pt x="16885" y="14481"/>
                    <a:pt x="16782" y="14633"/>
                  </a:cubicBezTo>
                  <a:lnTo>
                    <a:pt x="16754" y="14675"/>
                  </a:lnTo>
                  <a:cubicBezTo>
                    <a:pt x="16734" y="14703"/>
                    <a:pt x="16719" y="14730"/>
                    <a:pt x="16699" y="14758"/>
                  </a:cubicBezTo>
                  <a:lnTo>
                    <a:pt x="16678" y="14786"/>
                  </a:lnTo>
                  <a:cubicBezTo>
                    <a:pt x="16665" y="14799"/>
                    <a:pt x="16651" y="14821"/>
                    <a:pt x="16636" y="14841"/>
                  </a:cubicBezTo>
                  <a:lnTo>
                    <a:pt x="16610" y="14876"/>
                  </a:lnTo>
                  <a:cubicBezTo>
                    <a:pt x="16601" y="14895"/>
                    <a:pt x="16588" y="14910"/>
                    <a:pt x="16575" y="14930"/>
                  </a:cubicBezTo>
                  <a:cubicBezTo>
                    <a:pt x="16547" y="14972"/>
                    <a:pt x="16512" y="15013"/>
                    <a:pt x="16477" y="15055"/>
                  </a:cubicBezTo>
                  <a:lnTo>
                    <a:pt x="16464" y="15070"/>
                  </a:lnTo>
                  <a:lnTo>
                    <a:pt x="16464" y="15076"/>
                  </a:lnTo>
                  <a:cubicBezTo>
                    <a:pt x="16346" y="15221"/>
                    <a:pt x="16228" y="15373"/>
                    <a:pt x="16104" y="15511"/>
                  </a:cubicBezTo>
                  <a:cubicBezTo>
                    <a:pt x="16084" y="15532"/>
                    <a:pt x="16077" y="15567"/>
                    <a:pt x="16091" y="15594"/>
                  </a:cubicBezTo>
                  <a:lnTo>
                    <a:pt x="17252" y="17641"/>
                  </a:lnTo>
                  <a:lnTo>
                    <a:pt x="16084" y="18595"/>
                  </a:lnTo>
                  <a:lnTo>
                    <a:pt x="14314" y="17045"/>
                  </a:lnTo>
                  <a:cubicBezTo>
                    <a:pt x="14299" y="17034"/>
                    <a:pt x="14280" y="17027"/>
                    <a:pt x="14262" y="17027"/>
                  </a:cubicBezTo>
                  <a:cubicBezTo>
                    <a:pt x="14249" y="17027"/>
                    <a:pt x="14236" y="17030"/>
                    <a:pt x="14224" y="17039"/>
                  </a:cubicBezTo>
                  <a:cubicBezTo>
                    <a:pt x="14065" y="17128"/>
                    <a:pt x="13899" y="17226"/>
                    <a:pt x="13727" y="17309"/>
                  </a:cubicBezTo>
                  <a:lnTo>
                    <a:pt x="13707" y="17316"/>
                  </a:lnTo>
                  <a:cubicBezTo>
                    <a:pt x="13657" y="17336"/>
                    <a:pt x="13609" y="17364"/>
                    <a:pt x="13561" y="17384"/>
                  </a:cubicBezTo>
                  <a:cubicBezTo>
                    <a:pt x="13548" y="17392"/>
                    <a:pt x="13526" y="17399"/>
                    <a:pt x="13506" y="17412"/>
                  </a:cubicBezTo>
                  <a:lnTo>
                    <a:pt x="13465" y="17433"/>
                  </a:lnTo>
                  <a:cubicBezTo>
                    <a:pt x="13443" y="17440"/>
                    <a:pt x="13423" y="17447"/>
                    <a:pt x="13402" y="17460"/>
                  </a:cubicBezTo>
                  <a:lnTo>
                    <a:pt x="13388" y="17460"/>
                  </a:lnTo>
                  <a:cubicBezTo>
                    <a:pt x="13382" y="17467"/>
                    <a:pt x="13375" y="17467"/>
                    <a:pt x="13375" y="17467"/>
                  </a:cubicBezTo>
                  <a:cubicBezTo>
                    <a:pt x="13340" y="17482"/>
                    <a:pt x="13312" y="17495"/>
                    <a:pt x="13277" y="17508"/>
                  </a:cubicBezTo>
                  <a:lnTo>
                    <a:pt x="13229" y="17530"/>
                  </a:lnTo>
                  <a:cubicBezTo>
                    <a:pt x="13057" y="17599"/>
                    <a:pt x="12878" y="17661"/>
                    <a:pt x="12697" y="17724"/>
                  </a:cubicBezTo>
                  <a:cubicBezTo>
                    <a:pt x="12670" y="17730"/>
                    <a:pt x="12649" y="17757"/>
                    <a:pt x="12649" y="17792"/>
                  </a:cubicBezTo>
                  <a:lnTo>
                    <a:pt x="12629" y="20142"/>
                  </a:lnTo>
                  <a:lnTo>
                    <a:pt x="11143" y="20384"/>
                  </a:lnTo>
                  <a:lnTo>
                    <a:pt x="10381" y="18158"/>
                  </a:lnTo>
                  <a:cubicBezTo>
                    <a:pt x="10375" y="18130"/>
                    <a:pt x="10348" y="18110"/>
                    <a:pt x="10313" y="18110"/>
                  </a:cubicBezTo>
                  <a:cubicBezTo>
                    <a:pt x="10126" y="18110"/>
                    <a:pt x="9933" y="18104"/>
                    <a:pt x="9746" y="18089"/>
                  </a:cubicBezTo>
                  <a:lnTo>
                    <a:pt x="9718" y="18089"/>
                  </a:lnTo>
                  <a:cubicBezTo>
                    <a:pt x="9670" y="18082"/>
                    <a:pt x="9615" y="18082"/>
                    <a:pt x="9567" y="18075"/>
                  </a:cubicBezTo>
                  <a:cubicBezTo>
                    <a:pt x="9545" y="18075"/>
                    <a:pt x="9519" y="18069"/>
                    <a:pt x="9497" y="18069"/>
                  </a:cubicBezTo>
                  <a:lnTo>
                    <a:pt x="9456" y="18062"/>
                  </a:lnTo>
                  <a:cubicBezTo>
                    <a:pt x="9427" y="18062"/>
                    <a:pt x="9407" y="18062"/>
                    <a:pt x="9386" y="18055"/>
                  </a:cubicBezTo>
                  <a:cubicBezTo>
                    <a:pt x="9331" y="18055"/>
                    <a:pt x="9283" y="18047"/>
                    <a:pt x="9235" y="18041"/>
                  </a:cubicBezTo>
                  <a:lnTo>
                    <a:pt x="9207" y="18034"/>
                  </a:lnTo>
                  <a:cubicBezTo>
                    <a:pt x="9021" y="18014"/>
                    <a:pt x="8834" y="17979"/>
                    <a:pt x="8648" y="17938"/>
                  </a:cubicBezTo>
                  <a:cubicBezTo>
                    <a:pt x="8643" y="17937"/>
                    <a:pt x="8638" y="17936"/>
                    <a:pt x="8633" y="17936"/>
                  </a:cubicBezTo>
                  <a:cubicBezTo>
                    <a:pt x="8608" y="17936"/>
                    <a:pt x="8582" y="17949"/>
                    <a:pt x="8571" y="17972"/>
                  </a:cubicBezTo>
                  <a:lnTo>
                    <a:pt x="7375" y="19996"/>
                  </a:lnTo>
                  <a:lnTo>
                    <a:pt x="5972" y="19465"/>
                  </a:lnTo>
                  <a:lnTo>
                    <a:pt x="6422" y="17156"/>
                  </a:lnTo>
                  <a:cubicBezTo>
                    <a:pt x="6428" y="17128"/>
                    <a:pt x="6415" y="17093"/>
                    <a:pt x="6387" y="17080"/>
                  </a:cubicBezTo>
                  <a:cubicBezTo>
                    <a:pt x="6228" y="16984"/>
                    <a:pt x="6062" y="16886"/>
                    <a:pt x="5911" y="16783"/>
                  </a:cubicBezTo>
                  <a:lnTo>
                    <a:pt x="5883" y="16762"/>
                  </a:lnTo>
                  <a:cubicBezTo>
                    <a:pt x="5841" y="16735"/>
                    <a:pt x="5800" y="16707"/>
                    <a:pt x="5758" y="16679"/>
                  </a:cubicBezTo>
                  <a:cubicBezTo>
                    <a:pt x="5737" y="16665"/>
                    <a:pt x="5723" y="16652"/>
                    <a:pt x="5703" y="16637"/>
                  </a:cubicBezTo>
                  <a:lnTo>
                    <a:pt x="5662" y="16611"/>
                  </a:lnTo>
                  <a:cubicBezTo>
                    <a:pt x="5647" y="16596"/>
                    <a:pt x="5627" y="16582"/>
                    <a:pt x="5612" y="16569"/>
                  </a:cubicBezTo>
                  <a:cubicBezTo>
                    <a:pt x="5571" y="16541"/>
                    <a:pt x="5529" y="16506"/>
                    <a:pt x="5488" y="16480"/>
                  </a:cubicBezTo>
                  <a:lnTo>
                    <a:pt x="5468" y="16465"/>
                  </a:lnTo>
                  <a:cubicBezTo>
                    <a:pt x="5315" y="16347"/>
                    <a:pt x="5171" y="16223"/>
                    <a:pt x="5032" y="16098"/>
                  </a:cubicBezTo>
                  <a:cubicBezTo>
                    <a:pt x="5016" y="16087"/>
                    <a:pt x="5000" y="16079"/>
                    <a:pt x="4984" y="16079"/>
                  </a:cubicBezTo>
                  <a:cubicBezTo>
                    <a:pt x="4972" y="16079"/>
                    <a:pt x="4961" y="16083"/>
                    <a:pt x="4949" y="16091"/>
                  </a:cubicBezTo>
                  <a:lnTo>
                    <a:pt x="2903" y="17246"/>
                  </a:lnTo>
                  <a:lnTo>
                    <a:pt x="1950" y="16078"/>
                  </a:lnTo>
                  <a:lnTo>
                    <a:pt x="3497" y="14308"/>
                  </a:lnTo>
                  <a:cubicBezTo>
                    <a:pt x="3519" y="14288"/>
                    <a:pt x="3519" y="14254"/>
                    <a:pt x="3506" y="14225"/>
                  </a:cubicBezTo>
                  <a:cubicBezTo>
                    <a:pt x="3408" y="14059"/>
                    <a:pt x="3318" y="13894"/>
                    <a:pt x="3235" y="13728"/>
                  </a:cubicBezTo>
                  <a:lnTo>
                    <a:pt x="3222" y="13701"/>
                  </a:lnTo>
                  <a:cubicBezTo>
                    <a:pt x="3200" y="13651"/>
                    <a:pt x="3180" y="13610"/>
                    <a:pt x="3159" y="13562"/>
                  </a:cubicBezTo>
                  <a:cubicBezTo>
                    <a:pt x="3146" y="13542"/>
                    <a:pt x="3139" y="13520"/>
                    <a:pt x="3132" y="13500"/>
                  </a:cubicBezTo>
                  <a:lnTo>
                    <a:pt x="3111" y="13459"/>
                  </a:lnTo>
                  <a:cubicBezTo>
                    <a:pt x="3104" y="13437"/>
                    <a:pt x="3091" y="13418"/>
                    <a:pt x="3083" y="13396"/>
                  </a:cubicBezTo>
                  <a:cubicBezTo>
                    <a:pt x="3063" y="13348"/>
                    <a:pt x="3041" y="13300"/>
                    <a:pt x="3021" y="13252"/>
                  </a:cubicBezTo>
                  <a:lnTo>
                    <a:pt x="3015" y="13230"/>
                  </a:lnTo>
                  <a:cubicBezTo>
                    <a:pt x="2945" y="13058"/>
                    <a:pt x="2875" y="12878"/>
                    <a:pt x="2821" y="12698"/>
                  </a:cubicBezTo>
                  <a:cubicBezTo>
                    <a:pt x="2807" y="12671"/>
                    <a:pt x="2779" y="12650"/>
                    <a:pt x="2751" y="12650"/>
                  </a:cubicBezTo>
                  <a:lnTo>
                    <a:pt x="402" y="12630"/>
                  </a:lnTo>
                  <a:lnTo>
                    <a:pt x="160" y="11137"/>
                  </a:lnTo>
                  <a:lnTo>
                    <a:pt x="2386" y="10384"/>
                  </a:lnTo>
                  <a:cubicBezTo>
                    <a:pt x="2412" y="10369"/>
                    <a:pt x="2434" y="10342"/>
                    <a:pt x="2434" y="10314"/>
                  </a:cubicBezTo>
                  <a:cubicBezTo>
                    <a:pt x="2434" y="10120"/>
                    <a:pt x="2441" y="9934"/>
                    <a:pt x="2447" y="9747"/>
                  </a:cubicBezTo>
                  <a:lnTo>
                    <a:pt x="2454" y="9720"/>
                  </a:lnTo>
                  <a:cubicBezTo>
                    <a:pt x="2454" y="9664"/>
                    <a:pt x="2461" y="9616"/>
                    <a:pt x="2469" y="9561"/>
                  </a:cubicBezTo>
                  <a:lnTo>
                    <a:pt x="2469" y="9546"/>
                  </a:lnTo>
                  <a:lnTo>
                    <a:pt x="2469" y="9505"/>
                  </a:lnTo>
                  <a:lnTo>
                    <a:pt x="2475" y="9450"/>
                  </a:lnTo>
                  <a:cubicBezTo>
                    <a:pt x="2482" y="9430"/>
                    <a:pt x="2482" y="9402"/>
                    <a:pt x="2482" y="9380"/>
                  </a:cubicBezTo>
                  <a:cubicBezTo>
                    <a:pt x="2489" y="9332"/>
                    <a:pt x="2495" y="9284"/>
                    <a:pt x="2502" y="9229"/>
                  </a:cubicBezTo>
                  <a:lnTo>
                    <a:pt x="2502" y="9201"/>
                  </a:lnTo>
                  <a:cubicBezTo>
                    <a:pt x="2530" y="9015"/>
                    <a:pt x="2565" y="8828"/>
                    <a:pt x="2607" y="8649"/>
                  </a:cubicBezTo>
                  <a:cubicBezTo>
                    <a:pt x="2607" y="8614"/>
                    <a:pt x="2593" y="8586"/>
                    <a:pt x="2572" y="8566"/>
                  </a:cubicBezTo>
                  <a:lnTo>
                    <a:pt x="546" y="7376"/>
                  </a:lnTo>
                  <a:lnTo>
                    <a:pt x="1079" y="5966"/>
                  </a:lnTo>
                  <a:lnTo>
                    <a:pt x="3388" y="6423"/>
                  </a:lnTo>
                  <a:cubicBezTo>
                    <a:pt x="3392" y="6424"/>
                    <a:pt x="3397" y="6424"/>
                    <a:pt x="3402" y="6424"/>
                  </a:cubicBezTo>
                  <a:cubicBezTo>
                    <a:pt x="3426" y="6424"/>
                    <a:pt x="3452" y="6411"/>
                    <a:pt x="3464" y="6388"/>
                  </a:cubicBezTo>
                  <a:cubicBezTo>
                    <a:pt x="3554" y="6222"/>
                    <a:pt x="3657" y="6063"/>
                    <a:pt x="3761" y="5905"/>
                  </a:cubicBezTo>
                  <a:lnTo>
                    <a:pt x="3788" y="5864"/>
                  </a:lnTo>
                  <a:cubicBezTo>
                    <a:pt x="3809" y="5835"/>
                    <a:pt x="3822" y="5807"/>
                    <a:pt x="3844" y="5781"/>
                  </a:cubicBezTo>
                  <a:cubicBezTo>
                    <a:pt x="3851" y="5772"/>
                    <a:pt x="3851" y="5772"/>
                    <a:pt x="3857" y="5766"/>
                  </a:cubicBezTo>
                  <a:lnTo>
                    <a:pt x="3864" y="5752"/>
                  </a:lnTo>
                  <a:cubicBezTo>
                    <a:pt x="3879" y="5739"/>
                    <a:pt x="3892" y="5718"/>
                    <a:pt x="3905" y="5698"/>
                  </a:cubicBezTo>
                  <a:lnTo>
                    <a:pt x="3934" y="5663"/>
                  </a:lnTo>
                  <a:cubicBezTo>
                    <a:pt x="3940" y="5641"/>
                    <a:pt x="3953" y="5628"/>
                    <a:pt x="3968" y="5606"/>
                  </a:cubicBezTo>
                  <a:cubicBezTo>
                    <a:pt x="4003" y="5565"/>
                    <a:pt x="4030" y="5523"/>
                    <a:pt x="4065" y="5482"/>
                  </a:cubicBezTo>
                  <a:lnTo>
                    <a:pt x="4078" y="5469"/>
                  </a:lnTo>
                  <a:lnTo>
                    <a:pt x="4078" y="5462"/>
                  </a:lnTo>
                  <a:cubicBezTo>
                    <a:pt x="4196" y="5316"/>
                    <a:pt x="4313" y="5165"/>
                    <a:pt x="4444" y="5026"/>
                  </a:cubicBezTo>
                  <a:cubicBezTo>
                    <a:pt x="4466" y="5006"/>
                    <a:pt x="4466" y="4971"/>
                    <a:pt x="4451" y="4943"/>
                  </a:cubicBezTo>
                  <a:lnTo>
                    <a:pt x="3298" y="2898"/>
                  </a:lnTo>
                  <a:lnTo>
                    <a:pt x="4459" y="1944"/>
                  </a:lnTo>
                  <a:lnTo>
                    <a:pt x="6234" y="3491"/>
                  </a:lnTo>
                  <a:cubicBezTo>
                    <a:pt x="6247" y="3504"/>
                    <a:pt x="6264" y="3512"/>
                    <a:pt x="6282" y="3512"/>
                  </a:cubicBezTo>
                  <a:cubicBezTo>
                    <a:pt x="6294" y="3512"/>
                    <a:pt x="6306" y="3508"/>
                    <a:pt x="6317" y="3500"/>
                  </a:cubicBezTo>
                  <a:cubicBezTo>
                    <a:pt x="6476" y="3409"/>
                    <a:pt x="6649" y="3319"/>
                    <a:pt x="6815" y="3236"/>
                  </a:cubicBezTo>
                  <a:lnTo>
                    <a:pt x="6823" y="3229"/>
                  </a:lnTo>
                  <a:lnTo>
                    <a:pt x="6843" y="3223"/>
                  </a:lnTo>
                  <a:cubicBezTo>
                    <a:pt x="6884" y="3201"/>
                    <a:pt x="6933" y="3175"/>
                    <a:pt x="6981" y="3153"/>
                  </a:cubicBezTo>
                  <a:cubicBezTo>
                    <a:pt x="7002" y="3146"/>
                    <a:pt x="7022" y="3140"/>
                    <a:pt x="7044" y="3127"/>
                  </a:cubicBezTo>
                  <a:lnTo>
                    <a:pt x="7079" y="3112"/>
                  </a:lnTo>
                  <a:cubicBezTo>
                    <a:pt x="7098" y="3098"/>
                    <a:pt x="7127" y="3092"/>
                    <a:pt x="7147" y="3077"/>
                  </a:cubicBezTo>
                  <a:lnTo>
                    <a:pt x="7175" y="3070"/>
                  </a:lnTo>
                  <a:cubicBezTo>
                    <a:pt x="7203" y="3057"/>
                    <a:pt x="7230" y="3044"/>
                    <a:pt x="7264" y="3029"/>
                  </a:cubicBezTo>
                  <a:lnTo>
                    <a:pt x="7312" y="3009"/>
                  </a:lnTo>
                  <a:cubicBezTo>
                    <a:pt x="7487" y="2939"/>
                    <a:pt x="7666" y="2878"/>
                    <a:pt x="7845" y="2815"/>
                  </a:cubicBezTo>
                  <a:cubicBezTo>
                    <a:pt x="7873" y="2808"/>
                    <a:pt x="7893" y="2780"/>
                    <a:pt x="7893" y="2745"/>
                  </a:cubicBezTo>
                  <a:lnTo>
                    <a:pt x="7915" y="396"/>
                  </a:lnTo>
                  <a:lnTo>
                    <a:pt x="9401" y="154"/>
                  </a:lnTo>
                  <a:close/>
                  <a:moveTo>
                    <a:pt x="9455" y="0"/>
                  </a:moveTo>
                  <a:cubicBezTo>
                    <a:pt x="9451" y="0"/>
                    <a:pt x="9447" y="1"/>
                    <a:pt x="9442" y="1"/>
                  </a:cubicBezTo>
                  <a:lnTo>
                    <a:pt x="7832" y="265"/>
                  </a:lnTo>
                  <a:cubicBezTo>
                    <a:pt x="7797" y="272"/>
                    <a:pt x="7769" y="298"/>
                    <a:pt x="7769" y="333"/>
                  </a:cubicBezTo>
                  <a:lnTo>
                    <a:pt x="7749" y="2690"/>
                  </a:lnTo>
                  <a:cubicBezTo>
                    <a:pt x="7583" y="2745"/>
                    <a:pt x="7417" y="2808"/>
                    <a:pt x="7258" y="2878"/>
                  </a:cubicBezTo>
                  <a:lnTo>
                    <a:pt x="7210" y="2898"/>
                  </a:lnTo>
                  <a:cubicBezTo>
                    <a:pt x="7175" y="2911"/>
                    <a:pt x="7147" y="2919"/>
                    <a:pt x="7113" y="2932"/>
                  </a:cubicBezTo>
                  <a:cubicBezTo>
                    <a:pt x="7113" y="2939"/>
                    <a:pt x="7105" y="2939"/>
                    <a:pt x="7098" y="2939"/>
                  </a:cubicBezTo>
                  <a:lnTo>
                    <a:pt x="7085" y="2946"/>
                  </a:lnTo>
                  <a:cubicBezTo>
                    <a:pt x="7064" y="2961"/>
                    <a:pt x="7044" y="2967"/>
                    <a:pt x="7022" y="2974"/>
                  </a:cubicBezTo>
                  <a:lnTo>
                    <a:pt x="6981" y="2994"/>
                  </a:lnTo>
                  <a:cubicBezTo>
                    <a:pt x="6961" y="3002"/>
                    <a:pt x="6939" y="3015"/>
                    <a:pt x="6919" y="3022"/>
                  </a:cubicBezTo>
                  <a:cubicBezTo>
                    <a:pt x="6871" y="3044"/>
                    <a:pt x="6823" y="3070"/>
                    <a:pt x="6773" y="3092"/>
                  </a:cubicBezTo>
                  <a:lnTo>
                    <a:pt x="6753" y="3105"/>
                  </a:lnTo>
                  <a:cubicBezTo>
                    <a:pt x="6594" y="3181"/>
                    <a:pt x="6442" y="3264"/>
                    <a:pt x="6291" y="3347"/>
                  </a:cubicBezTo>
                  <a:lnTo>
                    <a:pt x="4514" y="1800"/>
                  </a:lnTo>
                  <a:cubicBezTo>
                    <a:pt x="4500" y="1785"/>
                    <a:pt x="4483" y="1778"/>
                    <a:pt x="4465" y="1778"/>
                  </a:cubicBezTo>
                  <a:cubicBezTo>
                    <a:pt x="4448" y="1778"/>
                    <a:pt x="4431" y="1785"/>
                    <a:pt x="4418" y="1800"/>
                  </a:cubicBezTo>
                  <a:lnTo>
                    <a:pt x="3152" y="2821"/>
                  </a:lnTo>
                  <a:cubicBezTo>
                    <a:pt x="3124" y="2850"/>
                    <a:pt x="3117" y="2884"/>
                    <a:pt x="3139" y="2919"/>
                  </a:cubicBezTo>
                  <a:lnTo>
                    <a:pt x="4300" y="4971"/>
                  </a:lnTo>
                  <a:cubicBezTo>
                    <a:pt x="4182" y="5102"/>
                    <a:pt x="4071" y="5233"/>
                    <a:pt x="3962" y="5373"/>
                  </a:cubicBezTo>
                  <a:lnTo>
                    <a:pt x="3947" y="5392"/>
                  </a:lnTo>
                  <a:cubicBezTo>
                    <a:pt x="3912" y="5434"/>
                    <a:pt x="3885" y="5475"/>
                    <a:pt x="3851" y="5523"/>
                  </a:cubicBezTo>
                  <a:cubicBezTo>
                    <a:pt x="3837" y="5538"/>
                    <a:pt x="3822" y="5558"/>
                    <a:pt x="3816" y="5573"/>
                  </a:cubicBezTo>
                  <a:lnTo>
                    <a:pt x="3781" y="5615"/>
                  </a:lnTo>
                  <a:cubicBezTo>
                    <a:pt x="3768" y="5635"/>
                    <a:pt x="3761" y="5656"/>
                    <a:pt x="3746" y="5669"/>
                  </a:cubicBezTo>
                  <a:lnTo>
                    <a:pt x="3733" y="5683"/>
                  </a:lnTo>
                  <a:cubicBezTo>
                    <a:pt x="3733" y="5683"/>
                    <a:pt x="3733" y="5689"/>
                    <a:pt x="3726" y="5698"/>
                  </a:cubicBezTo>
                  <a:cubicBezTo>
                    <a:pt x="3705" y="5724"/>
                    <a:pt x="3685" y="5752"/>
                    <a:pt x="3663" y="5781"/>
                  </a:cubicBezTo>
                  <a:lnTo>
                    <a:pt x="3643" y="5822"/>
                  </a:lnTo>
                  <a:cubicBezTo>
                    <a:pt x="3539" y="5966"/>
                    <a:pt x="3449" y="6119"/>
                    <a:pt x="3360" y="6270"/>
                  </a:cubicBezTo>
                  <a:lnTo>
                    <a:pt x="1044" y="5814"/>
                  </a:lnTo>
                  <a:cubicBezTo>
                    <a:pt x="1039" y="5813"/>
                    <a:pt x="1033" y="5812"/>
                    <a:pt x="1028" y="5812"/>
                  </a:cubicBezTo>
                  <a:cubicBezTo>
                    <a:pt x="999" y="5812"/>
                    <a:pt x="975" y="5827"/>
                    <a:pt x="968" y="5855"/>
                  </a:cubicBezTo>
                  <a:lnTo>
                    <a:pt x="387" y="7383"/>
                  </a:lnTo>
                  <a:cubicBezTo>
                    <a:pt x="374" y="7411"/>
                    <a:pt x="387" y="7453"/>
                    <a:pt x="415" y="7466"/>
                  </a:cubicBezTo>
                  <a:lnTo>
                    <a:pt x="2447" y="8668"/>
                  </a:lnTo>
                  <a:cubicBezTo>
                    <a:pt x="2412" y="8834"/>
                    <a:pt x="2386" y="9015"/>
                    <a:pt x="2364" y="9181"/>
                  </a:cubicBezTo>
                  <a:lnTo>
                    <a:pt x="2358" y="9208"/>
                  </a:lnTo>
                  <a:cubicBezTo>
                    <a:pt x="2351" y="9264"/>
                    <a:pt x="2344" y="9312"/>
                    <a:pt x="2336" y="9367"/>
                  </a:cubicBezTo>
                  <a:cubicBezTo>
                    <a:pt x="2336" y="9388"/>
                    <a:pt x="2336" y="9408"/>
                    <a:pt x="2330" y="9436"/>
                  </a:cubicBezTo>
                  <a:lnTo>
                    <a:pt x="2323" y="9491"/>
                  </a:lnTo>
                  <a:lnTo>
                    <a:pt x="2323" y="9533"/>
                  </a:lnTo>
                  <a:lnTo>
                    <a:pt x="2323" y="9554"/>
                  </a:lnTo>
                  <a:cubicBezTo>
                    <a:pt x="2316" y="9602"/>
                    <a:pt x="2310" y="9657"/>
                    <a:pt x="2310" y="9705"/>
                  </a:cubicBezTo>
                  <a:lnTo>
                    <a:pt x="2310" y="9720"/>
                  </a:lnTo>
                  <a:cubicBezTo>
                    <a:pt x="2310" y="9727"/>
                    <a:pt x="2303" y="9727"/>
                    <a:pt x="2303" y="9733"/>
                  </a:cubicBezTo>
                  <a:cubicBezTo>
                    <a:pt x="2295" y="9906"/>
                    <a:pt x="2288" y="10085"/>
                    <a:pt x="2288" y="10259"/>
                  </a:cubicBezTo>
                  <a:lnTo>
                    <a:pt x="55" y="11019"/>
                  </a:lnTo>
                  <a:cubicBezTo>
                    <a:pt x="22" y="11032"/>
                    <a:pt x="1" y="11067"/>
                    <a:pt x="7" y="11102"/>
                  </a:cubicBezTo>
                  <a:lnTo>
                    <a:pt x="263" y="12713"/>
                  </a:lnTo>
                  <a:cubicBezTo>
                    <a:pt x="271" y="12747"/>
                    <a:pt x="304" y="12767"/>
                    <a:pt x="339" y="12774"/>
                  </a:cubicBezTo>
                  <a:lnTo>
                    <a:pt x="2696" y="12795"/>
                  </a:lnTo>
                  <a:cubicBezTo>
                    <a:pt x="2751" y="12961"/>
                    <a:pt x="2814" y="13121"/>
                    <a:pt x="2875" y="13286"/>
                  </a:cubicBezTo>
                  <a:lnTo>
                    <a:pt x="2890" y="13313"/>
                  </a:lnTo>
                  <a:cubicBezTo>
                    <a:pt x="2910" y="13354"/>
                    <a:pt x="2932" y="13403"/>
                    <a:pt x="2952" y="13452"/>
                  </a:cubicBezTo>
                  <a:cubicBezTo>
                    <a:pt x="2958" y="13472"/>
                    <a:pt x="2966" y="13500"/>
                    <a:pt x="2980" y="13520"/>
                  </a:cubicBezTo>
                  <a:lnTo>
                    <a:pt x="3000" y="13562"/>
                  </a:lnTo>
                  <a:cubicBezTo>
                    <a:pt x="3008" y="13583"/>
                    <a:pt x="3015" y="13603"/>
                    <a:pt x="3028" y="13625"/>
                  </a:cubicBezTo>
                  <a:cubicBezTo>
                    <a:pt x="3049" y="13673"/>
                    <a:pt x="3069" y="13721"/>
                    <a:pt x="3098" y="13763"/>
                  </a:cubicBezTo>
                  <a:lnTo>
                    <a:pt x="3104" y="13791"/>
                  </a:lnTo>
                  <a:cubicBezTo>
                    <a:pt x="3180" y="13942"/>
                    <a:pt x="3263" y="14101"/>
                    <a:pt x="3353" y="14254"/>
                  </a:cubicBezTo>
                  <a:lnTo>
                    <a:pt x="1797" y="16030"/>
                  </a:lnTo>
                  <a:cubicBezTo>
                    <a:pt x="1777" y="16057"/>
                    <a:pt x="1777" y="16098"/>
                    <a:pt x="1797" y="16126"/>
                  </a:cubicBezTo>
                  <a:lnTo>
                    <a:pt x="2827" y="17384"/>
                  </a:lnTo>
                  <a:cubicBezTo>
                    <a:pt x="2842" y="17403"/>
                    <a:pt x="2865" y="17412"/>
                    <a:pt x="2887" y="17412"/>
                  </a:cubicBezTo>
                  <a:cubicBezTo>
                    <a:pt x="2898" y="17412"/>
                    <a:pt x="2908" y="17410"/>
                    <a:pt x="2917" y="17405"/>
                  </a:cubicBezTo>
                  <a:lnTo>
                    <a:pt x="4970" y="16244"/>
                  </a:lnTo>
                  <a:cubicBezTo>
                    <a:pt x="5101" y="16355"/>
                    <a:pt x="5239" y="16471"/>
                    <a:pt x="5378" y="16576"/>
                  </a:cubicBezTo>
                  <a:lnTo>
                    <a:pt x="5398" y="16596"/>
                  </a:lnTo>
                  <a:cubicBezTo>
                    <a:pt x="5440" y="16624"/>
                    <a:pt x="5481" y="16659"/>
                    <a:pt x="5523" y="16687"/>
                  </a:cubicBezTo>
                  <a:cubicBezTo>
                    <a:pt x="5544" y="16700"/>
                    <a:pt x="5557" y="16713"/>
                    <a:pt x="5579" y="16728"/>
                  </a:cubicBezTo>
                  <a:lnTo>
                    <a:pt x="5621" y="16755"/>
                  </a:lnTo>
                  <a:cubicBezTo>
                    <a:pt x="5634" y="16770"/>
                    <a:pt x="5654" y="16783"/>
                    <a:pt x="5675" y="16796"/>
                  </a:cubicBezTo>
                  <a:cubicBezTo>
                    <a:pt x="5717" y="16825"/>
                    <a:pt x="5758" y="16859"/>
                    <a:pt x="5800" y="16886"/>
                  </a:cubicBezTo>
                  <a:lnTo>
                    <a:pt x="5828" y="16901"/>
                  </a:lnTo>
                  <a:cubicBezTo>
                    <a:pt x="5972" y="16997"/>
                    <a:pt x="6118" y="17093"/>
                    <a:pt x="6269" y="17176"/>
                  </a:cubicBezTo>
                  <a:lnTo>
                    <a:pt x="5813" y="19492"/>
                  </a:lnTo>
                  <a:cubicBezTo>
                    <a:pt x="5806" y="19527"/>
                    <a:pt x="5828" y="19562"/>
                    <a:pt x="5861" y="19575"/>
                  </a:cubicBezTo>
                  <a:lnTo>
                    <a:pt x="7382" y="20155"/>
                  </a:lnTo>
                  <a:cubicBezTo>
                    <a:pt x="7391" y="20159"/>
                    <a:pt x="7400" y="20161"/>
                    <a:pt x="7409" y="20161"/>
                  </a:cubicBezTo>
                  <a:cubicBezTo>
                    <a:pt x="7434" y="20161"/>
                    <a:pt x="7457" y="20146"/>
                    <a:pt x="7472" y="20121"/>
                  </a:cubicBezTo>
                  <a:lnTo>
                    <a:pt x="8668" y="18089"/>
                  </a:lnTo>
                  <a:cubicBezTo>
                    <a:pt x="8840" y="18123"/>
                    <a:pt x="9013" y="18158"/>
                    <a:pt x="9187" y="18180"/>
                  </a:cubicBezTo>
                  <a:lnTo>
                    <a:pt x="9213" y="18186"/>
                  </a:lnTo>
                  <a:cubicBezTo>
                    <a:pt x="9261" y="18193"/>
                    <a:pt x="9318" y="18200"/>
                    <a:pt x="9373" y="18200"/>
                  </a:cubicBezTo>
                  <a:cubicBezTo>
                    <a:pt x="9394" y="18206"/>
                    <a:pt x="9414" y="18206"/>
                    <a:pt x="9442" y="18206"/>
                  </a:cubicBezTo>
                  <a:lnTo>
                    <a:pt x="9484" y="18213"/>
                  </a:lnTo>
                  <a:cubicBezTo>
                    <a:pt x="9504" y="18213"/>
                    <a:pt x="9532" y="18221"/>
                    <a:pt x="9552" y="18221"/>
                  </a:cubicBezTo>
                  <a:cubicBezTo>
                    <a:pt x="9608" y="18228"/>
                    <a:pt x="9656" y="18228"/>
                    <a:pt x="9711" y="18235"/>
                  </a:cubicBezTo>
                  <a:lnTo>
                    <a:pt x="9739" y="18235"/>
                  </a:lnTo>
                  <a:cubicBezTo>
                    <a:pt x="9912" y="18248"/>
                    <a:pt x="10084" y="18254"/>
                    <a:pt x="10265" y="18254"/>
                  </a:cubicBezTo>
                  <a:lnTo>
                    <a:pt x="11025" y="20487"/>
                  </a:lnTo>
                  <a:cubicBezTo>
                    <a:pt x="11031" y="20515"/>
                    <a:pt x="11066" y="20535"/>
                    <a:pt x="11094" y="20535"/>
                  </a:cubicBezTo>
                  <a:lnTo>
                    <a:pt x="11108" y="20535"/>
                  </a:lnTo>
                  <a:lnTo>
                    <a:pt x="12712" y="20273"/>
                  </a:lnTo>
                  <a:cubicBezTo>
                    <a:pt x="12745" y="20267"/>
                    <a:pt x="12773" y="20238"/>
                    <a:pt x="12773" y="20204"/>
                  </a:cubicBezTo>
                  <a:lnTo>
                    <a:pt x="12795" y="17848"/>
                  </a:lnTo>
                  <a:cubicBezTo>
                    <a:pt x="12961" y="17792"/>
                    <a:pt x="13126" y="17730"/>
                    <a:pt x="13284" y="17661"/>
                  </a:cubicBezTo>
                  <a:lnTo>
                    <a:pt x="13334" y="17647"/>
                  </a:lnTo>
                  <a:cubicBezTo>
                    <a:pt x="13367" y="17632"/>
                    <a:pt x="13395" y="17619"/>
                    <a:pt x="13430" y="17606"/>
                  </a:cubicBezTo>
                  <a:cubicBezTo>
                    <a:pt x="13437" y="17599"/>
                    <a:pt x="13437" y="17599"/>
                    <a:pt x="13443" y="17599"/>
                  </a:cubicBezTo>
                  <a:lnTo>
                    <a:pt x="13458" y="17591"/>
                  </a:lnTo>
                  <a:cubicBezTo>
                    <a:pt x="13478" y="17584"/>
                    <a:pt x="13500" y="17571"/>
                    <a:pt x="13520" y="17564"/>
                  </a:cubicBezTo>
                  <a:lnTo>
                    <a:pt x="13561" y="17543"/>
                  </a:lnTo>
                  <a:cubicBezTo>
                    <a:pt x="13583" y="17536"/>
                    <a:pt x="13602" y="17523"/>
                    <a:pt x="13624" y="17516"/>
                  </a:cubicBezTo>
                  <a:cubicBezTo>
                    <a:pt x="13672" y="17495"/>
                    <a:pt x="13720" y="17467"/>
                    <a:pt x="13768" y="17447"/>
                  </a:cubicBezTo>
                  <a:lnTo>
                    <a:pt x="13790" y="17440"/>
                  </a:lnTo>
                  <a:cubicBezTo>
                    <a:pt x="13790" y="17440"/>
                    <a:pt x="13790" y="17433"/>
                    <a:pt x="13797" y="17433"/>
                  </a:cubicBezTo>
                  <a:cubicBezTo>
                    <a:pt x="13947" y="17357"/>
                    <a:pt x="14107" y="17274"/>
                    <a:pt x="14259" y="17191"/>
                  </a:cubicBezTo>
                  <a:lnTo>
                    <a:pt x="16036" y="18739"/>
                  </a:lnTo>
                  <a:cubicBezTo>
                    <a:pt x="16046" y="18754"/>
                    <a:pt x="16063" y="18761"/>
                    <a:pt x="16081" y="18761"/>
                  </a:cubicBezTo>
                  <a:cubicBezTo>
                    <a:pt x="16096" y="18761"/>
                    <a:pt x="16112" y="18756"/>
                    <a:pt x="16125" y="18745"/>
                  </a:cubicBezTo>
                  <a:lnTo>
                    <a:pt x="17389" y="17715"/>
                  </a:lnTo>
                  <a:cubicBezTo>
                    <a:pt x="17418" y="17689"/>
                    <a:pt x="17424" y="17654"/>
                    <a:pt x="17404" y="17619"/>
                  </a:cubicBezTo>
                  <a:lnTo>
                    <a:pt x="16243" y="15567"/>
                  </a:lnTo>
                  <a:cubicBezTo>
                    <a:pt x="16361" y="15435"/>
                    <a:pt x="16470" y="15304"/>
                    <a:pt x="16582" y="15166"/>
                  </a:cubicBezTo>
                  <a:lnTo>
                    <a:pt x="16582" y="15159"/>
                  </a:lnTo>
                  <a:lnTo>
                    <a:pt x="16595" y="15144"/>
                  </a:lnTo>
                  <a:cubicBezTo>
                    <a:pt x="16630" y="15103"/>
                    <a:pt x="16658" y="15061"/>
                    <a:pt x="16693" y="15020"/>
                  </a:cubicBezTo>
                  <a:cubicBezTo>
                    <a:pt x="16706" y="15000"/>
                    <a:pt x="16719" y="14978"/>
                    <a:pt x="16734" y="14965"/>
                  </a:cubicBezTo>
                  <a:lnTo>
                    <a:pt x="16754" y="14924"/>
                  </a:lnTo>
                  <a:cubicBezTo>
                    <a:pt x="16776" y="14910"/>
                    <a:pt x="16789" y="14889"/>
                    <a:pt x="16802" y="14869"/>
                  </a:cubicBezTo>
                  <a:lnTo>
                    <a:pt x="16809" y="14854"/>
                  </a:lnTo>
                  <a:cubicBezTo>
                    <a:pt x="16809" y="14854"/>
                    <a:pt x="16817" y="14847"/>
                    <a:pt x="16817" y="14841"/>
                  </a:cubicBezTo>
                  <a:cubicBezTo>
                    <a:pt x="16837" y="14813"/>
                    <a:pt x="16859" y="14786"/>
                    <a:pt x="16879" y="14758"/>
                  </a:cubicBezTo>
                  <a:lnTo>
                    <a:pt x="16907" y="14716"/>
                  </a:lnTo>
                  <a:cubicBezTo>
                    <a:pt x="17003" y="14572"/>
                    <a:pt x="17092" y="14419"/>
                    <a:pt x="17182" y="14267"/>
                  </a:cubicBezTo>
                  <a:lnTo>
                    <a:pt x="19498" y="14723"/>
                  </a:lnTo>
                  <a:cubicBezTo>
                    <a:pt x="19503" y="14724"/>
                    <a:pt x="19509" y="14725"/>
                    <a:pt x="19515" y="14725"/>
                  </a:cubicBezTo>
                  <a:cubicBezTo>
                    <a:pt x="19543" y="14725"/>
                    <a:pt x="19570" y="14711"/>
                    <a:pt x="19581" y="14682"/>
                  </a:cubicBezTo>
                  <a:lnTo>
                    <a:pt x="20155" y="13162"/>
                  </a:lnTo>
                  <a:cubicBezTo>
                    <a:pt x="20168" y="13127"/>
                    <a:pt x="20155" y="13086"/>
                    <a:pt x="20126" y="13071"/>
                  </a:cubicBezTo>
                  <a:lnTo>
                    <a:pt x="18094" y="11868"/>
                  </a:lnTo>
                  <a:cubicBezTo>
                    <a:pt x="18129" y="11702"/>
                    <a:pt x="18157" y="11530"/>
                    <a:pt x="18186" y="11357"/>
                  </a:cubicBezTo>
                  <a:lnTo>
                    <a:pt x="18186" y="11329"/>
                  </a:lnTo>
                  <a:cubicBezTo>
                    <a:pt x="18192" y="11274"/>
                    <a:pt x="18199" y="11226"/>
                    <a:pt x="18206" y="11172"/>
                  </a:cubicBezTo>
                  <a:cubicBezTo>
                    <a:pt x="18206" y="11150"/>
                    <a:pt x="18212" y="11130"/>
                    <a:pt x="18212" y="11102"/>
                  </a:cubicBezTo>
                  <a:lnTo>
                    <a:pt x="18219" y="11060"/>
                  </a:lnTo>
                  <a:cubicBezTo>
                    <a:pt x="18219" y="11032"/>
                    <a:pt x="18219" y="11012"/>
                    <a:pt x="18227" y="10984"/>
                  </a:cubicBezTo>
                  <a:cubicBezTo>
                    <a:pt x="18227" y="10936"/>
                    <a:pt x="18234" y="10881"/>
                    <a:pt x="18234" y="10832"/>
                  </a:cubicBezTo>
                  <a:lnTo>
                    <a:pt x="18240" y="10783"/>
                  </a:lnTo>
                  <a:lnTo>
                    <a:pt x="18240" y="10764"/>
                  </a:lnTo>
                  <a:cubicBezTo>
                    <a:pt x="18254" y="10604"/>
                    <a:pt x="18254" y="10445"/>
                    <a:pt x="18254" y="10279"/>
                  </a:cubicBezTo>
                  <a:lnTo>
                    <a:pt x="20486" y="9519"/>
                  </a:lnTo>
                  <a:cubicBezTo>
                    <a:pt x="20521" y="9505"/>
                    <a:pt x="20541" y="9471"/>
                    <a:pt x="20534" y="9436"/>
                  </a:cubicBezTo>
                  <a:lnTo>
                    <a:pt x="20279" y="7826"/>
                  </a:lnTo>
                  <a:cubicBezTo>
                    <a:pt x="20272" y="7791"/>
                    <a:pt x="20244" y="7771"/>
                    <a:pt x="20209" y="7771"/>
                  </a:cubicBezTo>
                  <a:lnTo>
                    <a:pt x="17846" y="7750"/>
                  </a:lnTo>
                  <a:cubicBezTo>
                    <a:pt x="17791" y="7577"/>
                    <a:pt x="17729" y="7418"/>
                    <a:pt x="17666" y="7252"/>
                  </a:cubicBezTo>
                  <a:cubicBezTo>
                    <a:pt x="17666" y="7252"/>
                    <a:pt x="17660" y="7245"/>
                    <a:pt x="17660" y="7239"/>
                  </a:cubicBezTo>
                  <a:lnTo>
                    <a:pt x="17653" y="7232"/>
                  </a:lnTo>
                  <a:cubicBezTo>
                    <a:pt x="17632" y="7182"/>
                    <a:pt x="17618" y="7134"/>
                    <a:pt x="17590" y="7086"/>
                  </a:cubicBezTo>
                  <a:cubicBezTo>
                    <a:pt x="17583" y="7066"/>
                    <a:pt x="17577" y="7038"/>
                    <a:pt x="17564" y="7016"/>
                  </a:cubicBezTo>
                  <a:lnTo>
                    <a:pt x="17549" y="6983"/>
                  </a:lnTo>
                  <a:cubicBezTo>
                    <a:pt x="17535" y="6962"/>
                    <a:pt x="17529" y="6933"/>
                    <a:pt x="17522" y="6914"/>
                  </a:cubicBezTo>
                  <a:cubicBezTo>
                    <a:pt x="17494" y="6865"/>
                    <a:pt x="17472" y="6824"/>
                    <a:pt x="17452" y="6776"/>
                  </a:cubicBezTo>
                  <a:lnTo>
                    <a:pt x="17431" y="6734"/>
                  </a:lnTo>
                  <a:cubicBezTo>
                    <a:pt x="17424" y="6726"/>
                    <a:pt x="17424" y="6719"/>
                    <a:pt x="17418" y="6713"/>
                  </a:cubicBezTo>
                  <a:cubicBezTo>
                    <a:pt x="17348" y="6568"/>
                    <a:pt x="17273" y="6429"/>
                    <a:pt x="17190" y="6285"/>
                  </a:cubicBezTo>
                  <a:lnTo>
                    <a:pt x="18745" y="4508"/>
                  </a:lnTo>
                  <a:cubicBezTo>
                    <a:pt x="18766" y="4480"/>
                    <a:pt x="18766" y="4439"/>
                    <a:pt x="18745" y="4419"/>
                  </a:cubicBezTo>
                  <a:lnTo>
                    <a:pt x="17715" y="3153"/>
                  </a:lnTo>
                  <a:cubicBezTo>
                    <a:pt x="17701" y="3135"/>
                    <a:pt x="17678" y="3126"/>
                    <a:pt x="17656" y="3126"/>
                  </a:cubicBezTo>
                  <a:cubicBezTo>
                    <a:pt x="17645" y="3126"/>
                    <a:pt x="17634" y="3128"/>
                    <a:pt x="17625" y="3133"/>
                  </a:cubicBezTo>
                  <a:lnTo>
                    <a:pt x="15573" y="4294"/>
                  </a:lnTo>
                  <a:cubicBezTo>
                    <a:pt x="15440" y="4183"/>
                    <a:pt x="15303" y="4065"/>
                    <a:pt x="15165" y="3963"/>
                  </a:cubicBezTo>
                  <a:lnTo>
                    <a:pt x="15143" y="3941"/>
                  </a:lnTo>
                  <a:cubicBezTo>
                    <a:pt x="15102" y="3914"/>
                    <a:pt x="15061" y="3880"/>
                    <a:pt x="15019" y="3851"/>
                  </a:cubicBezTo>
                  <a:cubicBezTo>
                    <a:pt x="14999" y="3838"/>
                    <a:pt x="14984" y="3823"/>
                    <a:pt x="14964" y="3810"/>
                  </a:cubicBezTo>
                  <a:lnTo>
                    <a:pt x="14929" y="3782"/>
                  </a:lnTo>
                  <a:cubicBezTo>
                    <a:pt x="14910" y="3769"/>
                    <a:pt x="14888" y="3755"/>
                    <a:pt x="14868" y="3740"/>
                  </a:cubicBezTo>
                  <a:cubicBezTo>
                    <a:pt x="14827" y="3714"/>
                    <a:pt x="14785" y="3679"/>
                    <a:pt x="14744" y="3651"/>
                  </a:cubicBezTo>
                  <a:lnTo>
                    <a:pt x="14715" y="3637"/>
                  </a:lnTo>
                  <a:cubicBezTo>
                    <a:pt x="14570" y="3541"/>
                    <a:pt x="14425" y="3443"/>
                    <a:pt x="14273" y="3360"/>
                  </a:cubicBezTo>
                  <a:lnTo>
                    <a:pt x="14729" y="1045"/>
                  </a:lnTo>
                  <a:cubicBezTo>
                    <a:pt x="14735" y="1012"/>
                    <a:pt x="14715" y="977"/>
                    <a:pt x="14681" y="962"/>
                  </a:cubicBezTo>
                  <a:lnTo>
                    <a:pt x="13160" y="381"/>
                  </a:lnTo>
                  <a:cubicBezTo>
                    <a:pt x="13151" y="378"/>
                    <a:pt x="13142" y="376"/>
                    <a:pt x="13134" y="376"/>
                  </a:cubicBezTo>
                  <a:cubicBezTo>
                    <a:pt x="13109" y="376"/>
                    <a:pt x="13086" y="390"/>
                    <a:pt x="13070" y="416"/>
                  </a:cubicBezTo>
                  <a:lnTo>
                    <a:pt x="11874" y="2448"/>
                  </a:lnTo>
                  <a:cubicBezTo>
                    <a:pt x="11778" y="2428"/>
                    <a:pt x="11682" y="2407"/>
                    <a:pt x="11592" y="2393"/>
                  </a:cubicBezTo>
                  <a:cubicBezTo>
                    <a:pt x="11522" y="2380"/>
                    <a:pt x="11446" y="2372"/>
                    <a:pt x="11356" y="2359"/>
                  </a:cubicBezTo>
                  <a:lnTo>
                    <a:pt x="11328" y="2352"/>
                  </a:lnTo>
                  <a:cubicBezTo>
                    <a:pt x="11280" y="2345"/>
                    <a:pt x="11225" y="2345"/>
                    <a:pt x="11177" y="2339"/>
                  </a:cubicBezTo>
                  <a:cubicBezTo>
                    <a:pt x="11149" y="2330"/>
                    <a:pt x="11128" y="2330"/>
                    <a:pt x="11108" y="2330"/>
                  </a:cubicBezTo>
                  <a:lnTo>
                    <a:pt x="11060" y="2324"/>
                  </a:lnTo>
                  <a:cubicBezTo>
                    <a:pt x="11038" y="2324"/>
                    <a:pt x="11011" y="2317"/>
                    <a:pt x="10990" y="2317"/>
                  </a:cubicBezTo>
                  <a:cubicBezTo>
                    <a:pt x="10935" y="2310"/>
                    <a:pt x="10887" y="2310"/>
                    <a:pt x="10831" y="2304"/>
                  </a:cubicBezTo>
                  <a:lnTo>
                    <a:pt x="10804" y="2304"/>
                  </a:lnTo>
                  <a:cubicBezTo>
                    <a:pt x="10630" y="2289"/>
                    <a:pt x="10457" y="2282"/>
                    <a:pt x="10285" y="2282"/>
                  </a:cubicBezTo>
                  <a:lnTo>
                    <a:pt x="9519" y="50"/>
                  </a:lnTo>
                  <a:cubicBezTo>
                    <a:pt x="9511" y="20"/>
                    <a:pt x="9485" y="0"/>
                    <a:pt x="94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4" name="Google Shape;16594;p47"/>
            <p:cNvSpPr/>
            <p:nvPr/>
          </p:nvSpPr>
          <p:spPr>
            <a:xfrm>
              <a:off x="7033950" y="-293650"/>
              <a:ext cx="2687391" cy="2688118"/>
            </a:xfrm>
            <a:custGeom>
              <a:rect b="b" l="l" r="r" t="t"/>
              <a:pathLst>
                <a:path extrusionOk="0" h="25884" w="25877">
                  <a:moveTo>
                    <a:pt x="12939" y="77"/>
                  </a:moveTo>
                  <a:cubicBezTo>
                    <a:pt x="20037" y="77"/>
                    <a:pt x="25807" y="5848"/>
                    <a:pt x="25807" y="12946"/>
                  </a:cubicBezTo>
                  <a:cubicBezTo>
                    <a:pt x="25807" y="20037"/>
                    <a:pt x="20037" y="25808"/>
                    <a:pt x="12939" y="25808"/>
                  </a:cubicBezTo>
                  <a:cubicBezTo>
                    <a:pt x="5847" y="25808"/>
                    <a:pt x="77" y="20037"/>
                    <a:pt x="77" y="12946"/>
                  </a:cubicBezTo>
                  <a:cubicBezTo>
                    <a:pt x="77" y="5848"/>
                    <a:pt x="5847" y="77"/>
                    <a:pt x="12939" y="77"/>
                  </a:cubicBezTo>
                  <a:close/>
                  <a:moveTo>
                    <a:pt x="12939" y="1"/>
                  </a:moveTo>
                  <a:cubicBezTo>
                    <a:pt x="11190" y="1"/>
                    <a:pt x="9497" y="346"/>
                    <a:pt x="7899" y="1022"/>
                  </a:cubicBezTo>
                  <a:cubicBezTo>
                    <a:pt x="6358" y="1673"/>
                    <a:pt x="4977" y="2606"/>
                    <a:pt x="3787" y="3794"/>
                  </a:cubicBezTo>
                  <a:cubicBezTo>
                    <a:pt x="2598" y="4983"/>
                    <a:pt x="1666" y="6365"/>
                    <a:pt x="1015" y="7906"/>
                  </a:cubicBezTo>
                  <a:cubicBezTo>
                    <a:pt x="339" y="9504"/>
                    <a:pt x="0" y="11197"/>
                    <a:pt x="0" y="12946"/>
                  </a:cubicBezTo>
                  <a:cubicBezTo>
                    <a:pt x="0" y="14687"/>
                    <a:pt x="339" y="16381"/>
                    <a:pt x="1015" y="17977"/>
                  </a:cubicBezTo>
                  <a:cubicBezTo>
                    <a:pt x="1666" y="19518"/>
                    <a:pt x="2598" y="20901"/>
                    <a:pt x="3787" y="22089"/>
                  </a:cubicBezTo>
                  <a:cubicBezTo>
                    <a:pt x="4977" y="23278"/>
                    <a:pt x="6358" y="24212"/>
                    <a:pt x="7899" y="24867"/>
                  </a:cubicBezTo>
                  <a:cubicBezTo>
                    <a:pt x="9497" y="25539"/>
                    <a:pt x="11190" y="25884"/>
                    <a:pt x="12939" y="25884"/>
                  </a:cubicBezTo>
                  <a:cubicBezTo>
                    <a:pt x="14687" y="25884"/>
                    <a:pt x="16381" y="25539"/>
                    <a:pt x="17976" y="24867"/>
                  </a:cubicBezTo>
                  <a:cubicBezTo>
                    <a:pt x="19517" y="24212"/>
                    <a:pt x="20901" y="23278"/>
                    <a:pt x="22088" y="22089"/>
                  </a:cubicBezTo>
                  <a:cubicBezTo>
                    <a:pt x="23278" y="20901"/>
                    <a:pt x="24212" y="19518"/>
                    <a:pt x="24860" y="17977"/>
                  </a:cubicBezTo>
                  <a:cubicBezTo>
                    <a:pt x="25539" y="16381"/>
                    <a:pt x="25877" y="14687"/>
                    <a:pt x="25877" y="12946"/>
                  </a:cubicBezTo>
                  <a:cubicBezTo>
                    <a:pt x="25877" y="11197"/>
                    <a:pt x="25539" y="9504"/>
                    <a:pt x="24860" y="7906"/>
                  </a:cubicBezTo>
                  <a:cubicBezTo>
                    <a:pt x="24212" y="6365"/>
                    <a:pt x="23278" y="4983"/>
                    <a:pt x="22088" y="3794"/>
                  </a:cubicBezTo>
                  <a:cubicBezTo>
                    <a:pt x="20901" y="2606"/>
                    <a:pt x="19517" y="1673"/>
                    <a:pt x="17976" y="1022"/>
                  </a:cubicBezTo>
                  <a:cubicBezTo>
                    <a:pt x="16381" y="346"/>
                    <a:pt x="14687" y="1"/>
                    <a:pt x="129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95" name="Google Shape;16595;p47"/>
          <p:cNvGrpSpPr/>
          <p:nvPr/>
        </p:nvGrpSpPr>
        <p:grpSpPr>
          <a:xfrm>
            <a:off x="2265908" y="1615734"/>
            <a:ext cx="370930" cy="370549"/>
            <a:chOff x="2497275" y="2744159"/>
            <a:chExt cx="370930" cy="370549"/>
          </a:xfrm>
        </p:grpSpPr>
        <p:sp>
          <p:nvSpPr>
            <p:cNvPr id="16596" name="Google Shape;16596;p47"/>
            <p:cNvSpPr/>
            <p:nvPr/>
          </p:nvSpPr>
          <p:spPr>
            <a:xfrm>
              <a:off x="2497275" y="2744159"/>
              <a:ext cx="284366" cy="284747"/>
            </a:xfrm>
            <a:custGeom>
              <a:rect b="b" l="l" r="r" t="t"/>
              <a:pathLst>
                <a:path extrusionOk="0" h="8967" w="8955">
                  <a:moveTo>
                    <a:pt x="4204" y="1"/>
                  </a:moveTo>
                  <a:cubicBezTo>
                    <a:pt x="3942" y="1"/>
                    <a:pt x="3704" y="203"/>
                    <a:pt x="3644" y="465"/>
                  </a:cubicBezTo>
                  <a:lnTo>
                    <a:pt x="3466" y="1334"/>
                  </a:lnTo>
                  <a:cubicBezTo>
                    <a:pt x="3287" y="1394"/>
                    <a:pt x="3108" y="1465"/>
                    <a:pt x="2942" y="1537"/>
                  </a:cubicBezTo>
                  <a:lnTo>
                    <a:pt x="2215" y="1048"/>
                  </a:lnTo>
                  <a:cubicBezTo>
                    <a:pt x="2120" y="983"/>
                    <a:pt x="2009" y="952"/>
                    <a:pt x="1899" y="952"/>
                  </a:cubicBezTo>
                  <a:cubicBezTo>
                    <a:pt x="1749" y="952"/>
                    <a:pt x="1599" y="1010"/>
                    <a:pt x="1489" y="1120"/>
                  </a:cubicBezTo>
                  <a:lnTo>
                    <a:pt x="1108" y="1489"/>
                  </a:lnTo>
                  <a:cubicBezTo>
                    <a:pt x="918" y="1691"/>
                    <a:pt x="894" y="1989"/>
                    <a:pt x="1037" y="2227"/>
                  </a:cubicBezTo>
                  <a:lnTo>
                    <a:pt x="1525" y="2953"/>
                  </a:lnTo>
                  <a:cubicBezTo>
                    <a:pt x="1441" y="3120"/>
                    <a:pt x="1370" y="3287"/>
                    <a:pt x="1322" y="3465"/>
                  </a:cubicBezTo>
                  <a:lnTo>
                    <a:pt x="453" y="3644"/>
                  </a:lnTo>
                  <a:cubicBezTo>
                    <a:pt x="191" y="3703"/>
                    <a:pt x="1" y="3930"/>
                    <a:pt x="1" y="4215"/>
                  </a:cubicBezTo>
                  <a:lnTo>
                    <a:pt x="1" y="4751"/>
                  </a:lnTo>
                  <a:cubicBezTo>
                    <a:pt x="1" y="5025"/>
                    <a:pt x="191" y="5251"/>
                    <a:pt x="453" y="5323"/>
                  </a:cubicBezTo>
                  <a:lnTo>
                    <a:pt x="1322" y="5501"/>
                  </a:lnTo>
                  <a:cubicBezTo>
                    <a:pt x="1382" y="5668"/>
                    <a:pt x="1453" y="5847"/>
                    <a:pt x="1525" y="6013"/>
                  </a:cubicBezTo>
                  <a:lnTo>
                    <a:pt x="1037" y="6740"/>
                  </a:lnTo>
                  <a:cubicBezTo>
                    <a:pt x="894" y="6966"/>
                    <a:pt x="918" y="7287"/>
                    <a:pt x="1108" y="7478"/>
                  </a:cubicBezTo>
                  <a:lnTo>
                    <a:pt x="1489" y="7847"/>
                  </a:lnTo>
                  <a:cubicBezTo>
                    <a:pt x="1599" y="7957"/>
                    <a:pt x="1745" y="8015"/>
                    <a:pt x="1894" y="8015"/>
                  </a:cubicBezTo>
                  <a:cubicBezTo>
                    <a:pt x="2003" y="8015"/>
                    <a:pt x="2115" y="7984"/>
                    <a:pt x="2215" y="7918"/>
                  </a:cubicBezTo>
                  <a:lnTo>
                    <a:pt x="2942" y="7430"/>
                  </a:lnTo>
                  <a:cubicBezTo>
                    <a:pt x="3108" y="7513"/>
                    <a:pt x="3287" y="7597"/>
                    <a:pt x="3466" y="7633"/>
                  </a:cubicBezTo>
                  <a:lnTo>
                    <a:pt x="3644" y="8502"/>
                  </a:lnTo>
                  <a:cubicBezTo>
                    <a:pt x="3704" y="8764"/>
                    <a:pt x="3930" y="8966"/>
                    <a:pt x="4204" y="8966"/>
                  </a:cubicBezTo>
                  <a:lnTo>
                    <a:pt x="4740" y="8966"/>
                  </a:lnTo>
                  <a:cubicBezTo>
                    <a:pt x="5013" y="8966"/>
                    <a:pt x="5251" y="8764"/>
                    <a:pt x="5311" y="8502"/>
                  </a:cubicBezTo>
                  <a:lnTo>
                    <a:pt x="5490" y="7633"/>
                  </a:lnTo>
                  <a:cubicBezTo>
                    <a:pt x="5621" y="7597"/>
                    <a:pt x="5775" y="7537"/>
                    <a:pt x="5906" y="7478"/>
                  </a:cubicBezTo>
                  <a:cubicBezTo>
                    <a:pt x="6002" y="7442"/>
                    <a:pt x="6037" y="7323"/>
                    <a:pt x="6002" y="7240"/>
                  </a:cubicBezTo>
                  <a:cubicBezTo>
                    <a:pt x="5966" y="7169"/>
                    <a:pt x="5898" y="7131"/>
                    <a:pt x="5831" y="7131"/>
                  </a:cubicBezTo>
                  <a:cubicBezTo>
                    <a:pt x="5808" y="7131"/>
                    <a:pt x="5785" y="7135"/>
                    <a:pt x="5763" y="7144"/>
                  </a:cubicBezTo>
                  <a:cubicBezTo>
                    <a:pt x="5609" y="7228"/>
                    <a:pt x="5466" y="7287"/>
                    <a:pt x="5299" y="7323"/>
                  </a:cubicBezTo>
                  <a:cubicBezTo>
                    <a:pt x="5240" y="7347"/>
                    <a:pt x="5180" y="7406"/>
                    <a:pt x="5168" y="7454"/>
                  </a:cubicBezTo>
                  <a:lnTo>
                    <a:pt x="4966" y="8430"/>
                  </a:lnTo>
                  <a:cubicBezTo>
                    <a:pt x="4954" y="8514"/>
                    <a:pt x="4870" y="8597"/>
                    <a:pt x="4763" y="8597"/>
                  </a:cubicBezTo>
                  <a:lnTo>
                    <a:pt x="4228" y="8597"/>
                  </a:lnTo>
                  <a:cubicBezTo>
                    <a:pt x="4120" y="8597"/>
                    <a:pt x="4049" y="8514"/>
                    <a:pt x="4013" y="8430"/>
                  </a:cubicBezTo>
                  <a:lnTo>
                    <a:pt x="3823" y="7454"/>
                  </a:lnTo>
                  <a:cubicBezTo>
                    <a:pt x="3811" y="7383"/>
                    <a:pt x="3763" y="7335"/>
                    <a:pt x="3692" y="7323"/>
                  </a:cubicBezTo>
                  <a:cubicBezTo>
                    <a:pt x="3466" y="7263"/>
                    <a:pt x="3239" y="7180"/>
                    <a:pt x="3049" y="7061"/>
                  </a:cubicBezTo>
                  <a:cubicBezTo>
                    <a:pt x="3019" y="7043"/>
                    <a:pt x="2986" y="7034"/>
                    <a:pt x="2954" y="7034"/>
                  </a:cubicBezTo>
                  <a:cubicBezTo>
                    <a:pt x="2921" y="7034"/>
                    <a:pt x="2888" y="7043"/>
                    <a:pt x="2858" y="7061"/>
                  </a:cubicBezTo>
                  <a:lnTo>
                    <a:pt x="2037" y="7609"/>
                  </a:lnTo>
                  <a:cubicBezTo>
                    <a:pt x="2006" y="7634"/>
                    <a:pt x="1966" y="7647"/>
                    <a:pt x="1926" y="7647"/>
                  </a:cubicBezTo>
                  <a:cubicBezTo>
                    <a:pt x="1874" y="7647"/>
                    <a:pt x="1821" y="7625"/>
                    <a:pt x="1787" y="7585"/>
                  </a:cubicBezTo>
                  <a:lnTo>
                    <a:pt x="1418" y="7204"/>
                  </a:lnTo>
                  <a:cubicBezTo>
                    <a:pt x="1334" y="7132"/>
                    <a:pt x="1334" y="7025"/>
                    <a:pt x="1382" y="6954"/>
                  </a:cubicBezTo>
                  <a:lnTo>
                    <a:pt x="1930" y="6132"/>
                  </a:lnTo>
                  <a:cubicBezTo>
                    <a:pt x="1977" y="6073"/>
                    <a:pt x="1977" y="6001"/>
                    <a:pt x="1930" y="5942"/>
                  </a:cubicBezTo>
                  <a:cubicBezTo>
                    <a:pt x="1811" y="5739"/>
                    <a:pt x="1727" y="5525"/>
                    <a:pt x="1668" y="5299"/>
                  </a:cubicBezTo>
                  <a:cubicBezTo>
                    <a:pt x="1656" y="5239"/>
                    <a:pt x="1596" y="5180"/>
                    <a:pt x="1537" y="5168"/>
                  </a:cubicBezTo>
                  <a:lnTo>
                    <a:pt x="560" y="4977"/>
                  </a:lnTo>
                  <a:cubicBezTo>
                    <a:pt x="477" y="4954"/>
                    <a:pt x="406" y="4870"/>
                    <a:pt x="406" y="4763"/>
                  </a:cubicBezTo>
                  <a:lnTo>
                    <a:pt x="406" y="4227"/>
                  </a:lnTo>
                  <a:cubicBezTo>
                    <a:pt x="406" y="4132"/>
                    <a:pt x="477" y="4049"/>
                    <a:pt x="560" y="4025"/>
                  </a:cubicBezTo>
                  <a:lnTo>
                    <a:pt x="1537" y="3834"/>
                  </a:lnTo>
                  <a:cubicBezTo>
                    <a:pt x="1608" y="3811"/>
                    <a:pt x="1656" y="3775"/>
                    <a:pt x="1668" y="3692"/>
                  </a:cubicBezTo>
                  <a:cubicBezTo>
                    <a:pt x="1727" y="3477"/>
                    <a:pt x="1811" y="3251"/>
                    <a:pt x="1930" y="3061"/>
                  </a:cubicBezTo>
                  <a:cubicBezTo>
                    <a:pt x="1965" y="3001"/>
                    <a:pt x="1965" y="2918"/>
                    <a:pt x="1930" y="2858"/>
                  </a:cubicBezTo>
                  <a:lnTo>
                    <a:pt x="1382" y="2049"/>
                  </a:lnTo>
                  <a:cubicBezTo>
                    <a:pt x="1322" y="1965"/>
                    <a:pt x="1334" y="1846"/>
                    <a:pt x="1418" y="1787"/>
                  </a:cubicBezTo>
                  <a:lnTo>
                    <a:pt x="1787" y="1417"/>
                  </a:lnTo>
                  <a:cubicBezTo>
                    <a:pt x="1826" y="1378"/>
                    <a:pt x="1876" y="1360"/>
                    <a:pt x="1925" y="1360"/>
                  </a:cubicBezTo>
                  <a:cubicBezTo>
                    <a:pt x="1965" y="1360"/>
                    <a:pt x="2005" y="1372"/>
                    <a:pt x="2037" y="1394"/>
                  </a:cubicBezTo>
                  <a:lnTo>
                    <a:pt x="2858" y="1941"/>
                  </a:lnTo>
                  <a:cubicBezTo>
                    <a:pt x="2888" y="1965"/>
                    <a:pt x="2921" y="1977"/>
                    <a:pt x="2954" y="1977"/>
                  </a:cubicBezTo>
                  <a:cubicBezTo>
                    <a:pt x="2986" y="1977"/>
                    <a:pt x="3019" y="1965"/>
                    <a:pt x="3049" y="1941"/>
                  </a:cubicBezTo>
                  <a:cubicBezTo>
                    <a:pt x="3263" y="1822"/>
                    <a:pt x="3466" y="1727"/>
                    <a:pt x="3692" y="1668"/>
                  </a:cubicBezTo>
                  <a:cubicBezTo>
                    <a:pt x="3751" y="1656"/>
                    <a:pt x="3811" y="1596"/>
                    <a:pt x="3823" y="1537"/>
                  </a:cubicBezTo>
                  <a:lnTo>
                    <a:pt x="4013" y="572"/>
                  </a:lnTo>
                  <a:cubicBezTo>
                    <a:pt x="4037" y="477"/>
                    <a:pt x="4120" y="405"/>
                    <a:pt x="4228" y="405"/>
                  </a:cubicBezTo>
                  <a:lnTo>
                    <a:pt x="4763" y="405"/>
                  </a:lnTo>
                  <a:cubicBezTo>
                    <a:pt x="4870" y="405"/>
                    <a:pt x="4942" y="477"/>
                    <a:pt x="4966" y="572"/>
                  </a:cubicBezTo>
                  <a:lnTo>
                    <a:pt x="5168" y="1537"/>
                  </a:lnTo>
                  <a:cubicBezTo>
                    <a:pt x="5180" y="1608"/>
                    <a:pt x="5216" y="1656"/>
                    <a:pt x="5299" y="1668"/>
                  </a:cubicBezTo>
                  <a:cubicBezTo>
                    <a:pt x="5513" y="1727"/>
                    <a:pt x="5740" y="1822"/>
                    <a:pt x="5930" y="1941"/>
                  </a:cubicBezTo>
                  <a:cubicBezTo>
                    <a:pt x="5960" y="1953"/>
                    <a:pt x="5996" y="1959"/>
                    <a:pt x="6031" y="1959"/>
                  </a:cubicBezTo>
                  <a:cubicBezTo>
                    <a:pt x="6067" y="1959"/>
                    <a:pt x="6103" y="1953"/>
                    <a:pt x="6133" y="1941"/>
                  </a:cubicBezTo>
                  <a:lnTo>
                    <a:pt x="6942" y="1394"/>
                  </a:lnTo>
                  <a:cubicBezTo>
                    <a:pt x="6978" y="1368"/>
                    <a:pt x="7021" y="1356"/>
                    <a:pt x="7063" y="1356"/>
                  </a:cubicBezTo>
                  <a:cubicBezTo>
                    <a:pt x="7117" y="1356"/>
                    <a:pt x="7170" y="1377"/>
                    <a:pt x="7204" y="1417"/>
                  </a:cubicBezTo>
                  <a:lnTo>
                    <a:pt x="7573" y="1787"/>
                  </a:lnTo>
                  <a:cubicBezTo>
                    <a:pt x="7645" y="1870"/>
                    <a:pt x="7645" y="1965"/>
                    <a:pt x="7597" y="2049"/>
                  </a:cubicBezTo>
                  <a:lnTo>
                    <a:pt x="7049" y="2858"/>
                  </a:lnTo>
                  <a:cubicBezTo>
                    <a:pt x="7002" y="2918"/>
                    <a:pt x="7002" y="2989"/>
                    <a:pt x="7049" y="3061"/>
                  </a:cubicBezTo>
                  <a:cubicBezTo>
                    <a:pt x="7168" y="3263"/>
                    <a:pt x="7264" y="3477"/>
                    <a:pt x="7323" y="3692"/>
                  </a:cubicBezTo>
                  <a:cubicBezTo>
                    <a:pt x="7335" y="3751"/>
                    <a:pt x="7395" y="3811"/>
                    <a:pt x="7454" y="3834"/>
                  </a:cubicBezTo>
                  <a:lnTo>
                    <a:pt x="8419" y="4025"/>
                  </a:lnTo>
                  <a:cubicBezTo>
                    <a:pt x="8514" y="4037"/>
                    <a:pt x="8585" y="4132"/>
                    <a:pt x="8585" y="4227"/>
                  </a:cubicBezTo>
                  <a:lnTo>
                    <a:pt x="8585" y="4763"/>
                  </a:lnTo>
                  <a:cubicBezTo>
                    <a:pt x="8585" y="4870"/>
                    <a:pt x="8514" y="4942"/>
                    <a:pt x="8419" y="4977"/>
                  </a:cubicBezTo>
                  <a:lnTo>
                    <a:pt x="7454" y="5168"/>
                  </a:lnTo>
                  <a:cubicBezTo>
                    <a:pt x="7383" y="5180"/>
                    <a:pt x="7335" y="5227"/>
                    <a:pt x="7323" y="5299"/>
                  </a:cubicBezTo>
                  <a:cubicBezTo>
                    <a:pt x="7276" y="5466"/>
                    <a:pt x="7216" y="5632"/>
                    <a:pt x="7145" y="5775"/>
                  </a:cubicBezTo>
                  <a:cubicBezTo>
                    <a:pt x="7097" y="5870"/>
                    <a:pt x="7145" y="5966"/>
                    <a:pt x="7228" y="6013"/>
                  </a:cubicBezTo>
                  <a:cubicBezTo>
                    <a:pt x="7254" y="6026"/>
                    <a:pt x="7280" y="6032"/>
                    <a:pt x="7305" y="6032"/>
                  </a:cubicBezTo>
                  <a:cubicBezTo>
                    <a:pt x="7372" y="6032"/>
                    <a:pt x="7431" y="5991"/>
                    <a:pt x="7466" y="5930"/>
                  </a:cubicBezTo>
                  <a:cubicBezTo>
                    <a:pt x="7526" y="5799"/>
                    <a:pt x="7585" y="5644"/>
                    <a:pt x="7633" y="5501"/>
                  </a:cubicBezTo>
                  <a:lnTo>
                    <a:pt x="8490" y="5323"/>
                  </a:lnTo>
                  <a:cubicBezTo>
                    <a:pt x="8764" y="5263"/>
                    <a:pt x="8954" y="5037"/>
                    <a:pt x="8954" y="4751"/>
                  </a:cubicBezTo>
                  <a:lnTo>
                    <a:pt x="8954" y="4215"/>
                  </a:lnTo>
                  <a:cubicBezTo>
                    <a:pt x="8954" y="3942"/>
                    <a:pt x="8764" y="3715"/>
                    <a:pt x="8490" y="3644"/>
                  </a:cubicBezTo>
                  <a:lnTo>
                    <a:pt x="7633" y="3465"/>
                  </a:lnTo>
                  <a:cubicBezTo>
                    <a:pt x="7573" y="3287"/>
                    <a:pt x="7502" y="3120"/>
                    <a:pt x="7418" y="2953"/>
                  </a:cubicBezTo>
                  <a:lnTo>
                    <a:pt x="7918" y="2227"/>
                  </a:lnTo>
                  <a:cubicBezTo>
                    <a:pt x="8061" y="2001"/>
                    <a:pt x="8038" y="1679"/>
                    <a:pt x="7835" y="1489"/>
                  </a:cubicBezTo>
                  <a:lnTo>
                    <a:pt x="7466" y="1120"/>
                  </a:lnTo>
                  <a:cubicBezTo>
                    <a:pt x="7356" y="1010"/>
                    <a:pt x="7211" y="952"/>
                    <a:pt x="7061" y="952"/>
                  </a:cubicBezTo>
                  <a:cubicBezTo>
                    <a:pt x="6952" y="952"/>
                    <a:pt x="6840" y="983"/>
                    <a:pt x="6740" y="1048"/>
                  </a:cubicBezTo>
                  <a:lnTo>
                    <a:pt x="6013" y="1537"/>
                  </a:lnTo>
                  <a:cubicBezTo>
                    <a:pt x="5847" y="1453"/>
                    <a:pt x="5668" y="1370"/>
                    <a:pt x="5490" y="1334"/>
                  </a:cubicBezTo>
                  <a:lnTo>
                    <a:pt x="5311" y="465"/>
                  </a:lnTo>
                  <a:cubicBezTo>
                    <a:pt x="5251" y="203"/>
                    <a:pt x="5025" y="1"/>
                    <a:pt x="47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7" name="Google Shape;16597;p47"/>
            <p:cNvSpPr/>
            <p:nvPr/>
          </p:nvSpPr>
          <p:spPr>
            <a:xfrm>
              <a:off x="2592191" y="2821673"/>
              <a:ext cx="113461" cy="98345"/>
            </a:xfrm>
            <a:custGeom>
              <a:rect b="b" l="l" r="r" t="t"/>
              <a:pathLst>
                <a:path extrusionOk="0" h="3097" w="3573">
                  <a:moveTo>
                    <a:pt x="1524" y="0"/>
                  </a:moveTo>
                  <a:cubicBezTo>
                    <a:pt x="989" y="0"/>
                    <a:pt x="465" y="215"/>
                    <a:pt x="72" y="584"/>
                  </a:cubicBezTo>
                  <a:cubicBezTo>
                    <a:pt x="0" y="655"/>
                    <a:pt x="0" y="774"/>
                    <a:pt x="72" y="834"/>
                  </a:cubicBezTo>
                  <a:cubicBezTo>
                    <a:pt x="113" y="876"/>
                    <a:pt x="164" y="896"/>
                    <a:pt x="212" y="896"/>
                  </a:cubicBezTo>
                  <a:cubicBezTo>
                    <a:pt x="259" y="896"/>
                    <a:pt x="304" y="876"/>
                    <a:pt x="334" y="834"/>
                  </a:cubicBezTo>
                  <a:cubicBezTo>
                    <a:pt x="643" y="524"/>
                    <a:pt x="1072" y="358"/>
                    <a:pt x="1500" y="358"/>
                  </a:cubicBezTo>
                  <a:cubicBezTo>
                    <a:pt x="2441" y="358"/>
                    <a:pt x="3203" y="1120"/>
                    <a:pt x="3203" y="2060"/>
                  </a:cubicBezTo>
                  <a:cubicBezTo>
                    <a:pt x="3203" y="2322"/>
                    <a:pt x="3144" y="2596"/>
                    <a:pt x="3024" y="2834"/>
                  </a:cubicBezTo>
                  <a:cubicBezTo>
                    <a:pt x="2965" y="2941"/>
                    <a:pt x="3013" y="3037"/>
                    <a:pt x="3096" y="3084"/>
                  </a:cubicBezTo>
                  <a:cubicBezTo>
                    <a:pt x="3132" y="3096"/>
                    <a:pt x="3155" y="3096"/>
                    <a:pt x="3191" y="3096"/>
                  </a:cubicBezTo>
                  <a:cubicBezTo>
                    <a:pt x="3251" y="3096"/>
                    <a:pt x="3322" y="3072"/>
                    <a:pt x="3346" y="3001"/>
                  </a:cubicBezTo>
                  <a:cubicBezTo>
                    <a:pt x="3501" y="2715"/>
                    <a:pt x="3572" y="2382"/>
                    <a:pt x="3572" y="2060"/>
                  </a:cubicBezTo>
                  <a:cubicBezTo>
                    <a:pt x="3572" y="929"/>
                    <a:pt x="2655" y="0"/>
                    <a:pt x="15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8" name="Google Shape;16598;p47"/>
            <p:cNvSpPr/>
            <p:nvPr/>
          </p:nvSpPr>
          <p:spPr>
            <a:xfrm>
              <a:off x="2574408" y="2862129"/>
              <a:ext cx="106665" cy="90756"/>
            </a:xfrm>
            <a:custGeom>
              <a:rect b="b" l="l" r="r" t="t"/>
              <a:pathLst>
                <a:path extrusionOk="0" h="2858" w="3359">
                  <a:moveTo>
                    <a:pt x="294" y="1"/>
                  </a:moveTo>
                  <a:cubicBezTo>
                    <a:pt x="218" y="1"/>
                    <a:pt x="145" y="48"/>
                    <a:pt x="108" y="131"/>
                  </a:cubicBezTo>
                  <a:cubicBezTo>
                    <a:pt x="36" y="334"/>
                    <a:pt x="1" y="572"/>
                    <a:pt x="1" y="798"/>
                  </a:cubicBezTo>
                  <a:cubicBezTo>
                    <a:pt x="1" y="1929"/>
                    <a:pt x="917" y="2858"/>
                    <a:pt x="2049" y="2858"/>
                  </a:cubicBezTo>
                  <a:cubicBezTo>
                    <a:pt x="2477" y="2858"/>
                    <a:pt x="2894" y="2715"/>
                    <a:pt x="3251" y="2465"/>
                  </a:cubicBezTo>
                  <a:cubicBezTo>
                    <a:pt x="3346" y="2405"/>
                    <a:pt x="3358" y="2286"/>
                    <a:pt x="3299" y="2215"/>
                  </a:cubicBezTo>
                  <a:cubicBezTo>
                    <a:pt x="3263" y="2158"/>
                    <a:pt x="3206" y="2131"/>
                    <a:pt x="3151" y="2131"/>
                  </a:cubicBezTo>
                  <a:cubicBezTo>
                    <a:pt x="3114" y="2131"/>
                    <a:pt x="3077" y="2143"/>
                    <a:pt x="3049" y="2167"/>
                  </a:cubicBezTo>
                  <a:cubicBezTo>
                    <a:pt x="2763" y="2382"/>
                    <a:pt x="2406" y="2501"/>
                    <a:pt x="2049" y="2501"/>
                  </a:cubicBezTo>
                  <a:cubicBezTo>
                    <a:pt x="1108" y="2501"/>
                    <a:pt x="346" y="1739"/>
                    <a:pt x="346" y="798"/>
                  </a:cubicBezTo>
                  <a:cubicBezTo>
                    <a:pt x="346" y="608"/>
                    <a:pt x="382" y="429"/>
                    <a:pt x="441" y="250"/>
                  </a:cubicBezTo>
                  <a:cubicBezTo>
                    <a:pt x="501" y="143"/>
                    <a:pt x="441" y="36"/>
                    <a:pt x="358" y="12"/>
                  </a:cubicBezTo>
                  <a:cubicBezTo>
                    <a:pt x="337" y="4"/>
                    <a:pt x="315" y="1"/>
                    <a:pt x="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9" name="Google Shape;16599;p47"/>
            <p:cNvSpPr/>
            <p:nvPr/>
          </p:nvSpPr>
          <p:spPr>
            <a:xfrm>
              <a:off x="2676881" y="2923385"/>
              <a:ext cx="191324" cy="191324"/>
            </a:xfrm>
            <a:custGeom>
              <a:rect b="b" l="l" r="r" t="t"/>
              <a:pathLst>
                <a:path extrusionOk="0" h="6025" w="6025">
                  <a:moveTo>
                    <a:pt x="2810" y="0"/>
                  </a:moveTo>
                  <a:cubicBezTo>
                    <a:pt x="2608" y="0"/>
                    <a:pt x="2429" y="155"/>
                    <a:pt x="2382" y="357"/>
                  </a:cubicBezTo>
                  <a:lnTo>
                    <a:pt x="2274" y="893"/>
                  </a:lnTo>
                  <a:cubicBezTo>
                    <a:pt x="2191" y="929"/>
                    <a:pt x="2084" y="965"/>
                    <a:pt x="1989" y="1012"/>
                  </a:cubicBezTo>
                  <a:lnTo>
                    <a:pt x="1548" y="715"/>
                  </a:lnTo>
                  <a:cubicBezTo>
                    <a:pt x="1475" y="666"/>
                    <a:pt x="1393" y="643"/>
                    <a:pt x="1313" y="643"/>
                  </a:cubicBezTo>
                  <a:cubicBezTo>
                    <a:pt x="1198" y="643"/>
                    <a:pt x="1085" y="690"/>
                    <a:pt x="1000" y="774"/>
                  </a:cubicBezTo>
                  <a:lnTo>
                    <a:pt x="738" y="1024"/>
                  </a:lnTo>
                  <a:cubicBezTo>
                    <a:pt x="596" y="1179"/>
                    <a:pt x="572" y="1417"/>
                    <a:pt x="679" y="1584"/>
                  </a:cubicBezTo>
                  <a:lnTo>
                    <a:pt x="977" y="2024"/>
                  </a:lnTo>
                  <a:cubicBezTo>
                    <a:pt x="917" y="2143"/>
                    <a:pt x="858" y="2274"/>
                    <a:pt x="834" y="2417"/>
                  </a:cubicBezTo>
                  <a:cubicBezTo>
                    <a:pt x="798" y="2512"/>
                    <a:pt x="858" y="2608"/>
                    <a:pt x="965" y="2631"/>
                  </a:cubicBezTo>
                  <a:cubicBezTo>
                    <a:pt x="986" y="2639"/>
                    <a:pt x="1006" y="2642"/>
                    <a:pt x="1025" y="2642"/>
                  </a:cubicBezTo>
                  <a:cubicBezTo>
                    <a:pt x="1103" y="2642"/>
                    <a:pt x="1162" y="2587"/>
                    <a:pt x="1191" y="2501"/>
                  </a:cubicBezTo>
                  <a:cubicBezTo>
                    <a:pt x="1227" y="2358"/>
                    <a:pt x="1298" y="2215"/>
                    <a:pt x="1346" y="2096"/>
                  </a:cubicBezTo>
                  <a:cubicBezTo>
                    <a:pt x="1381" y="2036"/>
                    <a:pt x="1381" y="1965"/>
                    <a:pt x="1346" y="1905"/>
                  </a:cubicBezTo>
                  <a:lnTo>
                    <a:pt x="1000" y="1369"/>
                  </a:lnTo>
                  <a:cubicBezTo>
                    <a:pt x="977" y="1346"/>
                    <a:pt x="977" y="1310"/>
                    <a:pt x="1012" y="1286"/>
                  </a:cubicBezTo>
                  <a:lnTo>
                    <a:pt x="1262" y="1024"/>
                  </a:lnTo>
                  <a:cubicBezTo>
                    <a:pt x="1283" y="1010"/>
                    <a:pt x="1300" y="1004"/>
                    <a:pt x="1318" y="1004"/>
                  </a:cubicBezTo>
                  <a:cubicBezTo>
                    <a:pt x="1330" y="1004"/>
                    <a:pt x="1343" y="1007"/>
                    <a:pt x="1358" y="1012"/>
                  </a:cubicBezTo>
                  <a:lnTo>
                    <a:pt x="1893" y="1369"/>
                  </a:lnTo>
                  <a:cubicBezTo>
                    <a:pt x="1923" y="1393"/>
                    <a:pt x="1956" y="1405"/>
                    <a:pt x="1989" y="1405"/>
                  </a:cubicBezTo>
                  <a:cubicBezTo>
                    <a:pt x="2021" y="1405"/>
                    <a:pt x="2054" y="1393"/>
                    <a:pt x="2084" y="1369"/>
                  </a:cubicBezTo>
                  <a:cubicBezTo>
                    <a:pt x="2215" y="1298"/>
                    <a:pt x="2346" y="1238"/>
                    <a:pt x="2489" y="1203"/>
                  </a:cubicBezTo>
                  <a:cubicBezTo>
                    <a:pt x="2548" y="1191"/>
                    <a:pt x="2608" y="1131"/>
                    <a:pt x="2620" y="1072"/>
                  </a:cubicBezTo>
                  <a:lnTo>
                    <a:pt x="2751" y="429"/>
                  </a:lnTo>
                  <a:cubicBezTo>
                    <a:pt x="2751" y="405"/>
                    <a:pt x="2786" y="369"/>
                    <a:pt x="2822" y="369"/>
                  </a:cubicBezTo>
                  <a:lnTo>
                    <a:pt x="3167" y="369"/>
                  </a:lnTo>
                  <a:cubicBezTo>
                    <a:pt x="3203" y="369"/>
                    <a:pt x="3227" y="405"/>
                    <a:pt x="3239" y="429"/>
                  </a:cubicBezTo>
                  <a:lnTo>
                    <a:pt x="3382" y="1072"/>
                  </a:lnTo>
                  <a:cubicBezTo>
                    <a:pt x="3394" y="1143"/>
                    <a:pt x="3429" y="1191"/>
                    <a:pt x="3513" y="1203"/>
                  </a:cubicBezTo>
                  <a:cubicBezTo>
                    <a:pt x="3656" y="1250"/>
                    <a:pt x="3786" y="1310"/>
                    <a:pt x="3917" y="1369"/>
                  </a:cubicBezTo>
                  <a:cubicBezTo>
                    <a:pt x="3947" y="1387"/>
                    <a:pt x="3980" y="1396"/>
                    <a:pt x="4013" y="1396"/>
                  </a:cubicBezTo>
                  <a:cubicBezTo>
                    <a:pt x="4045" y="1396"/>
                    <a:pt x="4078" y="1387"/>
                    <a:pt x="4108" y="1369"/>
                  </a:cubicBezTo>
                  <a:lnTo>
                    <a:pt x="4644" y="1012"/>
                  </a:lnTo>
                  <a:cubicBezTo>
                    <a:pt x="4654" y="1007"/>
                    <a:pt x="4665" y="1004"/>
                    <a:pt x="4678" y="1004"/>
                  </a:cubicBezTo>
                  <a:cubicBezTo>
                    <a:pt x="4695" y="1004"/>
                    <a:pt x="4713" y="1010"/>
                    <a:pt x="4727" y="1024"/>
                  </a:cubicBezTo>
                  <a:lnTo>
                    <a:pt x="4989" y="1286"/>
                  </a:lnTo>
                  <a:cubicBezTo>
                    <a:pt x="5013" y="1310"/>
                    <a:pt x="5013" y="1346"/>
                    <a:pt x="5001" y="1369"/>
                  </a:cubicBezTo>
                  <a:lnTo>
                    <a:pt x="4644" y="1905"/>
                  </a:lnTo>
                  <a:cubicBezTo>
                    <a:pt x="4596" y="1965"/>
                    <a:pt x="4596" y="2036"/>
                    <a:pt x="4644" y="2096"/>
                  </a:cubicBezTo>
                  <a:cubicBezTo>
                    <a:pt x="4715" y="2239"/>
                    <a:pt x="4775" y="2370"/>
                    <a:pt x="4810" y="2501"/>
                  </a:cubicBezTo>
                  <a:cubicBezTo>
                    <a:pt x="4822" y="2560"/>
                    <a:pt x="4882" y="2620"/>
                    <a:pt x="4941" y="2631"/>
                  </a:cubicBezTo>
                  <a:lnTo>
                    <a:pt x="5584" y="2774"/>
                  </a:lnTo>
                  <a:cubicBezTo>
                    <a:pt x="5608" y="2774"/>
                    <a:pt x="5644" y="2798"/>
                    <a:pt x="5644" y="2846"/>
                  </a:cubicBezTo>
                  <a:lnTo>
                    <a:pt x="5644" y="3191"/>
                  </a:lnTo>
                  <a:cubicBezTo>
                    <a:pt x="5644" y="3215"/>
                    <a:pt x="5608" y="3251"/>
                    <a:pt x="5584" y="3263"/>
                  </a:cubicBezTo>
                  <a:lnTo>
                    <a:pt x="4941" y="3393"/>
                  </a:lnTo>
                  <a:cubicBezTo>
                    <a:pt x="4870" y="3405"/>
                    <a:pt x="4822" y="3453"/>
                    <a:pt x="4810" y="3524"/>
                  </a:cubicBezTo>
                  <a:cubicBezTo>
                    <a:pt x="4763" y="3679"/>
                    <a:pt x="4703" y="3810"/>
                    <a:pt x="4644" y="3929"/>
                  </a:cubicBezTo>
                  <a:cubicBezTo>
                    <a:pt x="4608" y="3989"/>
                    <a:pt x="4608" y="4060"/>
                    <a:pt x="4644" y="4120"/>
                  </a:cubicBezTo>
                  <a:lnTo>
                    <a:pt x="5001" y="4656"/>
                  </a:lnTo>
                  <a:cubicBezTo>
                    <a:pt x="5013" y="4691"/>
                    <a:pt x="5013" y="4715"/>
                    <a:pt x="4989" y="4751"/>
                  </a:cubicBezTo>
                  <a:lnTo>
                    <a:pt x="4727" y="5001"/>
                  </a:lnTo>
                  <a:cubicBezTo>
                    <a:pt x="4714" y="5020"/>
                    <a:pt x="4697" y="5029"/>
                    <a:pt x="4681" y="5029"/>
                  </a:cubicBezTo>
                  <a:cubicBezTo>
                    <a:pt x="4668" y="5029"/>
                    <a:pt x="4654" y="5023"/>
                    <a:pt x="4644" y="5013"/>
                  </a:cubicBezTo>
                  <a:lnTo>
                    <a:pt x="4108" y="4656"/>
                  </a:lnTo>
                  <a:cubicBezTo>
                    <a:pt x="4078" y="4638"/>
                    <a:pt x="4045" y="4629"/>
                    <a:pt x="4013" y="4629"/>
                  </a:cubicBezTo>
                  <a:cubicBezTo>
                    <a:pt x="3980" y="4629"/>
                    <a:pt x="3947" y="4638"/>
                    <a:pt x="3917" y="4656"/>
                  </a:cubicBezTo>
                  <a:cubicBezTo>
                    <a:pt x="3775" y="4739"/>
                    <a:pt x="3644" y="4798"/>
                    <a:pt x="3513" y="4822"/>
                  </a:cubicBezTo>
                  <a:cubicBezTo>
                    <a:pt x="3453" y="4834"/>
                    <a:pt x="3394" y="4894"/>
                    <a:pt x="3382" y="4953"/>
                  </a:cubicBezTo>
                  <a:lnTo>
                    <a:pt x="3239" y="5596"/>
                  </a:lnTo>
                  <a:cubicBezTo>
                    <a:pt x="3239" y="5632"/>
                    <a:pt x="3215" y="5656"/>
                    <a:pt x="3167" y="5656"/>
                  </a:cubicBezTo>
                  <a:lnTo>
                    <a:pt x="2822" y="5656"/>
                  </a:lnTo>
                  <a:cubicBezTo>
                    <a:pt x="2798" y="5656"/>
                    <a:pt x="2763" y="5632"/>
                    <a:pt x="2751" y="5596"/>
                  </a:cubicBezTo>
                  <a:lnTo>
                    <a:pt x="2620" y="4953"/>
                  </a:lnTo>
                  <a:cubicBezTo>
                    <a:pt x="2608" y="4882"/>
                    <a:pt x="2560" y="4834"/>
                    <a:pt x="2489" y="4822"/>
                  </a:cubicBezTo>
                  <a:cubicBezTo>
                    <a:pt x="2334" y="4775"/>
                    <a:pt x="2203" y="4715"/>
                    <a:pt x="2084" y="4656"/>
                  </a:cubicBezTo>
                  <a:cubicBezTo>
                    <a:pt x="2054" y="4644"/>
                    <a:pt x="2021" y="4638"/>
                    <a:pt x="1989" y="4638"/>
                  </a:cubicBezTo>
                  <a:cubicBezTo>
                    <a:pt x="1956" y="4638"/>
                    <a:pt x="1923" y="4644"/>
                    <a:pt x="1893" y="4656"/>
                  </a:cubicBezTo>
                  <a:lnTo>
                    <a:pt x="1358" y="5013"/>
                  </a:lnTo>
                  <a:cubicBezTo>
                    <a:pt x="1342" y="5023"/>
                    <a:pt x="1328" y="5029"/>
                    <a:pt x="1314" y="5029"/>
                  </a:cubicBezTo>
                  <a:cubicBezTo>
                    <a:pt x="1298" y="5029"/>
                    <a:pt x="1282" y="5020"/>
                    <a:pt x="1262" y="5001"/>
                  </a:cubicBezTo>
                  <a:lnTo>
                    <a:pt x="1012" y="4751"/>
                  </a:lnTo>
                  <a:cubicBezTo>
                    <a:pt x="977" y="4715"/>
                    <a:pt x="977" y="4691"/>
                    <a:pt x="1000" y="4656"/>
                  </a:cubicBezTo>
                  <a:lnTo>
                    <a:pt x="1346" y="4120"/>
                  </a:lnTo>
                  <a:cubicBezTo>
                    <a:pt x="1393" y="4060"/>
                    <a:pt x="1393" y="3989"/>
                    <a:pt x="1346" y="3929"/>
                  </a:cubicBezTo>
                  <a:cubicBezTo>
                    <a:pt x="1274" y="3798"/>
                    <a:pt x="1215" y="3667"/>
                    <a:pt x="1191" y="3524"/>
                  </a:cubicBezTo>
                  <a:cubicBezTo>
                    <a:pt x="1167" y="3465"/>
                    <a:pt x="1108" y="3405"/>
                    <a:pt x="1048" y="3393"/>
                  </a:cubicBezTo>
                  <a:lnTo>
                    <a:pt x="417" y="3263"/>
                  </a:lnTo>
                  <a:cubicBezTo>
                    <a:pt x="381" y="3263"/>
                    <a:pt x="357" y="3227"/>
                    <a:pt x="357" y="3191"/>
                  </a:cubicBezTo>
                  <a:lnTo>
                    <a:pt x="357" y="2846"/>
                  </a:lnTo>
                  <a:cubicBezTo>
                    <a:pt x="357" y="2810"/>
                    <a:pt x="381" y="2786"/>
                    <a:pt x="417" y="2774"/>
                  </a:cubicBezTo>
                  <a:lnTo>
                    <a:pt x="453" y="2751"/>
                  </a:lnTo>
                  <a:cubicBezTo>
                    <a:pt x="560" y="2739"/>
                    <a:pt x="619" y="2631"/>
                    <a:pt x="608" y="2548"/>
                  </a:cubicBezTo>
                  <a:cubicBezTo>
                    <a:pt x="597" y="2450"/>
                    <a:pt x="506" y="2392"/>
                    <a:pt x="427" y="2392"/>
                  </a:cubicBezTo>
                  <a:cubicBezTo>
                    <a:pt x="419" y="2392"/>
                    <a:pt x="412" y="2392"/>
                    <a:pt x="405" y="2393"/>
                  </a:cubicBezTo>
                  <a:lnTo>
                    <a:pt x="357" y="2417"/>
                  </a:lnTo>
                  <a:cubicBezTo>
                    <a:pt x="143" y="2453"/>
                    <a:pt x="0" y="2631"/>
                    <a:pt x="0" y="2846"/>
                  </a:cubicBezTo>
                  <a:lnTo>
                    <a:pt x="0" y="3191"/>
                  </a:lnTo>
                  <a:cubicBezTo>
                    <a:pt x="0" y="3393"/>
                    <a:pt x="143" y="3572"/>
                    <a:pt x="357" y="3620"/>
                  </a:cubicBezTo>
                  <a:lnTo>
                    <a:pt x="893" y="3727"/>
                  </a:lnTo>
                  <a:cubicBezTo>
                    <a:pt x="917" y="3810"/>
                    <a:pt x="965" y="3917"/>
                    <a:pt x="1012" y="4001"/>
                  </a:cubicBezTo>
                  <a:lnTo>
                    <a:pt x="715" y="4453"/>
                  </a:lnTo>
                  <a:cubicBezTo>
                    <a:pt x="596" y="4632"/>
                    <a:pt x="619" y="4858"/>
                    <a:pt x="774" y="5001"/>
                  </a:cubicBezTo>
                  <a:lnTo>
                    <a:pt x="1024" y="5251"/>
                  </a:lnTo>
                  <a:cubicBezTo>
                    <a:pt x="1112" y="5339"/>
                    <a:pt x="1227" y="5381"/>
                    <a:pt x="1338" y="5381"/>
                  </a:cubicBezTo>
                  <a:cubicBezTo>
                    <a:pt x="1423" y="5381"/>
                    <a:pt x="1505" y="5357"/>
                    <a:pt x="1572" y="5310"/>
                  </a:cubicBezTo>
                  <a:lnTo>
                    <a:pt x="2024" y="5013"/>
                  </a:lnTo>
                  <a:cubicBezTo>
                    <a:pt x="2108" y="5060"/>
                    <a:pt x="2203" y="5108"/>
                    <a:pt x="2310" y="5132"/>
                  </a:cubicBezTo>
                  <a:lnTo>
                    <a:pt x="2405" y="5668"/>
                  </a:lnTo>
                  <a:cubicBezTo>
                    <a:pt x="2453" y="5882"/>
                    <a:pt x="2632" y="6025"/>
                    <a:pt x="2846" y="6025"/>
                  </a:cubicBezTo>
                  <a:lnTo>
                    <a:pt x="3179" y="6025"/>
                  </a:lnTo>
                  <a:cubicBezTo>
                    <a:pt x="3394" y="6025"/>
                    <a:pt x="3572" y="5882"/>
                    <a:pt x="3620" y="5668"/>
                  </a:cubicBezTo>
                  <a:lnTo>
                    <a:pt x="3715" y="5132"/>
                  </a:lnTo>
                  <a:cubicBezTo>
                    <a:pt x="3810" y="5108"/>
                    <a:pt x="3917" y="5060"/>
                    <a:pt x="4001" y="5013"/>
                  </a:cubicBezTo>
                  <a:lnTo>
                    <a:pt x="4453" y="5310"/>
                  </a:lnTo>
                  <a:cubicBezTo>
                    <a:pt x="4529" y="5361"/>
                    <a:pt x="4611" y="5386"/>
                    <a:pt x="4692" y="5386"/>
                  </a:cubicBezTo>
                  <a:cubicBezTo>
                    <a:pt x="4803" y="5386"/>
                    <a:pt x="4912" y="5340"/>
                    <a:pt x="5001" y="5251"/>
                  </a:cubicBezTo>
                  <a:lnTo>
                    <a:pt x="5251" y="5001"/>
                  </a:lnTo>
                  <a:cubicBezTo>
                    <a:pt x="5406" y="4858"/>
                    <a:pt x="5418" y="4620"/>
                    <a:pt x="5310" y="4453"/>
                  </a:cubicBezTo>
                  <a:lnTo>
                    <a:pt x="5013" y="4001"/>
                  </a:lnTo>
                  <a:cubicBezTo>
                    <a:pt x="5060" y="3917"/>
                    <a:pt x="5108" y="3822"/>
                    <a:pt x="5132" y="3727"/>
                  </a:cubicBezTo>
                  <a:lnTo>
                    <a:pt x="5668" y="3620"/>
                  </a:lnTo>
                  <a:cubicBezTo>
                    <a:pt x="5882" y="3572"/>
                    <a:pt x="6025" y="3393"/>
                    <a:pt x="6025" y="3191"/>
                  </a:cubicBezTo>
                  <a:lnTo>
                    <a:pt x="6025" y="2846"/>
                  </a:lnTo>
                  <a:cubicBezTo>
                    <a:pt x="6001" y="2631"/>
                    <a:pt x="5846" y="2453"/>
                    <a:pt x="5644" y="2417"/>
                  </a:cubicBezTo>
                  <a:lnTo>
                    <a:pt x="5108" y="2310"/>
                  </a:lnTo>
                  <a:cubicBezTo>
                    <a:pt x="5072" y="2215"/>
                    <a:pt x="5025" y="2120"/>
                    <a:pt x="4989" y="2024"/>
                  </a:cubicBezTo>
                  <a:lnTo>
                    <a:pt x="5287" y="1584"/>
                  </a:lnTo>
                  <a:cubicBezTo>
                    <a:pt x="5406" y="1405"/>
                    <a:pt x="5370" y="1179"/>
                    <a:pt x="5227" y="1024"/>
                  </a:cubicBezTo>
                  <a:lnTo>
                    <a:pt x="4965" y="774"/>
                  </a:lnTo>
                  <a:cubicBezTo>
                    <a:pt x="4882" y="691"/>
                    <a:pt x="4766" y="648"/>
                    <a:pt x="4651" y="648"/>
                  </a:cubicBezTo>
                  <a:cubicBezTo>
                    <a:pt x="4569" y="648"/>
                    <a:pt x="4487" y="670"/>
                    <a:pt x="4418" y="715"/>
                  </a:cubicBezTo>
                  <a:lnTo>
                    <a:pt x="3977" y="1012"/>
                  </a:lnTo>
                  <a:cubicBezTo>
                    <a:pt x="3882" y="965"/>
                    <a:pt x="3786" y="929"/>
                    <a:pt x="3691" y="893"/>
                  </a:cubicBezTo>
                  <a:lnTo>
                    <a:pt x="3584" y="357"/>
                  </a:lnTo>
                  <a:cubicBezTo>
                    <a:pt x="3536" y="155"/>
                    <a:pt x="3358" y="0"/>
                    <a:pt x="31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0" name="Google Shape;16600;p47"/>
            <p:cNvSpPr/>
            <p:nvPr/>
          </p:nvSpPr>
          <p:spPr>
            <a:xfrm>
              <a:off x="2738867" y="2986895"/>
              <a:ext cx="65066" cy="65066"/>
            </a:xfrm>
            <a:custGeom>
              <a:rect b="b" l="l" r="r" t="t"/>
              <a:pathLst>
                <a:path extrusionOk="0" h="2049" w="2049">
                  <a:moveTo>
                    <a:pt x="1025" y="0"/>
                  </a:moveTo>
                  <a:cubicBezTo>
                    <a:pt x="453" y="0"/>
                    <a:pt x="1" y="453"/>
                    <a:pt x="1" y="1024"/>
                  </a:cubicBezTo>
                  <a:cubicBezTo>
                    <a:pt x="1" y="1584"/>
                    <a:pt x="453" y="2048"/>
                    <a:pt x="1025" y="2048"/>
                  </a:cubicBezTo>
                  <a:cubicBezTo>
                    <a:pt x="1251" y="2048"/>
                    <a:pt x="1465" y="1977"/>
                    <a:pt x="1644" y="1846"/>
                  </a:cubicBezTo>
                  <a:cubicBezTo>
                    <a:pt x="1727" y="1786"/>
                    <a:pt x="1739" y="1667"/>
                    <a:pt x="1680" y="1584"/>
                  </a:cubicBezTo>
                  <a:cubicBezTo>
                    <a:pt x="1646" y="1543"/>
                    <a:pt x="1593" y="1522"/>
                    <a:pt x="1540" y="1522"/>
                  </a:cubicBezTo>
                  <a:cubicBezTo>
                    <a:pt x="1500" y="1522"/>
                    <a:pt x="1461" y="1534"/>
                    <a:pt x="1430" y="1560"/>
                  </a:cubicBezTo>
                  <a:cubicBezTo>
                    <a:pt x="1311" y="1644"/>
                    <a:pt x="1168" y="1691"/>
                    <a:pt x="1025" y="1691"/>
                  </a:cubicBezTo>
                  <a:cubicBezTo>
                    <a:pt x="668" y="1691"/>
                    <a:pt x="370" y="1393"/>
                    <a:pt x="370" y="1036"/>
                  </a:cubicBezTo>
                  <a:cubicBezTo>
                    <a:pt x="382" y="655"/>
                    <a:pt x="680" y="370"/>
                    <a:pt x="1037" y="370"/>
                  </a:cubicBezTo>
                  <a:cubicBezTo>
                    <a:pt x="1394" y="370"/>
                    <a:pt x="1692" y="667"/>
                    <a:pt x="1692" y="1024"/>
                  </a:cubicBezTo>
                  <a:cubicBezTo>
                    <a:pt x="1692" y="1132"/>
                    <a:pt x="1775" y="1203"/>
                    <a:pt x="1870" y="1203"/>
                  </a:cubicBezTo>
                  <a:cubicBezTo>
                    <a:pt x="1965" y="1203"/>
                    <a:pt x="2049" y="1108"/>
                    <a:pt x="2049" y="1024"/>
                  </a:cubicBezTo>
                  <a:cubicBezTo>
                    <a:pt x="2049" y="453"/>
                    <a:pt x="1584" y="0"/>
                    <a:pt x="10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1" name="Google Shape;16601;p47"/>
            <p:cNvSpPr/>
            <p:nvPr/>
          </p:nvSpPr>
          <p:spPr>
            <a:xfrm>
              <a:off x="2604670" y="2851904"/>
              <a:ext cx="70718" cy="71131"/>
            </a:xfrm>
            <a:custGeom>
              <a:rect b="b" l="l" r="r" t="t"/>
              <a:pathLst>
                <a:path extrusionOk="0" h="2240" w="2227">
                  <a:moveTo>
                    <a:pt x="1107" y="382"/>
                  </a:moveTo>
                  <a:cubicBezTo>
                    <a:pt x="1512" y="382"/>
                    <a:pt x="1858" y="715"/>
                    <a:pt x="1858" y="1120"/>
                  </a:cubicBezTo>
                  <a:cubicBezTo>
                    <a:pt x="1858" y="1525"/>
                    <a:pt x="1512" y="1870"/>
                    <a:pt x="1107" y="1870"/>
                  </a:cubicBezTo>
                  <a:cubicBezTo>
                    <a:pt x="691" y="1870"/>
                    <a:pt x="369" y="1525"/>
                    <a:pt x="369" y="1120"/>
                  </a:cubicBezTo>
                  <a:cubicBezTo>
                    <a:pt x="369" y="703"/>
                    <a:pt x="703" y="382"/>
                    <a:pt x="1107" y="382"/>
                  </a:cubicBezTo>
                  <a:close/>
                  <a:moveTo>
                    <a:pt x="1107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0" y="1727"/>
                    <a:pt x="500" y="2239"/>
                    <a:pt x="1107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02" name="Google Shape;16602;p47"/>
          <p:cNvGrpSpPr/>
          <p:nvPr/>
        </p:nvGrpSpPr>
        <p:grpSpPr>
          <a:xfrm>
            <a:off x="4526331" y="2946706"/>
            <a:ext cx="396131" cy="355612"/>
            <a:chOff x="1865381" y="4277506"/>
            <a:chExt cx="396131" cy="355612"/>
          </a:xfrm>
        </p:grpSpPr>
        <p:sp>
          <p:nvSpPr>
            <p:cNvPr id="16603" name="Google Shape;16603;p47"/>
            <p:cNvSpPr/>
            <p:nvPr/>
          </p:nvSpPr>
          <p:spPr>
            <a:xfrm>
              <a:off x="1865381" y="4277506"/>
              <a:ext cx="396131" cy="355612"/>
            </a:xfrm>
            <a:custGeom>
              <a:rect b="b" l="l" r="r" t="t"/>
              <a:pathLst>
                <a:path extrusionOk="0" h="11181" w="12455">
                  <a:moveTo>
                    <a:pt x="6240" y="322"/>
                  </a:moveTo>
                  <a:cubicBezTo>
                    <a:pt x="6883" y="322"/>
                    <a:pt x="7395" y="846"/>
                    <a:pt x="7395" y="1489"/>
                  </a:cubicBezTo>
                  <a:cubicBezTo>
                    <a:pt x="7395" y="2132"/>
                    <a:pt x="6883" y="2644"/>
                    <a:pt x="6240" y="2644"/>
                  </a:cubicBezTo>
                  <a:cubicBezTo>
                    <a:pt x="5597" y="2644"/>
                    <a:pt x="5073" y="2132"/>
                    <a:pt x="5073" y="1489"/>
                  </a:cubicBezTo>
                  <a:cubicBezTo>
                    <a:pt x="5073" y="834"/>
                    <a:pt x="5597" y="322"/>
                    <a:pt x="6240" y="322"/>
                  </a:cubicBezTo>
                  <a:close/>
                  <a:moveTo>
                    <a:pt x="8621" y="3703"/>
                  </a:moveTo>
                  <a:cubicBezTo>
                    <a:pt x="8943" y="3703"/>
                    <a:pt x="9276" y="3751"/>
                    <a:pt x="9585" y="3834"/>
                  </a:cubicBezTo>
                  <a:cubicBezTo>
                    <a:pt x="9657" y="4156"/>
                    <a:pt x="9705" y="4477"/>
                    <a:pt x="9705" y="4811"/>
                  </a:cubicBezTo>
                  <a:cubicBezTo>
                    <a:pt x="9705" y="6239"/>
                    <a:pt x="8847" y="7466"/>
                    <a:pt x="7609" y="7990"/>
                  </a:cubicBezTo>
                  <a:cubicBezTo>
                    <a:pt x="7669" y="7728"/>
                    <a:pt x="7692" y="7454"/>
                    <a:pt x="7692" y="7192"/>
                  </a:cubicBezTo>
                  <a:cubicBezTo>
                    <a:pt x="7692" y="6382"/>
                    <a:pt x="7454" y="5620"/>
                    <a:pt x="7002" y="4965"/>
                  </a:cubicBezTo>
                  <a:cubicBezTo>
                    <a:pt x="6859" y="4775"/>
                    <a:pt x="6704" y="4584"/>
                    <a:pt x="6526" y="4418"/>
                  </a:cubicBezTo>
                  <a:cubicBezTo>
                    <a:pt x="7097" y="3977"/>
                    <a:pt x="7835" y="3703"/>
                    <a:pt x="8621" y="3703"/>
                  </a:cubicBezTo>
                  <a:close/>
                  <a:moveTo>
                    <a:pt x="10478" y="7918"/>
                  </a:moveTo>
                  <a:lnTo>
                    <a:pt x="10598" y="8168"/>
                  </a:lnTo>
                  <a:lnTo>
                    <a:pt x="10359" y="8168"/>
                  </a:lnTo>
                  <a:lnTo>
                    <a:pt x="10478" y="7918"/>
                  </a:lnTo>
                  <a:close/>
                  <a:moveTo>
                    <a:pt x="6240" y="4656"/>
                  </a:moveTo>
                  <a:cubicBezTo>
                    <a:pt x="6407" y="4823"/>
                    <a:pt x="6561" y="4989"/>
                    <a:pt x="6704" y="5180"/>
                  </a:cubicBezTo>
                  <a:cubicBezTo>
                    <a:pt x="7121" y="5775"/>
                    <a:pt x="7335" y="6454"/>
                    <a:pt x="7335" y="7192"/>
                  </a:cubicBezTo>
                  <a:cubicBezTo>
                    <a:pt x="7335" y="7513"/>
                    <a:pt x="7299" y="7847"/>
                    <a:pt x="7204" y="8144"/>
                  </a:cubicBezTo>
                  <a:cubicBezTo>
                    <a:pt x="6907" y="8228"/>
                    <a:pt x="6585" y="8275"/>
                    <a:pt x="6252" y="8275"/>
                  </a:cubicBezTo>
                  <a:cubicBezTo>
                    <a:pt x="5930" y="8275"/>
                    <a:pt x="5597" y="8228"/>
                    <a:pt x="5299" y="8144"/>
                  </a:cubicBezTo>
                  <a:cubicBezTo>
                    <a:pt x="5180" y="7847"/>
                    <a:pt x="5133" y="7513"/>
                    <a:pt x="5133" y="7192"/>
                  </a:cubicBezTo>
                  <a:cubicBezTo>
                    <a:pt x="5133" y="6192"/>
                    <a:pt x="5549" y="5299"/>
                    <a:pt x="6240" y="4656"/>
                  </a:cubicBezTo>
                  <a:close/>
                  <a:moveTo>
                    <a:pt x="5430" y="8561"/>
                  </a:moveTo>
                  <a:lnTo>
                    <a:pt x="5430" y="8561"/>
                  </a:lnTo>
                  <a:cubicBezTo>
                    <a:pt x="5704" y="8621"/>
                    <a:pt x="5966" y="8644"/>
                    <a:pt x="6252" y="8644"/>
                  </a:cubicBezTo>
                  <a:cubicBezTo>
                    <a:pt x="6537" y="8644"/>
                    <a:pt x="6799" y="8621"/>
                    <a:pt x="7061" y="8561"/>
                  </a:cubicBezTo>
                  <a:lnTo>
                    <a:pt x="7061" y="8561"/>
                  </a:lnTo>
                  <a:cubicBezTo>
                    <a:pt x="6847" y="8990"/>
                    <a:pt x="6585" y="9395"/>
                    <a:pt x="6240" y="9716"/>
                  </a:cubicBezTo>
                  <a:cubicBezTo>
                    <a:pt x="5895" y="9395"/>
                    <a:pt x="5609" y="9002"/>
                    <a:pt x="5430" y="8561"/>
                  </a:cubicBezTo>
                  <a:close/>
                  <a:moveTo>
                    <a:pt x="2470" y="7643"/>
                  </a:moveTo>
                  <a:cubicBezTo>
                    <a:pt x="2693" y="7643"/>
                    <a:pt x="2903" y="7736"/>
                    <a:pt x="3049" y="7882"/>
                  </a:cubicBezTo>
                  <a:cubicBezTo>
                    <a:pt x="3216" y="8049"/>
                    <a:pt x="3323" y="8263"/>
                    <a:pt x="3323" y="8502"/>
                  </a:cubicBezTo>
                  <a:cubicBezTo>
                    <a:pt x="3323" y="8692"/>
                    <a:pt x="3263" y="8859"/>
                    <a:pt x="3144" y="9002"/>
                  </a:cubicBezTo>
                  <a:cubicBezTo>
                    <a:pt x="2954" y="9275"/>
                    <a:pt x="2799" y="9549"/>
                    <a:pt x="2739" y="9847"/>
                  </a:cubicBezTo>
                  <a:lnTo>
                    <a:pt x="2192" y="9847"/>
                  </a:lnTo>
                  <a:cubicBezTo>
                    <a:pt x="2132" y="9537"/>
                    <a:pt x="2001" y="9252"/>
                    <a:pt x="1799" y="9002"/>
                  </a:cubicBezTo>
                  <a:cubicBezTo>
                    <a:pt x="1680" y="8835"/>
                    <a:pt x="1620" y="8656"/>
                    <a:pt x="1620" y="8454"/>
                  </a:cubicBezTo>
                  <a:cubicBezTo>
                    <a:pt x="1644" y="8025"/>
                    <a:pt x="2001" y="7668"/>
                    <a:pt x="2430" y="7644"/>
                  </a:cubicBezTo>
                  <a:cubicBezTo>
                    <a:pt x="2443" y="7644"/>
                    <a:pt x="2457" y="7643"/>
                    <a:pt x="2470" y="7643"/>
                  </a:cubicBezTo>
                  <a:close/>
                  <a:moveTo>
                    <a:pt x="10300" y="8525"/>
                  </a:moveTo>
                  <a:lnTo>
                    <a:pt x="10300" y="10145"/>
                  </a:lnTo>
                  <a:lnTo>
                    <a:pt x="10109" y="10145"/>
                  </a:lnTo>
                  <a:lnTo>
                    <a:pt x="10109" y="8585"/>
                  </a:lnTo>
                  <a:cubicBezTo>
                    <a:pt x="10109" y="8561"/>
                    <a:pt x="10133" y="8525"/>
                    <a:pt x="10169" y="8525"/>
                  </a:cubicBezTo>
                  <a:close/>
                  <a:moveTo>
                    <a:pt x="10788" y="8525"/>
                  </a:moveTo>
                  <a:cubicBezTo>
                    <a:pt x="10824" y="8525"/>
                    <a:pt x="10848" y="8561"/>
                    <a:pt x="10848" y="8585"/>
                  </a:cubicBezTo>
                  <a:lnTo>
                    <a:pt x="10848" y="10145"/>
                  </a:lnTo>
                  <a:lnTo>
                    <a:pt x="10657" y="10145"/>
                  </a:lnTo>
                  <a:lnTo>
                    <a:pt x="10657" y="8525"/>
                  </a:lnTo>
                  <a:close/>
                  <a:moveTo>
                    <a:pt x="2847" y="10252"/>
                  </a:moveTo>
                  <a:lnTo>
                    <a:pt x="2847" y="10323"/>
                  </a:lnTo>
                  <a:lnTo>
                    <a:pt x="2073" y="10323"/>
                  </a:lnTo>
                  <a:lnTo>
                    <a:pt x="2073" y="10252"/>
                  </a:lnTo>
                  <a:close/>
                  <a:moveTo>
                    <a:pt x="2489" y="4013"/>
                  </a:moveTo>
                  <a:lnTo>
                    <a:pt x="2489" y="4013"/>
                  </a:lnTo>
                  <a:cubicBezTo>
                    <a:pt x="2430" y="4287"/>
                    <a:pt x="2394" y="4549"/>
                    <a:pt x="2394" y="4823"/>
                  </a:cubicBezTo>
                  <a:cubicBezTo>
                    <a:pt x="2394" y="6501"/>
                    <a:pt x="3489" y="7930"/>
                    <a:pt x="4990" y="8454"/>
                  </a:cubicBezTo>
                  <a:cubicBezTo>
                    <a:pt x="5180" y="9025"/>
                    <a:pt x="5525" y="9549"/>
                    <a:pt x="5954" y="9966"/>
                  </a:cubicBezTo>
                  <a:cubicBezTo>
                    <a:pt x="5371" y="10383"/>
                    <a:pt x="4644" y="10657"/>
                    <a:pt x="3859" y="10657"/>
                  </a:cubicBezTo>
                  <a:cubicBezTo>
                    <a:pt x="3644" y="10657"/>
                    <a:pt x="3430" y="10645"/>
                    <a:pt x="3216" y="10597"/>
                  </a:cubicBezTo>
                  <a:lnTo>
                    <a:pt x="3216" y="10192"/>
                  </a:lnTo>
                  <a:cubicBezTo>
                    <a:pt x="3216" y="10085"/>
                    <a:pt x="3168" y="10002"/>
                    <a:pt x="3097" y="9942"/>
                  </a:cubicBezTo>
                  <a:cubicBezTo>
                    <a:pt x="3156" y="9680"/>
                    <a:pt x="3263" y="9454"/>
                    <a:pt x="3430" y="9240"/>
                  </a:cubicBezTo>
                  <a:cubicBezTo>
                    <a:pt x="3585" y="9025"/>
                    <a:pt x="3680" y="8775"/>
                    <a:pt x="3680" y="8513"/>
                  </a:cubicBezTo>
                  <a:cubicBezTo>
                    <a:pt x="3680" y="8180"/>
                    <a:pt x="3549" y="7871"/>
                    <a:pt x="3311" y="7632"/>
                  </a:cubicBezTo>
                  <a:cubicBezTo>
                    <a:pt x="3072" y="7416"/>
                    <a:pt x="2769" y="7298"/>
                    <a:pt x="2462" y="7298"/>
                  </a:cubicBezTo>
                  <a:cubicBezTo>
                    <a:pt x="2447" y="7298"/>
                    <a:pt x="2433" y="7298"/>
                    <a:pt x="2418" y="7299"/>
                  </a:cubicBezTo>
                  <a:cubicBezTo>
                    <a:pt x="1787" y="7335"/>
                    <a:pt x="1275" y="7835"/>
                    <a:pt x="1263" y="8466"/>
                  </a:cubicBezTo>
                  <a:cubicBezTo>
                    <a:pt x="1251" y="8752"/>
                    <a:pt x="1346" y="9025"/>
                    <a:pt x="1525" y="9252"/>
                  </a:cubicBezTo>
                  <a:cubicBezTo>
                    <a:pt x="1680" y="9466"/>
                    <a:pt x="1787" y="9704"/>
                    <a:pt x="1846" y="9954"/>
                  </a:cubicBezTo>
                  <a:lnTo>
                    <a:pt x="1799" y="10002"/>
                  </a:lnTo>
                  <a:cubicBezTo>
                    <a:pt x="906" y="9347"/>
                    <a:pt x="382" y="8311"/>
                    <a:pt x="382" y="7204"/>
                  </a:cubicBezTo>
                  <a:cubicBezTo>
                    <a:pt x="382" y="5775"/>
                    <a:pt x="1251" y="4537"/>
                    <a:pt x="2489" y="4013"/>
                  </a:cubicBezTo>
                  <a:close/>
                  <a:moveTo>
                    <a:pt x="2847" y="10680"/>
                  </a:moveTo>
                  <a:lnTo>
                    <a:pt x="2847" y="10788"/>
                  </a:lnTo>
                  <a:lnTo>
                    <a:pt x="2073" y="10788"/>
                  </a:lnTo>
                  <a:lnTo>
                    <a:pt x="2073" y="10680"/>
                  </a:lnTo>
                  <a:close/>
                  <a:moveTo>
                    <a:pt x="10848" y="10526"/>
                  </a:moveTo>
                  <a:lnTo>
                    <a:pt x="10848" y="10728"/>
                  </a:lnTo>
                  <a:cubicBezTo>
                    <a:pt x="10848" y="10764"/>
                    <a:pt x="10824" y="10788"/>
                    <a:pt x="10788" y="10788"/>
                  </a:cubicBezTo>
                  <a:lnTo>
                    <a:pt x="10169" y="10788"/>
                  </a:lnTo>
                  <a:cubicBezTo>
                    <a:pt x="10133" y="10788"/>
                    <a:pt x="10109" y="10764"/>
                    <a:pt x="10109" y="10728"/>
                  </a:cubicBezTo>
                  <a:lnTo>
                    <a:pt x="10109" y="10526"/>
                  </a:lnTo>
                  <a:close/>
                  <a:moveTo>
                    <a:pt x="6228" y="0"/>
                  </a:moveTo>
                  <a:cubicBezTo>
                    <a:pt x="5454" y="0"/>
                    <a:pt x="4823" y="584"/>
                    <a:pt x="4716" y="1310"/>
                  </a:cubicBezTo>
                  <a:cubicBezTo>
                    <a:pt x="4049" y="1596"/>
                    <a:pt x="3466" y="2072"/>
                    <a:pt x="3049" y="2667"/>
                  </a:cubicBezTo>
                  <a:cubicBezTo>
                    <a:pt x="2858" y="2941"/>
                    <a:pt x="2692" y="3263"/>
                    <a:pt x="2597" y="3584"/>
                  </a:cubicBezTo>
                  <a:cubicBezTo>
                    <a:pt x="1084" y="4108"/>
                    <a:pt x="1" y="5537"/>
                    <a:pt x="1" y="7216"/>
                  </a:cubicBezTo>
                  <a:cubicBezTo>
                    <a:pt x="1" y="8502"/>
                    <a:pt x="632" y="9692"/>
                    <a:pt x="1704" y="10407"/>
                  </a:cubicBezTo>
                  <a:lnTo>
                    <a:pt x="1704" y="10847"/>
                  </a:lnTo>
                  <a:cubicBezTo>
                    <a:pt x="1704" y="11026"/>
                    <a:pt x="1846" y="11180"/>
                    <a:pt x="2025" y="11180"/>
                  </a:cubicBezTo>
                  <a:lnTo>
                    <a:pt x="2858" y="11180"/>
                  </a:lnTo>
                  <a:cubicBezTo>
                    <a:pt x="2989" y="11180"/>
                    <a:pt x="3108" y="11097"/>
                    <a:pt x="3156" y="10978"/>
                  </a:cubicBezTo>
                  <a:cubicBezTo>
                    <a:pt x="3382" y="11026"/>
                    <a:pt x="3609" y="11038"/>
                    <a:pt x="3823" y="11038"/>
                  </a:cubicBezTo>
                  <a:cubicBezTo>
                    <a:pt x="4716" y="11038"/>
                    <a:pt x="5549" y="10728"/>
                    <a:pt x="6204" y="10204"/>
                  </a:cubicBezTo>
                  <a:cubicBezTo>
                    <a:pt x="6764" y="10645"/>
                    <a:pt x="7419" y="10919"/>
                    <a:pt x="8157" y="11014"/>
                  </a:cubicBezTo>
                  <a:lnTo>
                    <a:pt x="8169" y="11014"/>
                  </a:lnTo>
                  <a:cubicBezTo>
                    <a:pt x="8264" y="11014"/>
                    <a:pt x="8335" y="10942"/>
                    <a:pt x="8347" y="10847"/>
                  </a:cubicBezTo>
                  <a:cubicBezTo>
                    <a:pt x="8371" y="10740"/>
                    <a:pt x="8288" y="10657"/>
                    <a:pt x="8192" y="10645"/>
                  </a:cubicBezTo>
                  <a:cubicBezTo>
                    <a:pt x="7550" y="10561"/>
                    <a:pt x="6966" y="10323"/>
                    <a:pt x="6490" y="9954"/>
                  </a:cubicBezTo>
                  <a:cubicBezTo>
                    <a:pt x="6918" y="9537"/>
                    <a:pt x="7264" y="9014"/>
                    <a:pt x="7454" y="8442"/>
                  </a:cubicBezTo>
                  <a:cubicBezTo>
                    <a:pt x="8966" y="7918"/>
                    <a:pt x="10050" y="6489"/>
                    <a:pt x="10050" y="4811"/>
                  </a:cubicBezTo>
                  <a:cubicBezTo>
                    <a:pt x="10050" y="4525"/>
                    <a:pt x="10014" y="4251"/>
                    <a:pt x="9955" y="4001"/>
                  </a:cubicBezTo>
                  <a:lnTo>
                    <a:pt x="9955" y="4001"/>
                  </a:lnTo>
                  <a:cubicBezTo>
                    <a:pt x="11193" y="4537"/>
                    <a:pt x="12062" y="5763"/>
                    <a:pt x="12062" y="7192"/>
                  </a:cubicBezTo>
                  <a:cubicBezTo>
                    <a:pt x="12062" y="8037"/>
                    <a:pt x="11741" y="8859"/>
                    <a:pt x="11181" y="9490"/>
                  </a:cubicBezTo>
                  <a:lnTo>
                    <a:pt x="11181" y="8597"/>
                  </a:lnTo>
                  <a:cubicBezTo>
                    <a:pt x="11181" y="8466"/>
                    <a:pt x="11109" y="8335"/>
                    <a:pt x="11002" y="8263"/>
                  </a:cubicBezTo>
                  <a:lnTo>
                    <a:pt x="10717" y="7644"/>
                  </a:lnTo>
                  <a:cubicBezTo>
                    <a:pt x="10669" y="7549"/>
                    <a:pt x="10574" y="7466"/>
                    <a:pt x="10455" y="7466"/>
                  </a:cubicBezTo>
                  <a:cubicBezTo>
                    <a:pt x="10336" y="7466"/>
                    <a:pt x="10228" y="7525"/>
                    <a:pt x="10181" y="7644"/>
                  </a:cubicBezTo>
                  <a:lnTo>
                    <a:pt x="9895" y="8263"/>
                  </a:lnTo>
                  <a:cubicBezTo>
                    <a:pt x="9800" y="8335"/>
                    <a:pt x="9716" y="8466"/>
                    <a:pt x="9716" y="8597"/>
                  </a:cubicBezTo>
                  <a:lnTo>
                    <a:pt x="9716" y="10478"/>
                  </a:lnTo>
                  <a:cubicBezTo>
                    <a:pt x="9466" y="10561"/>
                    <a:pt x="9216" y="10621"/>
                    <a:pt x="8943" y="10645"/>
                  </a:cubicBezTo>
                  <a:cubicBezTo>
                    <a:pt x="8847" y="10657"/>
                    <a:pt x="8764" y="10740"/>
                    <a:pt x="8788" y="10835"/>
                  </a:cubicBezTo>
                  <a:cubicBezTo>
                    <a:pt x="8800" y="10919"/>
                    <a:pt x="8871" y="11002"/>
                    <a:pt x="8966" y="11002"/>
                  </a:cubicBezTo>
                  <a:lnTo>
                    <a:pt x="8978" y="11002"/>
                  </a:lnTo>
                  <a:cubicBezTo>
                    <a:pt x="9228" y="10966"/>
                    <a:pt x="9478" y="10919"/>
                    <a:pt x="9740" y="10847"/>
                  </a:cubicBezTo>
                  <a:cubicBezTo>
                    <a:pt x="9776" y="11026"/>
                    <a:pt x="9943" y="11157"/>
                    <a:pt x="10133" y="11157"/>
                  </a:cubicBezTo>
                  <a:lnTo>
                    <a:pt x="10764" y="11157"/>
                  </a:lnTo>
                  <a:cubicBezTo>
                    <a:pt x="11002" y="11157"/>
                    <a:pt x="11193" y="10966"/>
                    <a:pt x="11193" y="10728"/>
                  </a:cubicBezTo>
                  <a:lnTo>
                    <a:pt x="11193" y="10014"/>
                  </a:lnTo>
                  <a:cubicBezTo>
                    <a:pt x="12002" y="9287"/>
                    <a:pt x="12455" y="8263"/>
                    <a:pt x="12455" y="7192"/>
                  </a:cubicBezTo>
                  <a:cubicBezTo>
                    <a:pt x="12455" y="5501"/>
                    <a:pt x="11371" y="4072"/>
                    <a:pt x="9871" y="3560"/>
                  </a:cubicBezTo>
                  <a:cubicBezTo>
                    <a:pt x="9740" y="3168"/>
                    <a:pt x="9538" y="2798"/>
                    <a:pt x="9276" y="2465"/>
                  </a:cubicBezTo>
                  <a:cubicBezTo>
                    <a:pt x="9242" y="2425"/>
                    <a:pt x="9189" y="2403"/>
                    <a:pt x="9137" y="2403"/>
                  </a:cubicBezTo>
                  <a:cubicBezTo>
                    <a:pt x="9097" y="2403"/>
                    <a:pt x="9057" y="2416"/>
                    <a:pt x="9026" y="2441"/>
                  </a:cubicBezTo>
                  <a:cubicBezTo>
                    <a:pt x="8943" y="2501"/>
                    <a:pt x="8931" y="2620"/>
                    <a:pt x="8990" y="2691"/>
                  </a:cubicBezTo>
                  <a:cubicBezTo>
                    <a:pt x="9169" y="2929"/>
                    <a:pt x="9324" y="3168"/>
                    <a:pt x="9443" y="3441"/>
                  </a:cubicBezTo>
                  <a:cubicBezTo>
                    <a:pt x="9169" y="3382"/>
                    <a:pt x="8907" y="3346"/>
                    <a:pt x="8621" y="3346"/>
                  </a:cubicBezTo>
                  <a:cubicBezTo>
                    <a:pt x="7728" y="3346"/>
                    <a:pt x="6895" y="3656"/>
                    <a:pt x="6240" y="4180"/>
                  </a:cubicBezTo>
                  <a:cubicBezTo>
                    <a:pt x="5930" y="3930"/>
                    <a:pt x="5573" y="3739"/>
                    <a:pt x="5192" y="3584"/>
                  </a:cubicBezTo>
                  <a:cubicBezTo>
                    <a:pt x="5175" y="3580"/>
                    <a:pt x="5158" y="3577"/>
                    <a:pt x="5140" y="3577"/>
                  </a:cubicBezTo>
                  <a:cubicBezTo>
                    <a:pt x="5068" y="3577"/>
                    <a:pt x="4992" y="3615"/>
                    <a:pt x="4954" y="3691"/>
                  </a:cubicBezTo>
                  <a:cubicBezTo>
                    <a:pt x="4930" y="3775"/>
                    <a:pt x="4978" y="3882"/>
                    <a:pt x="5061" y="3930"/>
                  </a:cubicBezTo>
                  <a:cubicBezTo>
                    <a:pt x="5394" y="4049"/>
                    <a:pt x="5692" y="4215"/>
                    <a:pt x="5954" y="4418"/>
                  </a:cubicBezTo>
                  <a:cubicBezTo>
                    <a:pt x="5228" y="5120"/>
                    <a:pt x="4775" y="6096"/>
                    <a:pt x="4775" y="7192"/>
                  </a:cubicBezTo>
                  <a:cubicBezTo>
                    <a:pt x="4775" y="7466"/>
                    <a:pt x="4811" y="7740"/>
                    <a:pt x="4871" y="7990"/>
                  </a:cubicBezTo>
                  <a:cubicBezTo>
                    <a:pt x="3632" y="7454"/>
                    <a:pt x="2775" y="6239"/>
                    <a:pt x="2775" y="4811"/>
                  </a:cubicBezTo>
                  <a:cubicBezTo>
                    <a:pt x="2775" y="4477"/>
                    <a:pt x="2811" y="4156"/>
                    <a:pt x="2906" y="3858"/>
                  </a:cubicBezTo>
                  <a:cubicBezTo>
                    <a:pt x="3204" y="3763"/>
                    <a:pt x="3525" y="3715"/>
                    <a:pt x="3859" y="3715"/>
                  </a:cubicBezTo>
                  <a:cubicBezTo>
                    <a:pt x="4025" y="3715"/>
                    <a:pt x="4168" y="3739"/>
                    <a:pt x="4335" y="3751"/>
                  </a:cubicBezTo>
                  <a:cubicBezTo>
                    <a:pt x="4342" y="3752"/>
                    <a:pt x="4349" y="3752"/>
                    <a:pt x="4356" y="3752"/>
                  </a:cubicBezTo>
                  <a:cubicBezTo>
                    <a:pt x="4444" y="3752"/>
                    <a:pt x="4526" y="3684"/>
                    <a:pt x="4537" y="3596"/>
                  </a:cubicBezTo>
                  <a:cubicBezTo>
                    <a:pt x="4549" y="3501"/>
                    <a:pt x="4478" y="3406"/>
                    <a:pt x="4394" y="3394"/>
                  </a:cubicBezTo>
                  <a:cubicBezTo>
                    <a:pt x="4216" y="3358"/>
                    <a:pt x="4049" y="3358"/>
                    <a:pt x="3870" y="3358"/>
                  </a:cubicBezTo>
                  <a:cubicBezTo>
                    <a:pt x="3585" y="3358"/>
                    <a:pt x="3323" y="3394"/>
                    <a:pt x="3049" y="3453"/>
                  </a:cubicBezTo>
                  <a:cubicBezTo>
                    <a:pt x="3144" y="3239"/>
                    <a:pt x="3239" y="3048"/>
                    <a:pt x="3382" y="2858"/>
                  </a:cubicBezTo>
                  <a:cubicBezTo>
                    <a:pt x="3716" y="2346"/>
                    <a:pt x="4192" y="1953"/>
                    <a:pt x="4728" y="1691"/>
                  </a:cubicBezTo>
                  <a:cubicBezTo>
                    <a:pt x="4835" y="2441"/>
                    <a:pt x="5466" y="3025"/>
                    <a:pt x="6240" y="3025"/>
                  </a:cubicBezTo>
                  <a:cubicBezTo>
                    <a:pt x="7014" y="3025"/>
                    <a:pt x="7657" y="2441"/>
                    <a:pt x="7740" y="1691"/>
                  </a:cubicBezTo>
                  <a:cubicBezTo>
                    <a:pt x="7990" y="1810"/>
                    <a:pt x="8228" y="1977"/>
                    <a:pt x="8454" y="2156"/>
                  </a:cubicBezTo>
                  <a:cubicBezTo>
                    <a:pt x="8490" y="2191"/>
                    <a:pt x="8526" y="2203"/>
                    <a:pt x="8573" y="2203"/>
                  </a:cubicBezTo>
                  <a:cubicBezTo>
                    <a:pt x="8633" y="2203"/>
                    <a:pt x="8681" y="2191"/>
                    <a:pt x="8704" y="2144"/>
                  </a:cubicBezTo>
                  <a:cubicBezTo>
                    <a:pt x="8764" y="2072"/>
                    <a:pt x="8764" y="1953"/>
                    <a:pt x="8681" y="1894"/>
                  </a:cubicBezTo>
                  <a:cubicBezTo>
                    <a:pt x="8395" y="1655"/>
                    <a:pt x="8073" y="1453"/>
                    <a:pt x="7728" y="1310"/>
                  </a:cubicBezTo>
                  <a:cubicBezTo>
                    <a:pt x="7621" y="560"/>
                    <a:pt x="7002" y="0"/>
                    <a:pt x="62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4" name="Google Shape;16604;p47"/>
            <p:cNvSpPr/>
            <p:nvPr/>
          </p:nvSpPr>
          <p:spPr>
            <a:xfrm>
              <a:off x="2057770" y="4294553"/>
              <a:ext cx="22741" cy="35622"/>
            </a:xfrm>
            <a:custGeom>
              <a:rect b="b" l="l" r="r" t="t"/>
              <a:pathLst>
                <a:path extrusionOk="0" h="1120" w="715">
                  <a:moveTo>
                    <a:pt x="191" y="0"/>
                  </a:moveTo>
                  <a:cubicBezTo>
                    <a:pt x="84" y="0"/>
                    <a:pt x="12" y="72"/>
                    <a:pt x="12" y="179"/>
                  </a:cubicBezTo>
                  <a:lnTo>
                    <a:pt x="12" y="941"/>
                  </a:lnTo>
                  <a:cubicBezTo>
                    <a:pt x="0" y="1036"/>
                    <a:pt x="84" y="1119"/>
                    <a:pt x="191" y="1119"/>
                  </a:cubicBezTo>
                  <a:lnTo>
                    <a:pt x="536" y="1119"/>
                  </a:lnTo>
                  <a:cubicBezTo>
                    <a:pt x="631" y="1119"/>
                    <a:pt x="715" y="1036"/>
                    <a:pt x="715" y="941"/>
                  </a:cubicBezTo>
                  <a:cubicBezTo>
                    <a:pt x="715" y="834"/>
                    <a:pt x="631" y="750"/>
                    <a:pt x="536" y="750"/>
                  </a:cubicBezTo>
                  <a:lnTo>
                    <a:pt x="369" y="750"/>
                  </a:lnTo>
                  <a:lnTo>
                    <a:pt x="369" y="179"/>
                  </a:lnTo>
                  <a:cubicBezTo>
                    <a:pt x="369" y="72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5" name="Google Shape;16605;p47"/>
            <p:cNvSpPr/>
            <p:nvPr/>
          </p:nvSpPr>
          <p:spPr>
            <a:xfrm>
              <a:off x="2048292" y="4456250"/>
              <a:ext cx="30724" cy="64055"/>
            </a:xfrm>
            <a:custGeom>
              <a:rect b="b" l="l" r="r" t="t"/>
              <a:pathLst>
                <a:path extrusionOk="0" h="2014" w="966">
                  <a:moveTo>
                    <a:pt x="477" y="0"/>
                  </a:moveTo>
                  <a:cubicBezTo>
                    <a:pt x="370" y="0"/>
                    <a:pt x="298" y="84"/>
                    <a:pt x="298" y="179"/>
                  </a:cubicBezTo>
                  <a:lnTo>
                    <a:pt x="298" y="262"/>
                  </a:lnTo>
                  <a:cubicBezTo>
                    <a:pt x="120" y="334"/>
                    <a:pt x="1" y="512"/>
                    <a:pt x="1" y="703"/>
                  </a:cubicBezTo>
                  <a:cubicBezTo>
                    <a:pt x="1" y="977"/>
                    <a:pt x="215" y="1191"/>
                    <a:pt x="489" y="1191"/>
                  </a:cubicBezTo>
                  <a:cubicBezTo>
                    <a:pt x="560" y="1191"/>
                    <a:pt x="608" y="1250"/>
                    <a:pt x="608" y="1310"/>
                  </a:cubicBezTo>
                  <a:cubicBezTo>
                    <a:pt x="608" y="1381"/>
                    <a:pt x="548" y="1429"/>
                    <a:pt x="489" y="1429"/>
                  </a:cubicBezTo>
                  <a:cubicBezTo>
                    <a:pt x="441" y="1429"/>
                    <a:pt x="394" y="1405"/>
                    <a:pt x="382" y="1358"/>
                  </a:cubicBezTo>
                  <a:cubicBezTo>
                    <a:pt x="346" y="1287"/>
                    <a:pt x="284" y="1249"/>
                    <a:pt x="216" y="1249"/>
                  </a:cubicBezTo>
                  <a:cubicBezTo>
                    <a:pt x="192" y="1249"/>
                    <a:pt x="168" y="1253"/>
                    <a:pt x="144" y="1262"/>
                  </a:cubicBezTo>
                  <a:cubicBezTo>
                    <a:pt x="60" y="1310"/>
                    <a:pt x="13" y="1417"/>
                    <a:pt x="60" y="1500"/>
                  </a:cubicBezTo>
                  <a:cubicBezTo>
                    <a:pt x="120" y="1608"/>
                    <a:pt x="203" y="1703"/>
                    <a:pt x="310" y="1739"/>
                  </a:cubicBezTo>
                  <a:lnTo>
                    <a:pt x="310" y="1834"/>
                  </a:lnTo>
                  <a:cubicBezTo>
                    <a:pt x="310" y="1941"/>
                    <a:pt x="382" y="2012"/>
                    <a:pt x="489" y="2012"/>
                  </a:cubicBezTo>
                  <a:cubicBezTo>
                    <a:pt x="495" y="2013"/>
                    <a:pt x="501" y="2014"/>
                    <a:pt x="507" y="2014"/>
                  </a:cubicBezTo>
                  <a:cubicBezTo>
                    <a:pt x="586" y="2014"/>
                    <a:pt x="667" y="1945"/>
                    <a:pt x="667" y="1846"/>
                  </a:cubicBezTo>
                  <a:lnTo>
                    <a:pt x="667" y="1762"/>
                  </a:lnTo>
                  <a:cubicBezTo>
                    <a:pt x="846" y="1691"/>
                    <a:pt x="965" y="1512"/>
                    <a:pt x="965" y="1310"/>
                  </a:cubicBezTo>
                  <a:cubicBezTo>
                    <a:pt x="965" y="1048"/>
                    <a:pt x="739" y="822"/>
                    <a:pt x="477" y="822"/>
                  </a:cubicBezTo>
                  <a:cubicBezTo>
                    <a:pt x="394" y="822"/>
                    <a:pt x="358" y="762"/>
                    <a:pt x="358" y="703"/>
                  </a:cubicBezTo>
                  <a:cubicBezTo>
                    <a:pt x="358" y="631"/>
                    <a:pt x="417" y="584"/>
                    <a:pt x="477" y="584"/>
                  </a:cubicBezTo>
                  <a:cubicBezTo>
                    <a:pt x="513" y="584"/>
                    <a:pt x="548" y="596"/>
                    <a:pt x="572" y="643"/>
                  </a:cubicBezTo>
                  <a:cubicBezTo>
                    <a:pt x="608" y="700"/>
                    <a:pt x="660" y="727"/>
                    <a:pt x="717" y="727"/>
                  </a:cubicBezTo>
                  <a:cubicBezTo>
                    <a:pt x="755" y="727"/>
                    <a:pt x="796" y="715"/>
                    <a:pt x="834" y="691"/>
                  </a:cubicBezTo>
                  <a:cubicBezTo>
                    <a:pt x="917" y="631"/>
                    <a:pt x="929" y="524"/>
                    <a:pt x="870" y="441"/>
                  </a:cubicBezTo>
                  <a:cubicBezTo>
                    <a:pt x="810" y="357"/>
                    <a:pt x="739" y="286"/>
                    <a:pt x="656" y="262"/>
                  </a:cubicBezTo>
                  <a:lnTo>
                    <a:pt x="656" y="179"/>
                  </a:lnTo>
                  <a:cubicBezTo>
                    <a:pt x="656" y="84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6" name="Google Shape;16606;p47"/>
            <p:cNvSpPr/>
            <p:nvPr/>
          </p:nvSpPr>
          <p:spPr>
            <a:xfrm>
              <a:off x="1898713" y="4487196"/>
              <a:ext cx="17461" cy="16030"/>
            </a:xfrm>
            <a:custGeom>
              <a:rect b="b" l="l" r="r" t="t"/>
              <a:pathLst>
                <a:path extrusionOk="0" h="504" w="549">
                  <a:moveTo>
                    <a:pt x="193" y="1"/>
                  </a:moveTo>
                  <a:cubicBezTo>
                    <a:pt x="147" y="1"/>
                    <a:pt x="102" y="21"/>
                    <a:pt x="72" y="63"/>
                  </a:cubicBezTo>
                  <a:cubicBezTo>
                    <a:pt x="1" y="135"/>
                    <a:pt x="1" y="254"/>
                    <a:pt x="72" y="313"/>
                  </a:cubicBezTo>
                  <a:lnTo>
                    <a:pt x="203" y="444"/>
                  </a:lnTo>
                  <a:cubicBezTo>
                    <a:pt x="227" y="480"/>
                    <a:pt x="298" y="504"/>
                    <a:pt x="334" y="504"/>
                  </a:cubicBezTo>
                  <a:cubicBezTo>
                    <a:pt x="382" y="504"/>
                    <a:pt x="429" y="492"/>
                    <a:pt x="465" y="444"/>
                  </a:cubicBezTo>
                  <a:cubicBezTo>
                    <a:pt x="548" y="373"/>
                    <a:pt x="548" y="254"/>
                    <a:pt x="465" y="194"/>
                  </a:cubicBezTo>
                  <a:lnTo>
                    <a:pt x="322" y="63"/>
                  </a:lnTo>
                  <a:cubicBezTo>
                    <a:pt x="286" y="21"/>
                    <a:pt x="239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7" name="Google Shape;16607;p47"/>
            <p:cNvSpPr/>
            <p:nvPr/>
          </p:nvSpPr>
          <p:spPr>
            <a:xfrm>
              <a:off x="1887740" y="4502494"/>
              <a:ext cx="19337" cy="13231"/>
            </a:xfrm>
            <a:custGeom>
              <a:rect b="b" l="l" r="r" t="t"/>
              <a:pathLst>
                <a:path extrusionOk="0" h="416" w="608">
                  <a:moveTo>
                    <a:pt x="190" y="0"/>
                  </a:moveTo>
                  <a:cubicBezTo>
                    <a:pt x="112" y="0"/>
                    <a:pt x="53" y="56"/>
                    <a:pt x="24" y="142"/>
                  </a:cubicBezTo>
                  <a:cubicBezTo>
                    <a:pt x="0" y="249"/>
                    <a:pt x="60" y="332"/>
                    <a:pt x="155" y="368"/>
                  </a:cubicBezTo>
                  <a:lnTo>
                    <a:pt x="358" y="416"/>
                  </a:lnTo>
                  <a:lnTo>
                    <a:pt x="405" y="416"/>
                  </a:lnTo>
                  <a:cubicBezTo>
                    <a:pt x="477" y="416"/>
                    <a:pt x="548" y="356"/>
                    <a:pt x="572" y="273"/>
                  </a:cubicBezTo>
                  <a:cubicBezTo>
                    <a:pt x="608" y="189"/>
                    <a:pt x="548" y="82"/>
                    <a:pt x="441" y="58"/>
                  </a:cubicBezTo>
                  <a:lnTo>
                    <a:pt x="250" y="11"/>
                  </a:lnTo>
                  <a:cubicBezTo>
                    <a:pt x="229" y="4"/>
                    <a:pt x="209" y="0"/>
                    <a:pt x="1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8" name="Google Shape;16608;p47"/>
            <p:cNvSpPr/>
            <p:nvPr/>
          </p:nvSpPr>
          <p:spPr>
            <a:xfrm>
              <a:off x="1913852" y="4477019"/>
              <a:ext cx="13676" cy="17874"/>
            </a:xfrm>
            <a:custGeom>
              <a:rect b="b" l="l" r="r" t="t"/>
              <a:pathLst>
                <a:path extrusionOk="0" h="562" w="430">
                  <a:moveTo>
                    <a:pt x="175" y="0"/>
                  </a:moveTo>
                  <a:cubicBezTo>
                    <a:pt x="165" y="0"/>
                    <a:pt x="155" y="1"/>
                    <a:pt x="144" y="2"/>
                  </a:cubicBezTo>
                  <a:cubicBezTo>
                    <a:pt x="37" y="38"/>
                    <a:pt x="1" y="121"/>
                    <a:pt x="13" y="228"/>
                  </a:cubicBezTo>
                  <a:lnTo>
                    <a:pt x="60" y="419"/>
                  </a:lnTo>
                  <a:cubicBezTo>
                    <a:pt x="72" y="502"/>
                    <a:pt x="144" y="562"/>
                    <a:pt x="239" y="562"/>
                  </a:cubicBezTo>
                  <a:lnTo>
                    <a:pt x="275" y="562"/>
                  </a:lnTo>
                  <a:cubicBezTo>
                    <a:pt x="382" y="526"/>
                    <a:pt x="430" y="443"/>
                    <a:pt x="418" y="335"/>
                  </a:cubicBezTo>
                  <a:lnTo>
                    <a:pt x="370" y="145"/>
                  </a:lnTo>
                  <a:cubicBezTo>
                    <a:pt x="338" y="49"/>
                    <a:pt x="267" y="0"/>
                    <a:pt x="1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609" name="Google Shape;16609;p47"/>
          <p:cNvSpPr/>
          <p:nvPr/>
        </p:nvSpPr>
        <p:spPr>
          <a:xfrm>
            <a:off x="6701470" y="1726407"/>
            <a:ext cx="367805" cy="259871"/>
          </a:xfrm>
          <a:custGeom>
            <a:rect b="b" l="l" r="r" t="t"/>
            <a:pathLst>
              <a:path extrusionOk="0" h="8203" w="11610">
                <a:moveTo>
                  <a:pt x="8950" y="1"/>
                </a:moveTo>
                <a:cubicBezTo>
                  <a:pt x="8803" y="1"/>
                  <a:pt x="8662" y="36"/>
                  <a:pt x="8597" y="153"/>
                </a:cubicBezTo>
                <a:cubicBezTo>
                  <a:pt x="8276" y="749"/>
                  <a:pt x="7228" y="1975"/>
                  <a:pt x="6633" y="2642"/>
                </a:cubicBezTo>
                <a:cubicBezTo>
                  <a:pt x="6359" y="2939"/>
                  <a:pt x="5978" y="3118"/>
                  <a:pt x="5573" y="3154"/>
                </a:cubicBezTo>
                <a:lnTo>
                  <a:pt x="4978" y="3154"/>
                </a:lnTo>
                <a:lnTo>
                  <a:pt x="4978" y="2999"/>
                </a:lnTo>
                <a:cubicBezTo>
                  <a:pt x="4978" y="2916"/>
                  <a:pt x="4906" y="2832"/>
                  <a:pt x="4811" y="2832"/>
                </a:cubicBezTo>
                <a:lnTo>
                  <a:pt x="3263" y="2832"/>
                </a:lnTo>
                <a:lnTo>
                  <a:pt x="3263" y="2749"/>
                </a:lnTo>
                <a:cubicBezTo>
                  <a:pt x="3263" y="2666"/>
                  <a:pt x="3192" y="2582"/>
                  <a:pt x="3097" y="2582"/>
                </a:cubicBezTo>
                <a:lnTo>
                  <a:pt x="168" y="2582"/>
                </a:lnTo>
                <a:cubicBezTo>
                  <a:pt x="72" y="2582"/>
                  <a:pt x="1" y="2666"/>
                  <a:pt x="1" y="2749"/>
                </a:cubicBezTo>
                <a:lnTo>
                  <a:pt x="1" y="5440"/>
                </a:lnTo>
                <a:cubicBezTo>
                  <a:pt x="1" y="5535"/>
                  <a:pt x="72" y="5606"/>
                  <a:pt x="168" y="5606"/>
                </a:cubicBezTo>
                <a:cubicBezTo>
                  <a:pt x="263" y="5606"/>
                  <a:pt x="334" y="5535"/>
                  <a:pt x="334" y="5440"/>
                </a:cubicBezTo>
                <a:lnTo>
                  <a:pt x="334" y="2916"/>
                </a:lnTo>
                <a:lnTo>
                  <a:pt x="2894" y="2916"/>
                </a:lnTo>
                <a:lnTo>
                  <a:pt x="2894" y="7857"/>
                </a:lnTo>
                <a:lnTo>
                  <a:pt x="334" y="7857"/>
                </a:lnTo>
                <a:lnTo>
                  <a:pt x="334" y="6118"/>
                </a:lnTo>
                <a:cubicBezTo>
                  <a:pt x="334" y="6023"/>
                  <a:pt x="263" y="5952"/>
                  <a:pt x="168" y="5952"/>
                </a:cubicBezTo>
                <a:cubicBezTo>
                  <a:pt x="72" y="5952"/>
                  <a:pt x="1" y="6023"/>
                  <a:pt x="1" y="6118"/>
                </a:cubicBezTo>
                <a:lnTo>
                  <a:pt x="1" y="8035"/>
                </a:lnTo>
                <a:cubicBezTo>
                  <a:pt x="1" y="8119"/>
                  <a:pt x="72" y="8202"/>
                  <a:pt x="168" y="8202"/>
                </a:cubicBezTo>
                <a:lnTo>
                  <a:pt x="3073" y="8202"/>
                </a:lnTo>
                <a:cubicBezTo>
                  <a:pt x="3156" y="8202"/>
                  <a:pt x="3239" y="8119"/>
                  <a:pt x="3239" y="8035"/>
                </a:cubicBezTo>
                <a:lnTo>
                  <a:pt x="3239" y="7964"/>
                </a:lnTo>
                <a:lnTo>
                  <a:pt x="4787" y="7964"/>
                </a:lnTo>
                <a:cubicBezTo>
                  <a:pt x="4871" y="7964"/>
                  <a:pt x="4942" y="7881"/>
                  <a:pt x="4942" y="7797"/>
                </a:cubicBezTo>
                <a:lnTo>
                  <a:pt x="4942" y="7642"/>
                </a:lnTo>
                <a:lnTo>
                  <a:pt x="5859" y="7642"/>
                </a:lnTo>
                <a:cubicBezTo>
                  <a:pt x="5954" y="7642"/>
                  <a:pt x="6061" y="7690"/>
                  <a:pt x="6156" y="7750"/>
                </a:cubicBezTo>
                <a:cubicBezTo>
                  <a:pt x="6287" y="7869"/>
                  <a:pt x="6430" y="7964"/>
                  <a:pt x="6597" y="8023"/>
                </a:cubicBezTo>
                <a:cubicBezTo>
                  <a:pt x="6764" y="8083"/>
                  <a:pt x="6930" y="8107"/>
                  <a:pt x="7109" y="8107"/>
                </a:cubicBezTo>
                <a:lnTo>
                  <a:pt x="7776" y="8107"/>
                </a:lnTo>
                <a:cubicBezTo>
                  <a:pt x="7859" y="8107"/>
                  <a:pt x="7942" y="8035"/>
                  <a:pt x="7942" y="7940"/>
                </a:cubicBezTo>
                <a:cubicBezTo>
                  <a:pt x="7942" y="7857"/>
                  <a:pt x="7859" y="7785"/>
                  <a:pt x="7776" y="7785"/>
                </a:cubicBezTo>
                <a:lnTo>
                  <a:pt x="7109" y="7785"/>
                </a:lnTo>
                <a:cubicBezTo>
                  <a:pt x="6966" y="7785"/>
                  <a:pt x="6835" y="7750"/>
                  <a:pt x="6716" y="7702"/>
                </a:cubicBezTo>
                <a:cubicBezTo>
                  <a:pt x="6597" y="7666"/>
                  <a:pt x="6478" y="7583"/>
                  <a:pt x="6371" y="7500"/>
                </a:cubicBezTo>
                <a:cubicBezTo>
                  <a:pt x="6228" y="7381"/>
                  <a:pt x="6049" y="7309"/>
                  <a:pt x="5859" y="7309"/>
                </a:cubicBezTo>
                <a:lnTo>
                  <a:pt x="4942" y="7309"/>
                </a:lnTo>
                <a:lnTo>
                  <a:pt x="4942" y="4987"/>
                </a:lnTo>
                <a:cubicBezTo>
                  <a:pt x="4942" y="4892"/>
                  <a:pt x="4871" y="4821"/>
                  <a:pt x="4775" y="4821"/>
                </a:cubicBezTo>
                <a:cubicBezTo>
                  <a:pt x="4692" y="4821"/>
                  <a:pt x="4621" y="4892"/>
                  <a:pt x="4621" y="4987"/>
                </a:cubicBezTo>
                <a:lnTo>
                  <a:pt x="4621" y="7619"/>
                </a:lnTo>
                <a:lnTo>
                  <a:pt x="3251" y="7619"/>
                </a:lnTo>
                <a:lnTo>
                  <a:pt x="3251" y="3166"/>
                </a:lnTo>
                <a:lnTo>
                  <a:pt x="4621" y="3166"/>
                </a:lnTo>
                <a:lnTo>
                  <a:pt x="4621" y="4309"/>
                </a:lnTo>
                <a:cubicBezTo>
                  <a:pt x="4621" y="4404"/>
                  <a:pt x="4692" y="4475"/>
                  <a:pt x="4775" y="4475"/>
                </a:cubicBezTo>
                <a:cubicBezTo>
                  <a:pt x="4871" y="4475"/>
                  <a:pt x="4942" y="4404"/>
                  <a:pt x="4942" y="4309"/>
                </a:cubicBezTo>
                <a:lnTo>
                  <a:pt x="4942" y="3475"/>
                </a:lnTo>
                <a:lnTo>
                  <a:pt x="5561" y="3475"/>
                </a:lnTo>
                <a:cubicBezTo>
                  <a:pt x="6049" y="3451"/>
                  <a:pt x="6526" y="3225"/>
                  <a:pt x="6847" y="2868"/>
                </a:cubicBezTo>
                <a:cubicBezTo>
                  <a:pt x="7597" y="2047"/>
                  <a:pt x="8538" y="951"/>
                  <a:pt x="8859" y="344"/>
                </a:cubicBezTo>
                <a:cubicBezTo>
                  <a:pt x="8877" y="337"/>
                  <a:pt x="8900" y="334"/>
                  <a:pt x="8928" y="334"/>
                </a:cubicBezTo>
                <a:cubicBezTo>
                  <a:pt x="8994" y="334"/>
                  <a:pt x="9085" y="351"/>
                  <a:pt x="9169" y="368"/>
                </a:cubicBezTo>
                <a:cubicBezTo>
                  <a:pt x="9443" y="534"/>
                  <a:pt x="9574" y="856"/>
                  <a:pt x="9502" y="1177"/>
                </a:cubicBezTo>
                <a:lnTo>
                  <a:pt x="8812" y="2797"/>
                </a:lnTo>
                <a:cubicBezTo>
                  <a:pt x="8800" y="2856"/>
                  <a:pt x="8800" y="2916"/>
                  <a:pt x="8835" y="2963"/>
                </a:cubicBezTo>
                <a:cubicBezTo>
                  <a:pt x="8859" y="2999"/>
                  <a:pt x="8919" y="3035"/>
                  <a:pt x="8978" y="3035"/>
                </a:cubicBezTo>
                <a:lnTo>
                  <a:pt x="10836" y="3035"/>
                </a:lnTo>
                <a:cubicBezTo>
                  <a:pt x="11074" y="3035"/>
                  <a:pt x="11276" y="3225"/>
                  <a:pt x="11276" y="3463"/>
                </a:cubicBezTo>
                <a:lnTo>
                  <a:pt x="11276" y="3523"/>
                </a:lnTo>
                <a:cubicBezTo>
                  <a:pt x="11276" y="3761"/>
                  <a:pt x="11074" y="3952"/>
                  <a:pt x="10836" y="3952"/>
                </a:cubicBezTo>
                <a:lnTo>
                  <a:pt x="9859" y="3952"/>
                </a:lnTo>
                <a:cubicBezTo>
                  <a:pt x="9764" y="3952"/>
                  <a:pt x="9693" y="4035"/>
                  <a:pt x="9693" y="4118"/>
                </a:cubicBezTo>
                <a:cubicBezTo>
                  <a:pt x="9693" y="4213"/>
                  <a:pt x="9764" y="4285"/>
                  <a:pt x="9859" y="4285"/>
                </a:cubicBezTo>
                <a:lnTo>
                  <a:pt x="10621" y="4285"/>
                </a:lnTo>
                <a:cubicBezTo>
                  <a:pt x="10859" y="4285"/>
                  <a:pt x="11038" y="4475"/>
                  <a:pt x="11038" y="4702"/>
                </a:cubicBezTo>
                <a:lnTo>
                  <a:pt x="11038" y="4785"/>
                </a:lnTo>
                <a:cubicBezTo>
                  <a:pt x="11038" y="5023"/>
                  <a:pt x="10836" y="5202"/>
                  <a:pt x="10621" y="5202"/>
                </a:cubicBezTo>
                <a:lnTo>
                  <a:pt x="9859" y="5202"/>
                </a:lnTo>
                <a:cubicBezTo>
                  <a:pt x="9764" y="5202"/>
                  <a:pt x="9693" y="5285"/>
                  <a:pt x="9693" y="5368"/>
                </a:cubicBezTo>
                <a:cubicBezTo>
                  <a:pt x="9693" y="5464"/>
                  <a:pt x="9764" y="5535"/>
                  <a:pt x="9859" y="5535"/>
                </a:cubicBezTo>
                <a:lnTo>
                  <a:pt x="10443" y="5535"/>
                </a:lnTo>
                <a:cubicBezTo>
                  <a:pt x="10657" y="5535"/>
                  <a:pt x="10859" y="5714"/>
                  <a:pt x="10859" y="5952"/>
                </a:cubicBezTo>
                <a:lnTo>
                  <a:pt x="10859" y="6071"/>
                </a:lnTo>
                <a:cubicBezTo>
                  <a:pt x="10859" y="6297"/>
                  <a:pt x="10681" y="6488"/>
                  <a:pt x="10443" y="6488"/>
                </a:cubicBezTo>
                <a:lnTo>
                  <a:pt x="9859" y="6488"/>
                </a:lnTo>
                <a:cubicBezTo>
                  <a:pt x="9764" y="6488"/>
                  <a:pt x="9693" y="6559"/>
                  <a:pt x="9693" y="6654"/>
                </a:cubicBezTo>
                <a:cubicBezTo>
                  <a:pt x="9693" y="6738"/>
                  <a:pt x="9764" y="6809"/>
                  <a:pt x="9859" y="6809"/>
                </a:cubicBezTo>
                <a:lnTo>
                  <a:pt x="10086" y="6809"/>
                </a:lnTo>
                <a:cubicBezTo>
                  <a:pt x="10288" y="6809"/>
                  <a:pt x="10467" y="6988"/>
                  <a:pt x="10467" y="7202"/>
                </a:cubicBezTo>
                <a:lnTo>
                  <a:pt x="10467" y="7369"/>
                </a:lnTo>
                <a:cubicBezTo>
                  <a:pt x="10467" y="7571"/>
                  <a:pt x="10288" y="7750"/>
                  <a:pt x="10086" y="7750"/>
                </a:cubicBezTo>
                <a:lnTo>
                  <a:pt x="8442" y="7750"/>
                </a:lnTo>
                <a:cubicBezTo>
                  <a:pt x="8359" y="7750"/>
                  <a:pt x="8276" y="7821"/>
                  <a:pt x="8276" y="7916"/>
                </a:cubicBezTo>
                <a:cubicBezTo>
                  <a:pt x="8276" y="8000"/>
                  <a:pt x="8359" y="8083"/>
                  <a:pt x="8442" y="8083"/>
                </a:cubicBezTo>
                <a:lnTo>
                  <a:pt x="10086" y="8083"/>
                </a:lnTo>
                <a:cubicBezTo>
                  <a:pt x="10478" y="8083"/>
                  <a:pt x="10812" y="7750"/>
                  <a:pt x="10812" y="7345"/>
                </a:cubicBezTo>
                <a:lnTo>
                  <a:pt x="10812" y="7214"/>
                </a:lnTo>
                <a:cubicBezTo>
                  <a:pt x="10812" y="7047"/>
                  <a:pt x="10764" y="6904"/>
                  <a:pt x="10681" y="6785"/>
                </a:cubicBezTo>
                <a:cubicBezTo>
                  <a:pt x="10979" y="6678"/>
                  <a:pt x="11181" y="6392"/>
                  <a:pt x="11181" y="6071"/>
                </a:cubicBezTo>
                <a:lnTo>
                  <a:pt x="11181" y="5952"/>
                </a:lnTo>
                <a:cubicBezTo>
                  <a:pt x="11181" y="5761"/>
                  <a:pt x="11109" y="5583"/>
                  <a:pt x="10990" y="5440"/>
                </a:cubicBezTo>
                <a:cubicBezTo>
                  <a:pt x="11217" y="5309"/>
                  <a:pt x="11371" y="5071"/>
                  <a:pt x="11371" y="4785"/>
                </a:cubicBezTo>
                <a:lnTo>
                  <a:pt x="11371" y="4702"/>
                </a:lnTo>
                <a:cubicBezTo>
                  <a:pt x="11371" y="4511"/>
                  <a:pt x="11300" y="4333"/>
                  <a:pt x="11181" y="4190"/>
                </a:cubicBezTo>
                <a:cubicBezTo>
                  <a:pt x="11431" y="4059"/>
                  <a:pt x="11598" y="3809"/>
                  <a:pt x="11598" y="3511"/>
                </a:cubicBezTo>
                <a:lnTo>
                  <a:pt x="11598" y="3451"/>
                </a:lnTo>
                <a:cubicBezTo>
                  <a:pt x="11610" y="3023"/>
                  <a:pt x="11276" y="2678"/>
                  <a:pt x="10836" y="2678"/>
                </a:cubicBezTo>
                <a:lnTo>
                  <a:pt x="9228" y="2678"/>
                </a:lnTo>
                <a:lnTo>
                  <a:pt x="9824" y="1273"/>
                </a:lnTo>
                <a:cubicBezTo>
                  <a:pt x="9824" y="1273"/>
                  <a:pt x="9824" y="1261"/>
                  <a:pt x="9847" y="1261"/>
                </a:cubicBezTo>
                <a:cubicBezTo>
                  <a:pt x="9978" y="784"/>
                  <a:pt x="9764" y="296"/>
                  <a:pt x="9335" y="58"/>
                </a:cubicBezTo>
                <a:cubicBezTo>
                  <a:pt x="9324" y="46"/>
                  <a:pt x="9312" y="46"/>
                  <a:pt x="9288" y="46"/>
                </a:cubicBezTo>
                <a:cubicBezTo>
                  <a:pt x="9196" y="25"/>
                  <a:pt x="9071" y="1"/>
                  <a:pt x="8950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613" name="Shape 16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14" name="Google Shape;16614;p48"/>
          <p:cNvSpPr txBox="1"/>
          <p:nvPr>
            <p:ph type="title"/>
          </p:nvPr>
        </p:nvSpPr>
        <p:spPr>
          <a:xfrm>
            <a:off x="713225" y="1092050"/>
            <a:ext cx="7717800" cy="216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5600"/>
              <a:t>Thank you for listening</a:t>
            </a:r>
            <a:endParaRPr sz="5600"/>
          </a:p>
        </p:txBody>
      </p:sp>
      <p:sp>
        <p:nvSpPr>
          <p:cNvPr id="16615" name="Google Shape;16615;p48"/>
          <p:cNvSpPr txBox="1"/>
          <p:nvPr>
            <p:ph idx="1" type="subTitle"/>
          </p:nvPr>
        </p:nvSpPr>
        <p:spPr>
          <a:xfrm>
            <a:off x="1284000" y="3113450"/>
            <a:ext cx="6576000" cy="44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Questions, Comments, Concerns?</a:t>
            </a:r>
            <a:endParaRPr/>
          </a:p>
        </p:txBody>
      </p:sp>
      <p:sp>
        <p:nvSpPr>
          <p:cNvPr id="16616" name="Google Shape;16616;p48"/>
          <p:cNvSpPr/>
          <p:nvPr/>
        </p:nvSpPr>
        <p:spPr>
          <a:xfrm>
            <a:off x="1508200" y="824225"/>
            <a:ext cx="543940" cy="571857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17" name="Google Shape;16617;p48"/>
          <p:cNvSpPr/>
          <p:nvPr/>
        </p:nvSpPr>
        <p:spPr>
          <a:xfrm>
            <a:off x="-420650" y="-631550"/>
            <a:ext cx="2342100" cy="23421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18" name="Google Shape;16618;p48"/>
          <p:cNvSpPr txBox="1"/>
          <p:nvPr>
            <p:ph idx="1" type="subTitle"/>
          </p:nvPr>
        </p:nvSpPr>
        <p:spPr>
          <a:xfrm>
            <a:off x="2388925" y="3980924"/>
            <a:ext cx="4448100" cy="8904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rgbClr val="FFFFFF"/>
                </a:solidFill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njiang1@swarthmore.edu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rgbClr val="FFFFFF"/>
                </a:solidFill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avasque1@swarthmore.ed</a:t>
            </a:r>
            <a:r>
              <a:rPr lang="en" u="sng">
                <a:solidFill>
                  <a:srgbClr val="FFFFFF"/>
                </a:solidFill>
              </a:rPr>
              <a:t>u</a:t>
            </a:r>
            <a:endParaRPr u="sng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hlinkClick r:id="rId5"/>
              </a:rPr>
              <a:t>ceverba1@swarthmore.edu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Mechanical Engineering Degree for College by Slidesgo">
  <a:themeElements>
    <a:clrScheme name="Simple Light">
      <a:dk1>
        <a:srgbClr val="0D5BA2"/>
      </a:dk1>
      <a:lt1>
        <a:srgbClr val="EFEFEF"/>
      </a:lt1>
      <a:dk2>
        <a:srgbClr val="FFFFFF"/>
      </a:dk2>
      <a:lt2>
        <a:srgbClr val="FFFFFF"/>
      </a:lt2>
      <a:accent1>
        <a:srgbClr val="FFFFFF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