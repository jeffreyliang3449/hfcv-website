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Assistant"/>
      <p:regular r:id="rId28"/>
      <p:bold r:id="rId29"/>
    </p:embeddedFont>
    <p:embeddedFont>
      <p:font typeface="PT Sans"/>
      <p:regular r:id="rId30"/>
      <p:bold r:id="rId31"/>
      <p:italic r:id="rId32"/>
      <p:boldItalic r:id="rId33"/>
    </p:embeddedFont>
    <p:embeddedFont>
      <p:font typeface="Nunito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545FDE-6368-4C99-9D23-35C5D13CB673}">
  <a:tblStyle styleId="{41545FDE-6368-4C99-9D23-35C5D13CB6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4A90269-36C9-4DD1-9D7C-9EBEC8F73D1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Assistant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ssistan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-bold.fntdata"/><Relationship Id="rId30" Type="http://schemas.openxmlformats.org/officeDocument/2006/relationships/font" Target="fonts/PTSans-regular.fntdata"/><Relationship Id="rId11" Type="http://schemas.openxmlformats.org/officeDocument/2006/relationships/slide" Target="slides/slide6.xml"/><Relationship Id="rId33" Type="http://schemas.openxmlformats.org/officeDocument/2006/relationships/font" Target="fonts/PTSans-boldItalic.fntdata"/><Relationship Id="rId10" Type="http://schemas.openxmlformats.org/officeDocument/2006/relationships/slide" Target="slides/slide5.xml"/><Relationship Id="rId32" Type="http://schemas.openxmlformats.org/officeDocument/2006/relationships/font" Target="fonts/PTSans-italic.fntdata"/><Relationship Id="rId13" Type="http://schemas.openxmlformats.org/officeDocument/2006/relationships/slide" Target="slides/slide8.xml"/><Relationship Id="rId35" Type="http://schemas.openxmlformats.org/officeDocument/2006/relationships/font" Target="fonts/NunitoSans-bold.fntdata"/><Relationship Id="rId12" Type="http://schemas.openxmlformats.org/officeDocument/2006/relationships/slide" Target="slides/slide7.xml"/><Relationship Id="rId34" Type="http://schemas.openxmlformats.org/officeDocument/2006/relationships/font" Target="fonts/NunitoSans-regular.fntdata"/><Relationship Id="rId15" Type="http://schemas.openxmlformats.org/officeDocument/2006/relationships/slide" Target="slides/slide10.xml"/><Relationship Id="rId37" Type="http://schemas.openxmlformats.org/officeDocument/2006/relationships/font" Target="fonts/NunitoSans-boldItalic.fntdata"/><Relationship Id="rId14" Type="http://schemas.openxmlformats.org/officeDocument/2006/relationships/slide" Target="slides/slide9.xml"/><Relationship Id="rId36" Type="http://schemas.openxmlformats.org/officeDocument/2006/relationships/font" Target="fonts/Nunito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b6b10eb7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b6b10eb7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 add advisor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b682ea6bda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b682ea6bda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and existing -&gt; 2 minutes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 theory and progress -&gt; ~3 mins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 and future plan-&gt; ~1 min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JC:  What is the shell eco marathon(specifically for hydrogen fuel cell!) Motivation and cool opportunities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Pedagogical benefits of the shell eco marathon </a:t>
            </a:r>
            <a:r>
              <a:rPr b="1" lang="en"/>
              <a:t>ADD WAY MORE REASONS FOR THE INTERDISCIPLINARY NATURE OF THE PROJECT</a:t>
            </a:r>
            <a:endParaRPr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c6cb2bdf0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c6cb2bdf0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JC:  What is the shell eco marathon(specifically for hydrogen fuel cell!) Motivation and cool opportunities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JUMP INTO HOW THE INTERDISCPLINARY ASPECTS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c5de68c94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c5de68c94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JC-&gt; Design constraints listed in our proposal and things we are most concerned by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b7bb555bee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b7bb555bee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BH -&gt; i’ll add pics if needed (by sunday/monday)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b6b10eb79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b6b10eb79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BH-&gt; Ben will probably mention a bunch of stuff concerning the problems with the old car -&gt; this is to connect the new design constraints, the trends for redesigns of the vehicles, and parts of the old car that needed to be rebuilt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 ALSO ADD Motivations for learning how to design a vehicle, 3D printing + machining, how to design for energy efficiency -&gt; where the world is going sustainability wise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 speaking JC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b7bb555bee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b7bb555bee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 [how a hydrogen fuel cell works + necessary checks/troubleshooting with the fuel cell engine works]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MORE ABT THE SUSTAINABILITY ASPECTS AND ELECTRONICS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b7bb555bee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b7bb555bee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 [how fuel efficiency is calculated for the competition and how the model works + future plans for complications if needed] -&gt; would be a good place to link the fue</a:t>
            </a:r>
            <a:r>
              <a:rPr lang="en"/>
              <a:t>l efficiency calculations to the material changes/joint change [maybe next slide in next iteration]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b7bb555bee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b7bb555bee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BH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b7bb555bee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b7bb555bee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BH - Insert SAP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b7bb555bee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b7bb555bee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BH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c4fbf77e52_1_4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c4fbf77e52_1_4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BH - 2 versions of carbon fiber - </a:t>
            </a:r>
            <a:r>
              <a:rPr lang="en"/>
              <a:t>similar</a:t>
            </a:r>
            <a:r>
              <a:rPr lang="en"/>
              <a:t> results with just epoxy. More confidence in the wrapped CF with how it is made. Approximately 400 lbs to rip out metal insert, initially 100-200 for plastic -&gt; at least 400 lbs with hardware. Sloppy weld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b7bb555bee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b7bb555bee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WHAT WE THINK THIS MEANS FOR MATERIALS CHOICES (what we’d recommend) + what future tests may reveal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results -&gt; BH , Cost stuff -&gt; BH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c4fbf77e52_1_4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c4fbf77e52_1_4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JC -&gt; pictures of failed prints, failures from the fuel cell troubleshoots, testing moments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b7bb555bee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b7bb555bee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BH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b7bb555bee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b7bb555bee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722092" y="-1321125"/>
            <a:ext cx="12010140" cy="7684200"/>
            <a:chOff x="-1722092" y="-1321125"/>
            <a:chExt cx="12010140" cy="768420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7150" y="2742825"/>
              <a:ext cx="9450898" cy="3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312202" y="-13211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722092" y="1372925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2409025" y="600900"/>
            <a:ext cx="4570800" cy="28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716025" y="3457100"/>
            <a:ext cx="397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294260" y="99838"/>
            <a:ext cx="8775647" cy="4914907"/>
            <a:chOff x="294260" y="99838"/>
            <a:chExt cx="8775647" cy="4914907"/>
          </a:xfrm>
        </p:grpSpPr>
        <p:grpSp>
          <p:nvGrpSpPr>
            <p:cNvPr id="16" name="Google Shape;16;p2"/>
            <p:cNvGrpSpPr/>
            <p:nvPr/>
          </p:nvGrpSpPr>
          <p:grpSpPr>
            <a:xfrm rot="-6300201">
              <a:off x="7665627" y="221646"/>
              <a:ext cx="1082824" cy="1082536"/>
              <a:chOff x="5604480" y="3862800"/>
              <a:chExt cx="1352880" cy="135252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rect b="b" l="l" r="r" t="t"/>
                <a:pathLst>
                  <a:path extrusionOk="0" h="2592" w="2617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rect b="b" l="l" r="r" t="t"/>
                <a:pathLst>
                  <a:path extrusionOk="0" h="357" w="922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rect b="b" l="l" r="r" t="t"/>
                <a:pathLst>
                  <a:path extrusionOk="0" h="2643" w="3758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rect b="b" l="l" r="r" t="t"/>
                <a:pathLst>
                  <a:path extrusionOk="0" h="204" w="125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rect b="b" l="l" r="r" t="t"/>
                <a:pathLst>
                  <a:path extrusionOk="0" h="409" w="403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rect b="b" l="l" r="r" t="t"/>
                <a:pathLst>
                  <a:path extrusionOk="0" h="3340" w="3339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rect b="b" l="l" r="r" t="t"/>
                <a:pathLst>
                  <a:path extrusionOk="0" h="129" w="13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1425" lIns="90000" spcFirstLastPara="1" rIns="90000" wrap="square" tIns="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7519397" y="3170456"/>
              <a:ext cx="1550510" cy="1844289"/>
              <a:chOff x="5964933" y="1271550"/>
              <a:chExt cx="3226867" cy="3838270"/>
            </a:xfrm>
          </p:grpSpPr>
          <p:grpSp>
            <p:nvGrpSpPr>
              <p:cNvPr id="25" name="Google Shape;25;p2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rect b="b" l="l" r="r" t="t"/>
                  <a:pathLst>
                    <a:path extrusionOk="0" h="1050" w="2115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rect b="b" l="l" r="r" t="t"/>
                  <a:pathLst>
                    <a:path extrusionOk="0" h="676" w="194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rect b="b" l="l" r="r" t="t"/>
                  <a:pathLst>
                    <a:path extrusionOk="0" h="392" w="406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rect b="b" l="l" r="r" t="t"/>
                  <a:pathLst>
                    <a:path extrusionOk="0" h="392" w="407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rect b="b" l="l" r="r" t="t"/>
                  <a:pathLst>
                    <a:path extrusionOk="0" h="2128" w="711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rect b="b" l="l" r="r" t="t"/>
                  <a:pathLst>
                    <a:path extrusionOk="0" h="2128" w="715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rect b="b" l="l" r="r" t="t"/>
                  <a:pathLst>
                    <a:path extrusionOk="0" h="5570" w="3107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rect b="b" l="l" r="r" t="t"/>
                  <a:pathLst>
                    <a:path extrusionOk="0" h="2142" w="1071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rect b="b" l="l" r="r" t="t"/>
                  <a:pathLst>
                    <a:path extrusionOk="0" h="2141" w="1086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" name="Google Shape;39;p2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 rot="4499799">
              <a:off x="427465" y="3795706"/>
              <a:ext cx="1082824" cy="1082536"/>
              <a:chOff x="5604480" y="3862800"/>
              <a:chExt cx="1352880" cy="1352520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rect b="b" l="l" r="r" t="t"/>
                <a:pathLst>
                  <a:path extrusionOk="0" h="2592" w="2617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rect b="b" l="l" r="r" t="t"/>
                <a:pathLst>
                  <a:path extrusionOk="0" h="357" w="922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rect b="b" l="l" r="r" t="t"/>
                <a:pathLst>
                  <a:path extrusionOk="0" h="2643" w="3758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rect b="b" l="l" r="r" t="t"/>
                <a:pathLst>
                  <a:path extrusionOk="0" h="204" w="125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rect b="b" l="l" r="r" t="t"/>
                <a:pathLst>
                  <a:path extrusionOk="0" h="409" w="403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rect b="b" l="l" r="r" t="t"/>
                <a:pathLst>
                  <a:path extrusionOk="0" h="3340" w="3339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rect b="b" l="l" r="r" t="t"/>
                <a:pathLst>
                  <a:path extrusionOk="0" h="129" w="13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1425" lIns="90000" spcFirstLastPara="1" rIns="90000" wrap="square" tIns="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"/>
            <p:cNvGrpSpPr/>
            <p:nvPr/>
          </p:nvGrpSpPr>
          <p:grpSpPr>
            <a:xfrm flipH="1">
              <a:off x="294260" y="121481"/>
              <a:ext cx="1550510" cy="1844289"/>
              <a:chOff x="5964933" y="1271550"/>
              <a:chExt cx="3226867" cy="3838270"/>
            </a:xfrm>
          </p:grpSpPr>
          <p:grpSp>
            <p:nvGrpSpPr>
              <p:cNvPr id="74" name="Google Shape;74;p2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75" name="Google Shape;75;p2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rect b="b" l="l" r="r" t="t"/>
                  <a:pathLst>
                    <a:path extrusionOk="0" h="1050" w="2115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rect b="b" l="l" r="r" t="t"/>
                  <a:pathLst>
                    <a:path extrusionOk="0" h="676" w="194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rect b="b" l="l" r="r" t="t"/>
                  <a:pathLst>
                    <a:path extrusionOk="0" h="392" w="406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rect b="b" l="l" r="r" t="t"/>
                  <a:pathLst>
                    <a:path extrusionOk="0" h="392" w="407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rect b="b" l="l" r="r" t="t"/>
                  <a:pathLst>
                    <a:path extrusionOk="0" h="2128" w="711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rect b="b" l="l" r="r" t="t"/>
                  <a:pathLst>
                    <a:path extrusionOk="0" h="2128" w="715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rect b="b" l="l" r="r" t="t"/>
                  <a:pathLst>
                    <a:path extrusionOk="0" h="5570" w="3107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rect b="b" l="l" r="r" t="t"/>
                  <a:pathLst>
                    <a:path extrusionOk="0" h="2142" w="1071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rect b="b" l="l" r="r" t="t"/>
                  <a:pathLst>
                    <a:path extrusionOk="0" h="2141" w="1086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8" name="Google Shape;88;p2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-236002" y="-1778325"/>
            <a:ext cx="11057449" cy="8446200"/>
            <a:chOff x="-236002" y="-1778325"/>
            <a:chExt cx="11057449" cy="8446200"/>
          </a:xfrm>
        </p:grpSpPr>
        <p:pic>
          <p:nvPicPr>
            <p:cNvPr id="116" name="Google Shape;116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3294" y="-17783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236002" y="3047625"/>
              <a:ext cx="9450898" cy="3620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3"/>
          <p:cNvGrpSpPr/>
          <p:nvPr/>
        </p:nvGrpSpPr>
        <p:grpSpPr>
          <a:xfrm rot="5400000">
            <a:off x="8228452" y="1435562"/>
            <a:ext cx="469800" cy="65160"/>
            <a:chOff x="9146520" y="317880"/>
            <a:chExt cx="469800" cy="65160"/>
          </a:xfrm>
        </p:grpSpPr>
        <p:sp>
          <p:nvSpPr>
            <p:cNvPr id="119" name="Google Shape;119;p3"/>
            <p:cNvSpPr/>
            <p:nvPr/>
          </p:nvSpPr>
          <p:spPr>
            <a:xfrm>
              <a:off x="9146520" y="317880"/>
              <a:ext cx="65160" cy="65160"/>
            </a:xfrm>
            <a:custGeom>
              <a:rect b="b" l="l" r="r" t="t"/>
              <a:pathLst>
                <a:path extrusionOk="0" h="181" w="181">
                  <a:moveTo>
                    <a:pt x="181" y="91"/>
                  </a:moveTo>
                  <a:cubicBezTo>
                    <a:pt x="181" y="141"/>
                    <a:pt x="141" y="181"/>
                    <a:pt x="91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1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9348840" y="317880"/>
              <a:ext cx="65160" cy="65160"/>
            </a:xfrm>
            <a:custGeom>
              <a:rect b="b" l="l" r="r" t="t"/>
              <a:pathLst>
                <a:path extrusionOk="0" h="181" w="181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9551160" y="317880"/>
              <a:ext cx="65160" cy="65160"/>
            </a:xfrm>
            <a:custGeom>
              <a:rect b="b" l="l" r="r" t="t"/>
              <a:pathLst>
                <a:path extrusionOk="0" h="181" w="181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/>
          <p:nvPr>
            <p:ph type="title"/>
          </p:nvPr>
        </p:nvSpPr>
        <p:spPr>
          <a:xfrm>
            <a:off x="5058775" y="2831700"/>
            <a:ext cx="3372000" cy="14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3" name="Google Shape;123;p3"/>
          <p:cNvSpPr txBox="1"/>
          <p:nvPr>
            <p:ph hasCustomPrompt="1" idx="2" type="title"/>
          </p:nvPr>
        </p:nvSpPr>
        <p:spPr>
          <a:xfrm>
            <a:off x="6956275" y="883500"/>
            <a:ext cx="1474500" cy="1093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3"/>
          <p:cNvSpPr/>
          <p:nvPr>
            <p:ph idx="3" type="pic"/>
          </p:nvPr>
        </p:nvSpPr>
        <p:spPr>
          <a:xfrm>
            <a:off x="0" y="0"/>
            <a:ext cx="4124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4"/>
          <p:cNvGrpSpPr/>
          <p:nvPr/>
        </p:nvGrpSpPr>
        <p:grpSpPr>
          <a:xfrm>
            <a:off x="2188782" y="-2920335"/>
            <a:ext cx="10710622" cy="11362112"/>
            <a:chOff x="2188782" y="-2920335"/>
            <a:chExt cx="10710622" cy="11362112"/>
          </a:xfrm>
        </p:grpSpPr>
        <p:pic>
          <p:nvPicPr>
            <p:cNvPr id="127" name="Google Shape;127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9900000">
              <a:off x="3141025" y="-1758976"/>
              <a:ext cx="9450900" cy="3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9899999">
              <a:off x="2514773" y="3370148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4"/>
          <p:cNvGrpSpPr/>
          <p:nvPr/>
        </p:nvGrpSpPr>
        <p:grpSpPr>
          <a:xfrm rot="-5400000">
            <a:off x="445742" y="2449859"/>
            <a:ext cx="469800" cy="65160"/>
            <a:chOff x="9146520" y="317880"/>
            <a:chExt cx="469800" cy="65160"/>
          </a:xfrm>
        </p:grpSpPr>
        <p:sp>
          <p:nvSpPr>
            <p:cNvPr id="130" name="Google Shape;130;p4"/>
            <p:cNvSpPr/>
            <p:nvPr/>
          </p:nvSpPr>
          <p:spPr>
            <a:xfrm>
              <a:off x="9146520" y="317880"/>
              <a:ext cx="65160" cy="65160"/>
            </a:xfrm>
            <a:custGeom>
              <a:rect b="b" l="l" r="r" t="t"/>
              <a:pathLst>
                <a:path extrusionOk="0" h="181" w="181">
                  <a:moveTo>
                    <a:pt x="181" y="91"/>
                  </a:moveTo>
                  <a:cubicBezTo>
                    <a:pt x="181" y="141"/>
                    <a:pt x="141" y="181"/>
                    <a:pt x="91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1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9348840" y="317880"/>
              <a:ext cx="65160" cy="65160"/>
            </a:xfrm>
            <a:custGeom>
              <a:rect b="b" l="l" r="r" t="t"/>
              <a:pathLst>
                <a:path extrusionOk="0" h="181" w="181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9551160" y="317880"/>
              <a:ext cx="65160" cy="65160"/>
            </a:xfrm>
            <a:custGeom>
              <a:rect b="b" l="l" r="r" t="t"/>
              <a:pathLst>
                <a:path extrusionOk="0" h="181" w="181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4"/>
          <p:cNvSpPr txBox="1"/>
          <p:nvPr>
            <p:ph idx="1" type="subTitle"/>
          </p:nvPr>
        </p:nvSpPr>
        <p:spPr>
          <a:xfrm>
            <a:off x="3483550" y="2162163"/>
            <a:ext cx="4940100" cy="17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134" name="Google Shape;134;p4"/>
          <p:cNvSpPr txBox="1"/>
          <p:nvPr>
            <p:ph type="title"/>
          </p:nvPr>
        </p:nvSpPr>
        <p:spPr>
          <a:xfrm>
            <a:off x="3483475" y="1240438"/>
            <a:ext cx="49401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5"/>
          <p:cNvGrpSpPr/>
          <p:nvPr/>
        </p:nvGrpSpPr>
        <p:grpSpPr>
          <a:xfrm>
            <a:off x="2362373" y="-1301775"/>
            <a:ext cx="10028154" cy="8130225"/>
            <a:chOff x="2362373" y="-1301775"/>
            <a:chExt cx="10028154" cy="8130225"/>
          </a:xfrm>
        </p:grpSpPr>
        <p:pic>
          <p:nvPicPr>
            <p:cNvPr id="137" name="Google Shape;13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2760025" y="-1301775"/>
              <a:ext cx="9450898" cy="3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2362373" y="2989150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5"/>
          <p:cNvGrpSpPr/>
          <p:nvPr/>
        </p:nvGrpSpPr>
        <p:grpSpPr>
          <a:xfrm>
            <a:off x="6734210" y="-694116"/>
            <a:ext cx="2394828" cy="2096727"/>
            <a:chOff x="6734210" y="-694116"/>
            <a:chExt cx="2394828" cy="2096727"/>
          </a:xfrm>
        </p:grpSpPr>
        <p:grpSp>
          <p:nvGrpSpPr>
            <p:cNvPr id="140" name="Google Shape;140;p5"/>
            <p:cNvGrpSpPr/>
            <p:nvPr/>
          </p:nvGrpSpPr>
          <p:grpSpPr>
            <a:xfrm rot="1918338">
              <a:off x="6882874" y="-226960"/>
              <a:ext cx="2097501" cy="1162415"/>
              <a:chOff x="4231800" y="869400"/>
              <a:chExt cx="2285280" cy="1266480"/>
            </a:xfrm>
          </p:grpSpPr>
          <p:sp>
            <p:nvSpPr>
              <p:cNvPr id="141" name="Google Shape;141;p5"/>
              <p:cNvSpPr/>
              <p:nvPr/>
            </p:nvSpPr>
            <p:spPr>
              <a:xfrm>
                <a:off x="4301280" y="171972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37" y="0"/>
                    </a:moveTo>
                    <a:lnTo>
                      <a:pt x="37" y="0"/>
                    </a:lnTo>
                    <a:cubicBezTo>
                      <a:pt x="16" y="0"/>
                      <a:pt x="0" y="17"/>
                      <a:pt x="0" y="37"/>
                    </a:cubicBezTo>
                    <a:cubicBezTo>
                      <a:pt x="0" y="259"/>
                      <a:pt x="180" y="439"/>
                      <a:pt x="402" y="439"/>
                    </a:cubicBezTo>
                    <a:cubicBezTo>
                      <a:pt x="422" y="439"/>
                      <a:pt x="439" y="422"/>
                      <a:pt x="439" y="402"/>
                    </a:cubicBezTo>
                    <a:cubicBezTo>
                      <a:pt x="439" y="392"/>
                      <a:pt x="435" y="383"/>
                      <a:pt x="428" y="376"/>
                    </a:cubicBezTo>
                    <a:lnTo>
                      <a:pt x="63" y="11"/>
                    </a:lnTo>
                    <a:cubicBezTo>
                      <a:pt x="56" y="4"/>
                      <a:pt x="47" y="0"/>
                      <a:pt x="37" y="0"/>
                    </a:cubicBezTo>
                    <a:moveTo>
                      <a:pt x="37" y="18"/>
                    </a:moveTo>
                    <a:cubicBezTo>
                      <a:pt x="42" y="18"/>
                      <a:pt x="47" y="19"/>
                      <a:pt x="51" y="23"/>
                    </a:cubicBezTo>
                    <a:lnTo>
                      <a:pt x="416" y="388"/>
                    </a:lnTo>
                    <a:cubicBezTo>
                      <a:pt x="419" y="392"/>
                      <a:pt x="421" y="397"/>
                      <a:pt x="421" y="402"/>
                    </a:cubicBezTo>
                    <a:cubicBezTo>
                      <a:pt x="421" y="412"/>
                      <a:pt x="414" y="422"/>
                      <a:pt x="402" y="422"/>
                    </a:cubicBezTo>
                    <a:cubicBezTo>
                      <a:pt x="189" y="422"/>
                      <a:pt x="17" y="249"/>
                      <a:pt x="17" y="37"/>
                    </a:cubicBezTo>
                    <a:cubicBezTo>
                      <a:pt x="17" y="25"/>
                      <a:pt x="27" y="18"/>
                      <a:pt x="3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4301280" y="112716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402" y="0"/>
                    </a:moveTo>
                    <a:cubicBezTo>
                      <a:pt x="180" y="0"/>
                      <a:pt x="0" y="180"/>
                      <a:pt x="0" y="402"/>
                    </a:cubicBezTo>
                    <a:cubicBezTo>
                      <a:pt x="0" y="423"/>
                      <a:pt x="16" y="439"/>
                      <a:pt x="37" y="439"/>
                    </a:cubicBezTo>
                    <a:cubicBezTo>
                      <a:pt x="47" y="439"/>
                      <a:pt x="56" y="435"/>
                      <a:pt x="63" y="429"/>
                    </a:cubicBezTo>
                    <a:lnTo>
                      <a:pt x="428" y="64"/>
                    </a:lnTo>
                    <a:cubicBezTo>
                      <a:pt x="435" y="57"/>
                      <a:pt x="439" y="47"/>
                      <a:pt x="439" y="37"/>
                    </a:cubicBezTo>
                    <a:cubicBezTo>
                      <a:pt x="439" y="17"/>
                      <a:pt x="422" y="0"/>
                      <a:pt x="402" y="0"/>
                    </a:cubicBezTo>
                    <a:moveTo>
                      <a:pt x="402" y="18"/>
                    </a:moveTo>
                    <a:cubicBezTo>
                      <a:pt x="414" y="18"/>
                      <a:pt x="421" y="28"/>
                      <a:pt x="421" y="37"/>
                    </a:cubicBezTo>
                    <a:cubicBezTo>
                      <a:pt x="421" y="42"/>
                      <a:pt x="420" y="47"/>
                      <a:pt x="416" y="51"/>
                    </a:cubicBezTo>
                    <a:lnTo>
                      <a:pt x="51" y="416"/>
                    </a:lnTo>
                    <a:cubicBezTo>
                      <a:pt x="47" y="420"/>
                      <a:pt x="42" y="422"/>
                      <a:pt x="37" y="422"/>
                    </a:cubicBezTo>
                    <a:cubicBezTo>
                      <a:pt x="27" y="422"/>
                      <a:pt x="17" y="414"/>
                      <a:pt x="17" y="402"/>
                    </a:cubicBezTo>
                    <a:cubicBezTo>
                      <a:pt x="17" y="190"/>
                      <a:pt x="189" y="18"/>
                      <a:pt x="402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5786280" y="194796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391" y="0"/>
                    </a:moveTo>
                    <a:lnTo>
                      <a:pt x="373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412"/>
                    </a:lnTo>
                    <a:cubicBezTo>
                      <a:pt x="0" y="441"/>
                      <a:pt x="12" y="469"/>
                      <a:pt x="32" y="490"/>
                    </a:cubicBezTo>
                    <a:cubicBezTo>
                      <a:pt x="53" y="510"/>
                      <a:pt x="81" y="522"/>
                      <a:pt x="109" y="522"/>
                    </a:cubicBezTo>
                    <a:cubicBezTo>
                      <a:pt x="149" y="522"/>
                      <a:pt x="185" y="501"/>
                      <a:pt x="204" y="467"/>
                    </a:cubicBezTo>
                    <a:lnTo>
                      <a:pt x="329" y="248"/>
                    </a:lnTo>
                    <a:cubicBezTo>
                      <a:pt x="369" y="177"/>
                      <a:pt x="391" y="98"/>
                      <a:pt x="391" y="17"/>
                    </a:cubicBezTo>
                    <a:lnTo>
                      <a:pt x="391" y="0"/>
                    </a:lnTo>
                    <a:moveTo>
                      <a:pt x="373" y="17"/>
                    </a:moveTo>
                    <a:cubicBezTo>
                      <a:pt x="373" y="95"/>
                      <a:pt x="353" y="171"/>
                      <a:pt x="314" y="239"/>
                    </a:cubicBezTo>
                    <a:lnTo>
                      <a:pt x="189" y="458"/>
                    </a:lnTo>
                    <a:cubicBezTo>
                      <a:pt x="173" y="486"/>
                      <a:pt x="142" y="504"/>
                      <a:pt x="109" y="504"/>
                    </a:cubicBezTo>
                    <a:cubicBezTo>
                      <a:pt x="84" y="504"/>
                      <a:pt x="61" y="494"/>
                      <a:pt x="45" y="477"/>
                    </a:cubicBezTo>
                    <a:cubicBezTo>
                      <a:pt x="28" y="461"/>
                      <a:pt x="18" y="437"/>
                      <a:pt x="18" y="412"/>
                    </a:cubicBezTo>
                    <a:lnTo>
                      <a:pt x="18" y="17"/>
                    </a:lnTo>
                    <a:lnTo>
                      <a:pt x="373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5786280" y="86940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109" y="0"/>
                    </a:moveTo>
                    <a:cubicBezTo>
                      <a:pt x="81" y="0"/>
                      <a:pt x="53" y="11"/>
                      <a:pt x="32" y="31"/>
                    </a:cubicBezTo>
                    <a:cubicBezTo>
                      <a:pt x="11" y="52"/>
                      <a:pt x="0" y="80"/>
                      <a:pt x="0" y="109"/>
                    </a:cubicBezTo>
                    <a:lnTo>
                      <a:pt x="0" y="504"/>
                    </a:lnTo>
                    <a:lnTo>
                      <a:pt x="0" y="522"/>
                    </a:lnTo>
                    <a:lnTo>
                      <a:pt x="18" y="522"/>
                    </a:lnTo>
                    <a:lnTo>
                      <a:pt x="373" y="522"/>
                    </a:lnTo>
                    <a:lnTo>
                      <a:pt x="391" y="522"/>
                    </a:lnTo>
                    <a:lnTo>
                      <a:pt x="391" y="504"/>
                    </a:lnTo>
                    <a:cubicBezTo>
                      <a:pt x="391" y="424"/>
                      <a:pt x="369" y="344"/>
                      <a:pt x="329" y="274"/>
                    </a:cubicBezTo>
                    <a:lnTo>
                      <a:pt x="204" y="55"/>
                    </a:lnTo>
                    <a:cubicBezTo>
                      <a:pt x="185" y="21"/>
                      <a:pt x="149" y="0"/>
                      <a:pt x="109" y="0"/>
                    </a:cubicBezTo>
                    <a:moveTo>
                      <a:pt x="109" y="17"/>
                    </a:moveTo>
                    <a:cubicBezTo>
                      <a:pt x="142" y="17"/>
                      <a:pt x="173" y="35"/>
                      <a:pt x="189" y="63"/>
                    </a:cubicBezTo>
                    <a:lnTo>
                      <a:pt x="314" y="282"/>
                    </a:lnTo>
                    <a:cubicBezTo>
                      <a:pt x="353" y="350"/>
                      <a:pt x="373" y="426"/>
                      <a:pt x="373" y="504"/>
                    </a:cubicBezTo>
                    <a:lnTo>
                      <a:pt x="18" y="504"/>
                    </a:lnTo>
                    <a:lnTo>
                      <a:pt x="18" y="109"/>
                    </a:lnTo>
                    <a:cubicBezTo>
                      <a:pt x="18" y="83"/>
                      <a:pt x="28" y="61"/>
                      <a:pt x="45" y="44"/>
                    </a:cubicBezTo>
                    <a:cubicBezTo>
                      <a:pt x="61" y="27"/>
                      <a:pt x="84" y="17"/>
                      <a:pt x="109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6213240" y="1121760"/>
                <a:ext cx="196920" cy="156600"/>
              </a:xfrm>
              <a:custGeom>
                <a:rect b="b" l="l" r="r" t="t"/>
                <a:pathLst>
                  <a:path extrusionOk="0" h="435" w="547">
                    <a:moveTo>
                      <a:pt x="52" y="0"/>
                    </a:moveTo>
                    <a:lnTo>
                      <a:pt x="52" y="0"/>
                    </a:lnTo>
                    <a:cubicBezTo>
                      <a:pt x="24" y="0"/>
                      <a:pt x="0" y="23"/>
                      <a:pt x="0" y="52"/>
                    </a:cubicBezTo>
                    <a:lnTo>
                      <a:pt x="0" y="169"/>
                    </a:lnTo>
                    <a:cubicBezTo>
                      <a:pt x="0" y="316"/>
                      <a:pt x="119" y="435"/>
                      <a:pt x="266" y="435"/>
                    </a:cubicBezTo>
                    <a:lnTo>
                      <a:pt x="494" y="435"/>
                    </a:lnTo>
                    <a:cubicBezTo>
                      <a:pt x="513" y="435"/>
                      <a:pt x="531" y="424"/>
                      <a:pt x="540" y="407"/>
                    </a:cubicBezTo>
                    <a:cubicBezTo>
                      <a:pt x="550" y="389"/>
                      <a:pt x="549" y="368"/>
                      <a:pt x="538" y="352"/>
                    </a:cubicBezTo>
                    <a:cubicBezTo>
                      <a:pt x="424" y="187"/>
                      <a:pt x="258" y="63"/>
                      <a:pt x="68" y="2"/>
                    </a:cubicBezTo>
                    <a:cubicBezTo>
                      <a:pt x="63" y="0"/>
                      <a:pt x="58" y="0"/>
                      <a:pt x="52" y="0"/>
                    </a:cubicBezTo>
                    <a:moveTo>
                      <a:pt x="52" y="17"/>
                    </a:moveTo>
                    <a:cubicBezTo>
                      <a:pt x="56" y="17"/>
                      <a:pt x="59" y="18"/>
                      <a:pt x="63" y="19"/>
                    </a:cubicBezTo>
                    <a:cubicBezTo>
                      <a:pt x="252" y="80"/>
                      <a:pt x="413" y="202"/>
                      <a:pt x="523" y="362"/>
                    </a:cubicBezTo>
                    <a:cubicBezTo>
                      <a:pt x="539" y="385"/>
                      <a:pt x="522" y="418"/>
                      <a:pt x="494" y="418"/>
                    </a:cubicBezTo>
                    <a:lnTo>
                      <a:pt x="266" y="418"/>
                    </a:lnTo>
                    <a:cubicBezTo>
                      <a:pt x="129" y="418"/>
                      <a:pt x="18" y="306"/>
                      <a:pt x="18" y="169"/>
                    </a:cubicBezTo>
                    <a:lnTo>
                      <a:pt x="18" y="52"/>
                    </a:lnTo>
                    <a:cubicBezTo>
                      <a:pt x="18" y="33"/>
                      <a:pt x="34" y="17"/>
                      <a:pt x="52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6213240" y="1726560"/>
                <a:ext cx="196920" cy="156960"/>
              </a:xfrm>
              <a:custGeom>
                <a:rect b="b" l="l" r="r" t="t"/>
                <a:pathLst>
                  <a:path extrusionOk="0" h="436" w="547">
                    <a:moveTo>
                      <a:pt x="494" y="0"/>
                    </a:moveTo>
                    <a:lnTo>
                      <a:pt x="266" y="0"/>
                    </a:lnTo>
                    <a:cubicBezTo>
                      <a:pt x="119" y="0"/>
                      <a:pt x="0" y="119"/>
                      <a:pt x="0" y="266"/>
                    </a:cubicBezTo>
                    <a:lnTo>
                      <a:pt x="0" y="383"/>
                    </a:lnTo>
                    <a:cubicBezTo>
                      <a:pt x="0" y="412"/>
                      <a:pt x="24" y="436"/>
                      <a:pt x="52" y="436"/>
                    </a:cubicBezTo>
                    <a:cubicBezTo>
                      <a:pt x="58" y="436"/>
                      <a:pt x="63" y="435"/>
                      <a:pt x="68" y="433"/>
                    </a:cubicBezTo>
                    <a:cubicBezTo>
                      <a:pt x="257" y="372"/>
                      <a:pt x="424" y="248"/>
                      <a:pt x="537" y="83"/>
                    </a:cubicBezTo>
                    <a:cubicBezTo>
                      <a:pt x="549" y="67"/>
                      <a:pt x="550" y="46"/>
                      <a:pt x="540" y="28"/>
                    </a:cubicBezTo>
                    <a:cubicBezTo>
                      <a:pt x="531" y="11"/>
                      <a:pt x="513" y="0"/>
                      <a:pt x="494" y="0"/>
                    </a:cubicBezTo>
                    <a:moveTo>
                      <a:pt x="494" y="18"/>
                    </a:moveTo>
                    <a:cubicBezTo>
                      <a:pt x="522" y="18"/>
                      <a:pt x="539" y="49"/>
                      <a:pt x="523" y="73"/>
                    </a:cubicBezTo>
                    <a:cubicBezTo>
                      <a:pt x="413" y="233"/>
                      <a:pt x="252" y="356"/>
                      <a:pt x="63" y="416"/>
                    </a:cubicBezTo>
                    <a:cubicBezTo>
                      <a:pt x="59" y="418"/>
                      <a:pt x="56" y="418"/>
                      <a:pt x="52" y="418"/>
                    </a:cubicBezTo>
                    <a:cubicBezTo>
                      <a:pt x="34" y="418"/>
                      <a:pt x="18" y="402"/>
                      <a:pt x="18" y="383"/>
                    </a:cubicBezTo>
                    <a:lnTo>
                      <a:pt x="18" y="266"/>
                    </a:lnTo>
                    <a:cubicBezTo>
                      <a:pt x="18" y="129"/>
                      <a:pt x="129" y="18"/>
                      <a:pt x="266" y="18"/>
                    </a:cubicBezTo>
                    <a:lnTo>
                      <a:pt x="494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6423480" y="1396440"/>
                <a:ext cx="51120" cy="212040"/>
              </a:xfrm>
              <a:custGeom>
                <a:rect b="b" l="l" r="r" t="t"/>
                <a:pathLst>
                  <a:path extrusionOk="0" h="589" w="142">
                    <a:moveTo>
                      <a:pt x="72" y="0"/>
                    </a:moveTo>
                    <a:cubicBezTo>
                      <a:pt x="32" y="0"/>
                      <a:pt x="0" y="32"/>
                      <a:pt x="0" y="71"/>
                    </a:cubicBezTo>
                    <a:lnTo>
                      <a:pt x="0" y="518"/>
                    </a:lnTo>
                    <a:cubicBezTo>
                      <a:pt x="0" y="557"/>
                      <a:pt x="32" y="589"/>
                      <a:pt x="72" y="589"/>
                    </a:cubicBezTo>
                    <a:cubicBezTo>
                      <a:pt x="111" y="589"/>
                      <a:pt x="142" y="557"/>
                      <a:pt x="142" y="518"/>
                    </a:cubicBezTo>
                    <a:lnTo>
                      <a:pt x="142" y="71"/>
                    </a:lnTo>
                    <a:cubicBezTo>
                      <a:pt x="142" y="32"/>
                      <a:pt x="111" y="0"/>
                      <a:pt x="72" y="0"/>
                    </a:cubicBezTo>
                    <a:moveTo>
                      <a:pt x="72" y="18"/>
                    </a:moveTo>
                    <a:cubicBezTo>
                      <a:pt x="101" y="18"/>
                      <a:pt x="125" y="42"/>
                      <a:pt x="125" y="71"/>
                    </a:cubicBezTo>
                    <a:lnTo>
                      <a:pt x="125" y="518"/>
                    </a:lnTo>
                    <a:cubicBezTo>
                      <a:pt x="125" y="548"/>
                      <a:pt x="101" y="572"/>
                      <a:pt x="72" y="572"/>
                    </a:cubicBezTo>
                    <a:cubicBezTo>
                      <a:pt x="42" y="572"/>
                      <a:pt x="18" y="548"/>
                      <a:pt x="18" y="518"/>
                    </a:cubicBezTo>
                    <a:lnTo>
                      <a:pt x="18" y="71"/>
                    </a:lnTo>
                    <a:cubicBezTo>
                      <a:pt x="18" y="42"/>
                      <a:pt x="42" y="18"/>
                      <a:pt x="72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5976720" y="1364040"/>
                <a:ext cx="437760" cy="277200"/>
              </a:xfrm>
              <a:custGeom>
                <a:rect b="b" l="l" r="r" t="t"/>
                <a:pathLst>
                  <a:path extrusionOk="0" h="770" w="1216">
                    <a:moveTo>
                      <a:pt x="885" y="0"/>
                    </a:moveTo>
                    <a:lnTo>
                      <a:pt x="20" y="0"/>
                    </a:lnTo>
                    <a:lnTo>
                      <a:pt x="0" y="0"/>
                    </a:lnTo>
                    <a:lnTo>
                      <a:pt x="3" y="20"/>
                    </a:lnTo>
                    <a:cubicBezTo>
                      <a:pt x="38" y="262"/>
                      <a:pt x="38" y="507"/>
                      <a:pt x="3" y="750"/>
                    </a:cubicBezTo>
                    <a:lnTo>
                      <a:pt x="0" y="770"/>
                    </a:lnTo>
                    <a:lnTo>
                      <a:pt x="20" y="770"/>
                    </a:lnTo>
                    <a:lnTo>
                      <a:pt x="885" y="770"/>
                    </a:lnTo>
                    <a:cubicBezTo>
                      <a:pt x="1067" y="770"/>
                      <a:pt x="1216" y="621"/>
                      <a:pt x="1216" y="439"/>
                    </a:cubicBezTo>
                    <a:lnTo>
                      <a:pt x="1216" y="330"/>
                    </a:lnTo>
                    <a:cubicBezTo>
                      <a:pt x="1216" y="148"/>
                      <a:pt x="1067" y="0"/>
                      <a:pt x="885" y="0"/>
                    </a:cubicBezTo>
                    <a:moveTo>
                      <a:pt x="885" y="17"/>
                    </a:moveTo>
                    <a:cubicBezTo>
                      <a:pt x="1058" y="17"/>
                      <a:pt x="1198" y="157"/>
                      <a:pt x="1198" y="330"/>
                    </a:cubicBezTo>
                    <a:lnTo>
                      <a:pt x="1198" y="439"/>
                    </a:lnTo>
                    <a:cubicBezTo>
                      <a:pt x="1198" y="612"/>
                      <a:pt x="1058" y="752"/>
                      <a:pt x="885" y="752"/>
                    </a:cubicBezTo>
                    <a:lnTo>
                      <a:pt x="20" y="752"/>
                    </a:lnTo>
                    <a:cubicBezTo>
                      <a:pt x="55" y="508"/>
                      <a:pt x="55" y="261"/>
                      <a:pt x="20" y="17"/>
                    </a:cubicBezTo>
                    <a:lnTo>
                      <a:pt x="885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4660920" y="1137600"/>
                <a:ext cx="1010520" cy="116280"/>
              </a:xfrm>
              <a:custGeom>
                <a:rect b="b" l="l" r="r" t="t"/>
                <a:pathLst>
                  <a:path extrusionOk="0" h="323" w="2807">
                    <a:moveTo>
                      <a:pt x="2807" y="0"/>
                    </a:moveTo>
                    <a:lnTo>
                      <a:pt x="2714" y="0"/>
                    </a:lnTo>
                    <a:lnTo>
                      <a:pt x="67" y="0"/>
                    </a:lnTo>
                    <a:lnTo>
                      <a:pt x="0" y="0"/>
                    </a:lnTo>
                    <a:lnTo>
                      <a:pt x="58" y="33"/>
                    </a:lnTo>
                    <a:lnTo>
                      <a:pt x="316" y="179"/>
                    </a:lnTo>
                    <a:cubicBezTo>
                      <a:pt x="482" y="273"/>
                      <a:pt x="670" y="323"/>
                      <a:pt x="861" y="323"/>
                    </a:cubicBezTo>
                    <a:lnTo>
                      <a:pt x="1777" y="323"/>
                    </a:lnTo>
                    <a:cubicBezTo>
                      <a:pt x="1911" y="323"/>
                      <a:pt x="2043" y="298"/>
                      <a:pt x="2169" y="251"/>
                    </a:cubicBezTo>
                    <a:lnTo>
                      <a:pt x="2720" y="34"/>
                    </a:lnTo>
                    <a:lnTo>
                      <a:pt x="2807" y="0"/>
                    </a:lnTo>
                    <a:moveTo>
                      <a:pt x="2714" y="18"/>
                    </a:moveTo>
                    <a:lnTo>
                      <a:pt x="2163" y="234"/>
                    </a:lnTo>
                    <a:cubicBezTo>
                      <a:pt x="2040" y="281"/>
                      <a:pt x="1909" y="305"/>
                      <a:pt x="1777" y="305"/>
                    </a:cubicBezTo>
                    <a:lnTo>
                      <a:pt x="861" y="305"/>
                    </a:lnTo>
                    <a:cubicBezTo>
                      <a:pt x="673" y="305"/>
                      <a:pt x="488" y="256"/>
                      <a:pt x="325" y="164"/>
                    </a:cubicBezTo>
                    <a:lnTo>
                      <a:pt x="67" y="18"/>
                    </a:lnTo>
                    <a:lnTo>
                      <a:pt x="2714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4660920" y="1751400"/>
                <a:ext cx="1010520" cy="115920"/>
              </a:xfrm>
              <a:custGeom>
                <a:rect b="b" l="l" r="r" t="t"/>
                <a:pathLst>
                  <a:path extrusionOk="0" h="322" w="2807">
                    <a:moveTo>
                      <a:pt x="1777" y="0"/>
                    </a:moveTo>
                    <a:lnTo>
                      <a:pt x="861" y="0"/>
                    </a:lnTo>
                    <a:cubicBezTo>
                      <a:pt x="670" y="0"/>
                      <a:pt x="482" y="49"/>
                      <a:pt x="316" y="143"/>
                    </a:cubicBezTo>
                    <a:lnTo>
                      <a:pt x="58" y="289"/>
                    </a:lnTo>
                    <a:lnTo>
                      <a:pt x="0" y="322"/>
                    </a:lnTo>
                    <a:lnTo>
                      <a:pt x="67" y="322"/>
                    </a:lnTo>
                    <a:lnTo>
                      <a:pt x="2714" y="322"/>
                    </a:lnTo>
                    <a:lnTo>
                      <a:pt x="2807" y="322"/>
                    </a:lnTo>
                    <a:lnTo>
                      <a:pt x="2720" y="288"/>
                    </a:lnTo>
                    <a:lnTo>
                      <a:pt x="2169" y="71"/>
                    </a:lnTo>
                    <a:cubicBezTo>
                      <a:pt x="2043" y="24"/>
                      <a:pt x="1911" y="0"/>
                      <a:pt x="1777" y="0"/>
                    </a:cubicBezTo>
                    <a:moveTo>
                      <a:pt x="1777" y="17"/>
                    </a:moveTo>
                    <a:cubicBezTo>
                      <a:pt x="1909" y="17"/>
                      <a:pt x="2040" y="41"/>
                      <a:pt x="2163" y="88"/>
                    </a:cubicBezTo>
                    <a:lnTo>
                      <a:pt x="2714" y="304"/>
                    </a:lnTo>
                    <a:lnTo>
                      <a:pt x="67" y="304"/>
                    </a:lnTo>
                    <a:lnTo>
                      <a:pt x="325" y="158"/>
                    </a:lnTo>
                    <a:cubicBezTo>
                      <a:pt x="488" y="66"/>
                      <a:pt x="673" y="17"/>
                      <a:pt x="861" y="17"/>
                    </a:cubicBezTo>
                    <a:lnTo>
                      <a:pt x="1777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5585040" y="1137960"/>
                <a:ext cx="389160" cy="729360"/>
              </a:xfrm>
              <a:custGeom>
                <a:rect b="b" l="l" r="r" t="t"/>
                <a:pathLst>
                  <a:path extrusionOk="0" h="2026" w="1081">
                    <a:moveTo>
                      <a:pt x="748" y="0"/>
                    </a:moveTo>
                    <a:lnTo>
                      <a:pt x="748" y="0"/>
                    </a:lnTo>
                    <a:cubicBezTo>
                      <a:pt x="725" y="0"/>
                      <a:pt x="701" y="3"/>
                      <a:pt x="679" y="10"/>
                    </a:cubicBezTo>
                    <a:lnTo>
                      <a:pt x="167" y="159"/>
                    </a:lnTo>
                    <a:cubicBezTo>
                      <a:pt x="62" y="190"/>
                      <a:pt x="-8" y="292"/>
                      <a:pt x="1" y="402"/>
                    </a:cubicBezTo>
                    <a:lnTo>
                      <a:pt x="40" y="845"/>
                    </a:lnTo>
                    <a:cubicBezTo>
                      <a:pt x="50" y="956"/>
                      <a:pt x="50" y="1069"/>
                      <a:pt x="40" y="1180"/>
                    </a:cubicBezTo>
                    <a:lnTo>
                      <a:pt x="1" y="1624"/>
                    </a:lnTo>
                    <a:cubicBezTo>
                      <a:pt x="-8" y="1733"/>
                      <a:pt x="62" y="1835"/>
                      <a:pt x="167" y="1866"/>
                    </a:cubicBezTo>
                    <a:lnTo>
                      <a:pt x="679" y="2016"/>
                    </a:lnTo>
                    <a:cubicBezTo>
                      <a:pt x="701" y="2022"/>
                      <a:pt x="725" y="2026"/>
                      <a:pt x="748" y="2026"/>
                    </a:cubicBezTo>
                    <a:cubicBezTo>
                      <a:pt x="867" y="2026"/>
                      <a:pt x="970" y="1937"/>
                      <a:pt x="989" y="1819"/>
                    </a:cubicBezTo>
                    <a:lnTo>
                      <a:pt x="1052" y="1405"/>
                    </a:lnTo>
                    <a:lnTo>
                      <a:pt x="1053" y="1394"/>
                    </a:lnTo>
                    <a:lnTo>
                      <a:pt x="1055" y="1383"/>
                    </a:lnTo>
                    <a:cubicBezTo>
                      <a:pt x="1090" y="1137"/>
                      <a:pt x="1090" y="888"/>
                      <a:pt x="1055" y="643"/>
                    </a:cubicBezTo>
                    <a:lnTo>
                      <a:pt x="1053" y="631"/>
                    </a:lnTo>
                    <a:lnTo>
                      <a:pt x="1052" y="620"/>
                    </a:lnTo>
                    <a:lnTo>
                      <a:pt x="989" y="206"/>
                    </a:lnTo>
                    <a:cubicBezTo>
                      <a:pt x="970" y="89"/>
                      <a:pt x="867" y="0"/>
                      <a:pt x="748" y="0"/>
                    </a:cubicBezTo>
                    <a:moveTo>
                      <a:pt x="748" y="17"/>
                    </a:moveTo>
                    <a:cubicBezTo>
                      <a:pt x="856" y="17"/>
                      <a:pt x="954" y="96"/>
                      <a:pt x="971" y="209"/>
                    </a:cubicBezTo>
                    <a:lnTo>
                      <a:pt x="1034" y="623"/>
                    </a:lnTo>
                    <a:cubicBezTo>
                      <a:pt x="1035" y="630"/>
                      <a:pt x="1036" y="638"/>
                      <a:pt x="1037" y="645"/>
                    </a:cubicBezTo>
                    <a:cubicBezTo>
                      <a:pt x="1073" y="889"/>
                      <a:pt x="1073" y="1136"/>
                      <a:pt x="1037" y="1380"/>
                    </a:cubicBezTo>
                    <a:cubicBezTo>
                      <a:pt x="1036" y="1387"/>
                      <a:pt x="1035" y="1395"/>
                      <a:pt x="1034" y="1403"/>
                    </a:cubicBezTo>
                    <a:lnTo>
                      <a:pt x="971" y="1816"/>
                    </a:lnTo>
                    <a:cubicBezTo>
                      <a:pt x="954" y="1929"/>
                      <a:pt x="856" y="2008"/>
                      <a:pt x="748" y="2008"/>
                    </a:cubicBezTo>
                    <a:cubicBezTo>
                      <a:pt x="727" y="2008"/>
                      <a:pt x="705" y="2005"/>
                      <a:pt x="684" y="1999"/>
                    </a:cubicBezTo>
                    <a:lnTo>
                      <a:pt x="172" y="1849"/>
                    </a:lnTo>
                    <a:cubicBezTo>
                      <a:pt x="74" y="1821"/>
                      <a:pt x="10" y="1727"/>
                      <a:pt x="19" y="1625"/>
                    </a:cubicBezTo>
                    <a:lnTo>
                      <a:pt x="57" y="1181"/>
                    </a:lnTo>
                    <a:cubicBezTo>
                      <a:pt x="67" y="1069"/>
                      <a:pt x="67" y="956"/>
                      <a:pt x="57" y="844"/>
                    </a:cubicBezTo>
                    <a:lnTo>
                      <a:pt x="19" y="400"/>
                    </a:lnTo>
                    <a:cubicBezTo>
                      <a:pt x="10" y="298"/>
                      <a:pt x="74" y="205"/>
                      <a:pt x="172" y="176"/>
                    </a:cubicBezTo>
                    <a:lnTo>
                      <a:pt x="684" y="26"/>
                    </a:lnTo>
                    <a:cubicBezTo>
                      <a:pt x="705" y="20"/>
                      <a:pt x="727" y="17"/>
                      <a:pt x="748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4477680" y="1137960"/>
                <a:ext cx="258840" cy="729360"/>
              </a:xfrm>
              <a:custGeom>
                <a:rect b="b" l="l" r="r" t="t"/>
                <a:pathLst>
                  <a:path extrusionOk="0" h="2026" w="719">
                    <a:moveTo>
                      <a:pt x="224" y="0"/>
                    </a:moveTo>
                    <a:lnTo>
                      <a:pt x="224" y="0"/>
                    </a:lnTo>
                    <a:cubicBezTo>
                      <a:pt x="141" y="0"/>
                      <a:pt x="72" y="87"/>
                      <a:pt x="60" y="207"/>
                    </a:cubicBezTo>
                    <a:lnTo>
                      <a:pt x="19" y="621"/>
                    </a:lnTo>
                    <a:cubicBezTo>
                      <a:pt x="-7" y="881"/>
                      <a:pt x="-7" y="1144"/>
                      <a:pt x="19" y="1404"/>
                    </a:cubicBezTo>
                    <a:lnTo>
                      <a:pt x="60" y="1818"/>
                    </a:lnTo>
                    <a:cubicBezTo>
                      <a:pt x="72" y="1938"/>
                      <a:pt x="141" y="2026"/>
                      <a:pt x="224" y="2026"/>
                    </a:cubicBezTo>
                    <a:cubicBezTo>
                      <a:pt x="240" y="2026"/>
                      <a:pt x="257" y="2022"/>
                      <a:pt x="273" y="2015"/>
                    </a:cubicBezTo>
                    <a:lnTo>
                      <a:pt x="607" y="1865"/>
                    </a:lnTo>
                    <a:cubicBezTo>
                      <a:pt x="679" y="1833"/>
                      <a:pt x="724" y="1734"/>
                      <a:pt x="718" y="1624"/>
                    </a:cubicBezTo>
                    <a:lnTo>
                      <a:pt x="693" y="1180"/>
                    </a:lnTo>
                    <a:cubicBezTo>
                      <a:pt x="687" y="1069"/>
                      <a:pt x="687" y="956"/>
                      <a:pt x="693" y="845"/>
                    </a:cubicBezTo>
                    <a:lnTo>
                      <a:pt x="718" y="401"/>
                    </a:lnTo>
                    <a:cubicBezTo>
                      <a:pt x="724" y="291"/>
                      <a:pt x="679" y="192"/>
                      <a:pt x="607" y="160"/>
                    </a:cubicBezTo>
                    <a:lnTo>
                      <a:pt x="273" y="10"/>
                    </a:lnTo>
                    <a:cubicBezTo>
                      <a:pt x="257" y="3"/>
                      <a:pt x="240" y="0"/>
                      <a:pt x="224" y="0"/>
                    </a:cubicBezTo>
                    <a:moveTo>
                      <a:pt x="224" y="17"/>
                    </a:moveTo>
                    <a:cubicBezTo>
                      <a:pt x="238" y="17"/>
                      <a:pt x="252" y="20"/>
                      <a:pt x="266" y="26"/>
                    </a:cubicBezTo>
                    <a:lnTo>
                      <a:pt x="600" y="176"/>
                    </a:lnTo>
                    <a:cubicBezTo>
                      <a:pt x="664" y="205"/>
                      <a:pt x="706" y="298"/>
                      <a:pt x="700" y="400"/>
                    </a:cubicBezTo>
                    <a:lnTo>
                      <a:pt x="675" y="844"/>
                    </a:lnTo>
                    <a:cubicBezTo>
                      <a:pt x="669" y="956"/>
                      <a:pt x="669" y="1069"/>
                      <a:pt x="675" y="1181"/>
                    </a:cubicBezTo>
                    <a:lnTo>
                      <a:pt x="700" y="1625"/>
                    </a:lnTo>
                    <a:cubicBezTo>
                      <a:pt x="706" y="1727"/>
                      <a:pt x="664" y="1821"/>
                      <a:pt x="600" y="1849"/>
                    </a:cubicBezTo>
                    <a:lnTo>
                      <a:pt x="266" y="1999"/>
                    </a:lnTo>
                    <a:cubicBezTo>
                      <a:pt x="252" y="2005"/>
                      <a:pt x="238" y="2008"/>
                      <a:pt x="224" y="2008"/>
                    </a:cubicBezTo>
                    <a:cubicBezTo>
                      <a:pt x="153" y="2008"/>
                      <a:pt x="89" y="1929"/>
                      <a:pt x="78" y="1816"/>
                    </a:cubicBezTo>
                    <a:lnTo>
                      <a:pt x="36" y="1403"/>
                    </a:lnTo>
                    <a:cubicBezTo>
                      <a:pt x="11" y="1144"/>
                      <a:pt x="11" y="881"/>
                      <a:pt x="36" y="623"/>
                    </a:cubicBezTo>
                    <a:lnTo>
                      <a:pt x="78" y="209"/>
                    </a:lnTo>
                    <a:cubicBezTo>
                      <a:pt x="89" y="96"/>
                      <a:pt x="153" y="17"/>
                      <a:pt x="224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4231800" y="1063440"/>
                <a:ext cx="2285280" cy="878040"/>
              </a:xfrm>
              <a:custGeom>
                <a:rect b="b" l="l" r="r" t="t"/>
                <a:pathLst>
                  <a:path extrusionOk="0" h="2439" w="6348">
                    <a:moveTo>
                      <a:pt x="5640" y="0"/>
                    </a:moveTo>
                    <a:lnTo>
                      <a:pt x="453" y="0"/>
                    </a:lnTo>
                    <a:cubicBezTo>
                      <a:pt x="203" y="0"/>
                      <a:pt x="0" y="203"/>
                      <a:pt x="0" y="453"/>
                    </a:cubicBezTo>
                    <a:lnTo>
                      <a:pt x="0" y="1987"/>
                    </a:lnTo>
                    <a:cubicBezTo>
                      <a:pt x="0" y="2236"/>
                      <a:pt x="203" y="2439"/>
                      <a:pt x="453" y="2439"/>
                    </a:cubicBezTo>
                    <a:lnTo>
                      <a:pt x="5640" y="2439"/>
                    </a:lnTo>
                    <a:cubicBezTo>
                      <a:pt x="6030" y="2439"/>
                      <a:pt x="6348" y="2121"/>
                      <a:pt x="6348" y="1731"/>
                    </a:cubicBezTo>
                    <a:lnTo>
                      <a:pt x="6348" y="708"/>
                    </a:lnTo>
                    <a:cubicBezTo>
                      <a:pt x="6348" y="318"/>
                      <a:pt x="6030" y="0"/>
                      <a:pt x="5640" y="0"/>
                    </a:cubicBezTo>
                    <a:moveTo>
                      <a:pt x="5640" y="18"/>
                    </a:moveTo>
                    <a:cubicBezTo>
                      <a:pt x="6021" y="18"/>
                      <a:pt x="6330" y="328"/>
                      <a:pt x="6330" y="708"/>
                    </a:cubicBezTo>
                    <a:lnTo>
                      <a:pt x="6330" y="1731"/>
                    </a:lnTo>
                    <a:cubicBezTo>
                      <a:pt x="6330" y="2112"/>
                      <a:pt x="6021" y="2421"/>
                      <a:pt x="5640" y="2421"/>
                    </a:cubicBezTo>
                    <a:lnTo>
                      <a:pt x="453" y="2421"/>
                    </a:lnTo>
                    <a:cubicBezTo>
                      <a:pt x="213" y="2421"/>
                      <a:pt x="18" y="2226"/>
                      <a:pt x="18" y="1987"/>
                    </a:cubicBezTo>
                    <a:lnTo>
                      <a:pt x="18" y="453"/>
                    </a:lnTo>
                    <a:cubicBezTo>
                      <a:pt x="18" y="213"/>
                      <a:pt x="213" y="18"/>
                      <a:pt x="453" y="18"/>
                    </a:cubicBezTo>
                    <a:lnTo>
                      <a:pt x="5640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5"/>
            <p:cNvGrpSpPr/>
            <p:nvPr/>
          </p:nvGrpSpPr>
          <p:grpSpPr>
            <a:xfrm rot="1918207">
              <a:off x="6947687" y="-191249"/>
              <a:ext cx="1968145" cy="1090727"/>
              <a:chOff x="4231800" y="869400"/>
              <a:chExt cx="2285280" cy="1266480"/>
            </a:xfrm>
          </p:grpSpPr>
          <p:sp>
            <p:nvSpPr>
              <p:cNvPr id="155" name="Google Shape;155;p5"/>
              <p:cNvSpPr/>
              <p:nvPr/>
            </p:nvSpPr>
            <p:spPr>
              <a:xfrm>
                <a:off x="4301280" y="171972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37" y="0"/>
                    </a:moveTo>
                    <a:lnTo>
                      <a:pt x="37" y="0"/>
                    </a:lnTo>
                    <a:cubicBezTo>
                      <a:pt x="16" y="0"/>
                      <a:pt x="0" y="17"/>
                      <a:pt x="0" y="37"/>
                    </a:cubicBezTo>
                    <a:cubicBezTo>
                      <a:pt x="0" y="259"/>
                      <a:pt x="180" y="439"/>
                      <a:pt x="402" y="439"/>
                    </a:cubicBezTo>
                    <a:cubicBezTo>
                      <a:pt x="422" y="439"/>
                      <a:pt x="439" y="422"/>
                      <a:pt x="439" y="402"/>
                    </a:cubicBezTo>
                    <a:cubicBezTo>
                      <a:pt x="439" y="392"/>
                      <a:pt x="435" y="383"/>
                      <a:pt x="428" y="376"/>
                    </a:cubicBezTo>
                    <a:lnTo>
                      <a:pt x="63" y="11"/>
                    </a:lnTo>
                    <a:cubicBezTo>
                      <a:pt x="56" y="4"/>
                      <a:pt x="47" y="0"/>
                      <a:pt x="37" y="0"/>
                    </a:cubicBezTo>
                    <a:moveTo>
                      <a:pt x="37" y="18"/>
                    </a:moveTo>
                    <a:cubicBezTo>
                      <a:pt x="42" y="18"/>
                      <a:pt x="47" y="19"/>
                      <a:pt x="51" y="23"/>
                    </a:cubicBezTo>
                    <a:lnTo>
                      <a:pt x="416" y="388"/>
                    </a:lnTo>
                    <a:cubicBezTo>
                      <a:pt x="419" y="392"/>
                      <a:pt x="421" y="397"/>
                      <a:pt x="421" y="402"/>
                    </a:cubicBezTo>
                    <a:cubicBezTo>
                      <a:pt x="421" y="412"/>
                      <a:pt x="414" y="422"/>
                      <a:pt x="402" y="422"/>
                    </a:cubicBezTo>
                    <a:cubicBezTo>
                      <a:pt x="189" y="422"/>
                      <a:pt x="17" y="249"/>
                      <a:pt x="17" y="37"/>
                    </a:cubicBezTo>
                    <a:cubicBezTo>
                      <a:pt x="17" y="25"/>
                      <a:pt x="27" y="18"/>
                      <a:pt x="37" y="18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4301280" y="112716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402" y="0"/>
                    </a:moveTo>
                    <a:cubicBezTo>
                      <a:pt x="180" y="0"/>
                      <a:pt x="0" y="180"/>
                      <a:pt x="0" y="402"/>
                    </a:cubicBezTo>
                    <a:cubicBezTo>
                      <a:pt x="0" y="423"/>
                      <a:pt x="16" y="439"/>
                      <a:pt x="37" y="439"/>
                    </a:cubicBezTo>
                    <a:cubicBezTo>
                      <a:pt x="47" y="439"/>
                      <a:pt x="56" y="435"/>
                      <a:pt x="63" y="429"/>
                    </a:cubicBezTo>
                    <a:lnTo>
                      <a:pt x="428" y="64"/>
                    </a:lnTo>
                    <a:cubicBezTo>
                      <a:pt x="435" y="57"/>
                      <a:pt x="439" y="47"/>
                      <a:pt x="439" y="37"/>
                    </a:cubicBezTo>
                    <a:cubicBezTo>
                      <a:pt x="439" y="17"/>
                      <a:pt x="422" y="0"/>
                      <a:pt x="402" y="0"/>
                    </a:cubicBezTo>
                    <a:moveTo>
                      <a:pt x="402" y="18"/>
                    </a:moveTo>
                    <a:cubicBezTo>
                      <a:pt x="414" y="18"/>
                      <a:pt x="421" y="28"/>
                      <a:pt x="421" y="37"/>
                    </a:cubicBezTo>
                    <a:cubicBezTo>
                      <a:pt x="421" y="42"/>
                      <a:pt x="420" y="47"/>
                      <a:pt x="416" y="51"/>
                    </a:cubicBezTo>
                    <a:lnTo>
                      <a:pt x="51" y="416"/>
                    </a:lnTo>
                    <a:cubicBezTo>
                      <a:pt x="47" y="420"/>
                      <a:pt x="42" y="422"/>
                      <a:pt x="37" y="422"/>
                    </a:cubicBezTo>
                    <a:cubicBezTo>
                      <a:pt x="27" y="422"/>
                      <a:pt x="17" y="414"/>
                      <a:pt x="17" y="402"/>
                    </a:cubicBezTo>
                    <a:cubicBezTo>
                      <a:pt x="17" y="190"/>
                      <a:pt x="189" y="18"/>
                      <a:pt x="402" y="18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5786280" y="194796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391" y="0"/>
                    </a:moveTo>
                    <a:lnTo>
                      <a:pt x="373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412"/>
                    </a:lnTo>
                    <a:cubicBezTo>
                      <a:pt x="0" y="441"/>
                      <a:pt x="12" y="469"/>
                      <a:pt x="32" y="490"/>
                    </a:cubicBezTo>
                    <a:cubicBezTo>
                      <a:pt x="53" y="510"/>
                      <a:pt x="81" y="522"/>
                      <a:pt x="109" y="522"/>
                    </a:cubicBezTo>
                    <a:cubicBezTo>
                      <a:pt x="149" y="522"/>
                      <a:pt x="185" y="501"/>
                      <a:pt x="204" y="467"/>
                    </a:cubicBezTo>
                    <a:lnTo>
                      <a:pt x="329" y="248"/>
                    </a:lnTo>
                    <a:cubicBezTo>
                      <a:pt x="369" y="177"/>
                      <a:pt x="391" y="98"/>
                      <a:pt x="391" y="17"/>
                    </a:cubicBezTo>
                    <a:lnTo>
                      <a:pt x="391" y="0"/>
                    </a:lnTo>
                    <a:moveTo>
                      <a:pt x="373" y="17"/>
                    </a:moveTo>
                    <a:cubicBezTo>
                      <a:pt x="373" y="95"/>
                      <a:pt x="353" y="171"/>
                      <a:pt x="314" y="239"/>
                    </a:cubicBezTo>
                    <a:lnTo>
                      <a:pt x="189" y="458"/>
                    </a:lnTo>
                    <a:cubicBezTo>
                      <a:pt x="173" y="486"/>
                      <a:pt x="142" y="504"/>
                      <a:pt x="109" y="504"/>
                    </a:cubicBezTo>
                    <a:cubicBezTo>
                      <a:pt x="84" y="504"/>
                      <a:pt x="61" y="494"/>
                      <a:pt x="45" y="477"/>
                    </a:cubicBezTo>
                    <a:cubicBezTo>
                      <a:pt x="28" y="461"/>
                      <a:pt x="18" y="437"/>
                      <a:pt x="18" y="412"/>
                    </a:cubicBezTo>
                    <a:lnTo>
                      <a:pt x="18" y="17"/>
                    </a:lnTo>
                    <a:lnTo>
                      <a:pt x="373" y="17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5786280" y="86940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109" y="0"/>
                    </a:moveTo>
                    <a:cubicBezTo>
                      <a:pt x="81" y="0"/>
                      <a:pt x="53" y="11"/>
                      <a:pt x="32" y="31"/>
                    </a:cubicBezTo>
                    <a:cubicBezTo>
                      <a:pt x="11" y="52"/>
                      <a:pt x="0" y="80"/>
                      <a:pt x="0" y="109"/>
                    </a:cubicBezTo>
                    <a:lnTo>
                      <a:pt x="0" y="504"/>
                    </a:lnTo>
                    <a:lnTo>
                      <a:pt x="0" y="522"/>
                    </a:lnTo>
                    <a:lnTo>
                      <a:pt x="18" y="522"/>
                    </a:lnTo>
                    <a:lnTo>
                      <a:pt x="373" y="522"/>
                    </a:lnTo>
                    <a:lnTo>
                      <a:pt x="391" y="522"/>
                    </a:lnTo>
                    <a:lnTo>
                      <a:pt x="391" y="504"/>
                    </a:lnTo>
                    <a:cubicBezTo>
                      <a:pt x="391" y="424"/>
                      <a:pt x="369" y="344"/>
                      <a:pt x="329" y="274"/>
                    </a:cubicBezTo>
                    <a:lnTo>
                      <a:pt x="204" y="55"/>
                    </a:lnTo>
                    <a:cubicBezTo>
                      <a:pt x="185" y="21"/>
                      <a:pt x="149" y="0"/>
                      <a:pt x="109" y="0"/>
                    </a:cubicBezTo>
                    <a:moveTo>
                      <a:pt x="109" y="17"/>
                    </a:moveTo>
                    <a:cubicBezTo>
                      <a:pt x="142" y="17"/>
                      <a:pt x="173" y="35"/>
                      <a:pt x="189" y="63"/>
                    </a:cubicBezTo>
                    <a:lnTo>
                      <a:pt x="314" y="282"/>
                    </a:lnTo>
                    <a:cubicBezTo>
                      <a:pt x="353" y="350"/>
                      <a:pt x="373" y="426"/>
                      <a:pt x="373" y="504"/>
                    </a:cubicBezTo>
                    <a:lnTo>
                      <a:pt x="18" y="504"/>
                    </a:lnTo>
                    <a:lnTo>
                      <a:pt x="18" y="109"/>
                    </a:lnTo>
                    <a:cubicBezTo>
                      <a:pt x="18" y="83"/>
                      <a:pt x="28" y="61"/>
                      <a:pt x="45" y="44"/>
                    </a:cubicBezTo>
                    <a:cubicBezTo>
                      <a:pt x="61" y="27"/>
                      <a:pt x="84" y="17"/>
                      <a:pt x="109" y="17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6213240" y="1121760"/>
                <a:ext cx="196920" cy="156600"/>
              </a:xfrm>
              <a:custGeom>
                <a:rect b="b" l="l" r="r" t="t"/>
                <a:pathLst>
                  <a:path extrusionOk="0" h="435" w="547">
                    <a:moveTo>
                      <a:pt x="52" y="0"/>
                    </a:moveTo>
                    <a:lnTo>
                      <a:pt x="52" y="0"/>
                    </a:lnTo>
                    <a:cubicBezTo>
                      <a:pt x="24" y="0"/>
                      <a:pt x="0" y="23"/>
                      <a:pt x="0" y="52"/>
                    </a:cubicBezTo>
                    <a:lnTo>
                      <a:pt x="0" y="169"/>
                    </a:lnTo>
                    <a:cubicBezTo>
                      <a:pt x="0" y="316"/>
                      <a:pt x="119" y="435"/>
                      <a:pt x="266" y="435"/>
                    </a:cubicBezTo>
                    <a:lnTo>
                      <a:pt x="494" y="435"/>
                    </a:lnTo>
                    <a:cubicBezTo>
                      <a:pt x="513" y="435"/>
                      <a:pt x="531" y="424"/>
                      <a:pt x="540" y="407"/>
                    </a:cubicBezTo>
                    <a:cubicBezTo>
                      <a:pt x="550" y="389"/>
                      <a:pt x="549" y="368"/>
                      <a:pt x="538" y="352"/>
                    </a:cubicBezTo>
                    <a:cubicBezTo>
                      <a:pt x="424" y="187"/>
                      <a:pt x="258" y="63"/>
                      <a:pt x="68" y="2"/>
                    </a:cubicBezTo>
                    <a:cubicBezTo>
                      <a:pt x="63" y="0"/>
                      <a:pt x="58" y="0"/>
                      <a:pt x="52" y="0"/>
                    </a:cubicBezTo>
                    <a:moveTo>
                      <a:pt x="52" y="17"/>
                    </a:moveTo>
                    <a:cubicBezTo>
                      <a:pt x="56" y="17"/>
                      <a:pt x="59" y="18"/>
                      <a:pt x="63" y="19"/>
                    </a:cubicBezTo>
                    <a:cubicBezTo>
                      <a:pt x="252" y="80"/>
                      <a:pt x="413" y="202"/>
                      <a:pt x="523" y="362"/>
                    </a:cubicBezTo>
                    <a:cubicBezTo>
                      <a:pt x="539" y="385"/>
                      <a:pt x="522" y="418"/>
                      <a:pt x="494" y="418"/>
                    </a:cubicBezTo>
                    <a:lnTo>
                      <a:pt x="266" y="418"/>
                    </a:lnTo>
                    <a:cubicBezTo>
                      <a:pt x="129" y="418"/>
                      <a:pt x="18" y="306"/>
                      <a:pt x="18" y="169"/>
                    </a:cubicBezTo>
                    <a:lnTo>
                      <a:pt x="18" y="52"/>
                    </a:lnTo>
                    <a:cubicBezTo>
                      <a:pt x="18" y="33"/>
                      <a:pt x="34" y="17"/>
                      <a:pt x="52" y="17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6213240" y="1726560"/>
                <a:ext cx="196920" cy="156960"/>
              </a:xfrm>
              <a:custGeom>
                <a:rect b="b" l="l" r="r" t="t"/>
                <a:pathLst>
                  <a:path extrusionOk="0" h="436" w="547">
                    <a:moveTo>
                      <a:pt x="494" y="0"/>
                    </a:moveTo>
                    <a:lnTo>
                      <a:pt x="266" y="0"/>
                    </a:lnTo>
                    <a:cubicBezTo>
                      <a:pt x="119" y="0"/>
                      <a:pt x="0" y="119"/>
                      <a:pt x="0" y="266"/>
                    </a:cubicBezTo>
                    <a:lnTo>
                      <a:pt x="0" y="383"/>
                    </a:lnTo>
                    <a:cubicBezTo>
                      <a:pt x="0" y="412"/>
                      <a:pt x="24" y="436"/>
                      <a:pt x="52" y="436"/>
                    </a:cubicBezTo>
                    <a:cubicBezTo>
                      <a:pt x="58" y="436"/>
                      <a:pt x="63" y="435"/>
                      <a:pt x="68" y="433"/>
                    </a:cubicBezTo>
                    <a:cubicBezTo>
                      <a:pt x="257" y="372"/>
                      <a:pt x="424" y="248"/>
                      <a:pt x="537" y="83"/>
                    </a:cubicBezTo>
                    <a:cubicBezTo>
                      <a:pt x="549" y="67"/>
                      <a:pt x="550" y="46"/>
                      <a:pt x="540" y="28"/>
                    </a:cubicBezTo>
                    <a:cubicBezTo>
                      <a:pt x="531" y="11"/>
                      <a:pt x="513" y="0"/>
                      <a:pt x="494" y="0"/>
                    </a:cubicBezTo>
                    <a:moveTo>
                      <a:pt x="494" y="18"/>
                    </a:moveTo>
                    <a:cubicBezTo>
                      <a:pt x="522" y="18"/>
                      <a:pt x="539" y="49"/>
                      <a:pt x="523" y="73"/>
                    </a:cubicBezTo>
                    <a:cubicBezTo>
                      <a:pt x="413" y="233"/>
                      <a:pt x="252" y="356"/>
                      <a:pt x="63" y="416"/>
                    </a:cubicBezTo>
                    <a:cubicBezTo>
                      <a:pt x="59" y="418"/>
                      <a:pt x="56" y="418"/>
                      <a:pt x="52" y="418"/>
                    </a:cubicBezTo>
                    <a:cubicBezTo>
                      <a:pt x="34" y="418"/>
                      <a:pt x="18" y="402"/>
                      <a:pt x="18" y="383"/>
                    </a:cubicBezTo>
                    <a:lnTo>
                      <a:pt x="18" y="266"/>
                    </a:lnTo>
                    <a:cubicBezTo>
                      <a:pt x="18" y="129"/>
                      <a:pt x="129" y="18"/>
                      <a:pt x="266" y="18"/>
                    </a:cubicBezTo>
                    <a:lnTo>
                      <a:pt x="494" y="18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6423480" y="1396440"/>
                <a:ext cx="51120" cy="212040"/>
              </a:xfrm>
              <a:custGeom>
                <a:rect b="b" l="l" r="r" t="t"/>
                <a:pathLst>
                  <a:path extrusionOk="0" h="589" w="142">
                    <a:moveTo>
                      <a:pt x="72" y="0"/>
                    </a:moveTo>
                    <a:cubicBezTo>
                      <a:pt x="32" y="0"/>
                      <a:pt x="0" y="32"/>
                      <a:pt x="0" y="71"/>
                    </a:cubicBezTo>
                    <a:lnTo>
                      <a:pt x="0" y="518"/>
                    </a:lnTo>
                    <a:cubicBezTo>
                      <a:pt x="0" y="557"/>
                      <a:pt x="32" y="589"/>
                      <a:pt x="72" y="589"/>
                    </a:cubicBezTo>
                    <a:cubicBezTo>
                      <a:pt x="111" y="589"/>
                      <a:pt x="142" y="557"/>
                      <a:pt x="142" y="518"/>
                    </a:cubicBezTo>
                    <a:lnTo>
                      <a:pt x="142" y="71"/>
                    </a:lnTo>
                    <a:cubicBezTo>
                      <a:pt x="142" y="32"/>
                      <a:pt x="111" y="0"/>
                      <a:pt x="72" y="0"/>
                    </a:cubicBezTo>
                    <a:moveTo>
                      <a:pt x="72" y="18"/>
                    </a:moveTo>
                    <a:cubicBezTo>
                      <a:pt x="101" y="18"/>
                      <a:pt x="125" y="42"/>
                      <a:pt x="125" y="71"/>
                    </a:cubicBezTo>
                    <a:lnTo>
                      <a:pt x="125" y="518"/>
                    </a:lnTo>
                    <a:cubicBezTo>
                      <a:pt x="125" y="548"/>
                      <a:pt x="101" y="572"/>
                      <a:pt x="72" y="572"/>
                    </a:cubicBezTo>
                    <a:cubicBezTo>
                      <a:pt x="42" y="572"/>
                      <a:pt x="18" y="548"/>
                      <a:pt x="18" y="518"/>
                    </a:cubicBezTo>
                    <a:lnTo>
                      <a:pt x="18" y="71"/>
                    </a:lnTo>
                    <a:cubicBezTo>
                      <a:pt x="18" y="42"/>
                      <a:pt x="42" y="18"/>
                      <a:pt x="72" y="18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5976720" y="1364040"/>
                <a:ext cx="437760" cy="277200"/>
              </a:xfrm>
              <a:custGeom>
                <a:rect b="b" l="l" r="r" t="t"/>
                <a:pathLst>
                  <a:path extrusionOk="0" h="770" w="1216">
                    <a:moveTo>
                      <a:pt x="885" y="0"/>
                    </a:moveTo>
                    <a:lnTo>
                      <a:pt x="20" y="0"/>
                    </a:lnTo>
                    <a:lnTo>
                      <a:pt x="0" y="0"/>
                    </a:lnTo>
                    <a:lnTo>
                      <a:pt x="3" y="20"/>
                    </a:lnTo>
                    <a:cubicBezTo>
                      <a:pt x="38" y="262"/>
                      <a:pt x="38" y="507"/>
                      <a:pt x="3" y="750"/>
                    </a:cubicBezTo>
                    <a:lnTo>
                      <a:pt x="0" y="770"/>
                    </a:lnTo>
                    <a:lnTo>
                      <a:pt x="20" y="770"/>
                    </a:lnTo>
                    <a:lnTo>
                      <a:pt x="885" y="770"/>
                    </a:lnTo>
                    <a:cubicBezTo>
                      <a:pt x="1067" y="770"/>
                      <a:pt x="1216" y="621"/>
                      <a:pt x="1216" y="439"/>
                    </a:cubicBezTo>
                    <a:lnTo>
                      <a:pt x="1216" y="330"/>
                    </a:lnTo>
                    <a:cubicBezTo>
                      <a:pt x="1216" y="148"/>
                      <a:pt x="1067" y="0"/>
                      <a:pt x="885" y="0"/>
                    </a:cubicBezTo>
                    <a:moveTo>
                      <a:pt x="885" y="17"/>
                    </a:moveTo>
                    <a:cubicBezTo>
                      <a:pt x="1058" y="17"/>
                      <a:pt x="1198" y="157"/>
                      <a:pt x="1198" y="330"/>
                    </a:cubicBezTo>
                    <a:lnTo>
                      <a:pt x="1198" y="439"/>
                    </a:lnTo>
                    <a:cubicBezTo>
                      <a:pt x="1198" y="612"/>
                      <a:pt x="1058" y="752"/>
                      <a:pt x="885" y="752"/>
                    </a:cubicBezTo>
                    <a:lnTo>
                      <a:pt x="20" y="752"/>
                    </a:lnTo>
                    <a:cubicBezTo>
                      <a:pt x="55" y="508"/>
                      <a:pt x="55" y="261"/>
                      <a:pt x="20" y="17"/>
                    </a:cubicBezTo>
                    <a:lnTo>
                      <a:pt x="885" y="17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4660920" y="1137600"/>
                <a:ext cx="1010520" cy="116280"/>
              </a:xfrm>
              <a:custGeom>
                <a:rect b="b" l="l" r="r" t="t"/>
                <a:pathLst>
                  <a:path extrusionOk="0" h="323" w="2807">
                    <a:moveTo>
                      <a:pt x="2807" y="0"/>
                    </a:moveTo>
                    <a:lnTo>
                      <a:pt x="2714" y="0"/>
                    </a:lnTo>
                    <a:lnTo>
                      <a:pt x="67" y="0"/>
                    </a:lnTo>
                    <a:lnTo>
                      <a:pt x="0" y="0"/>
                    </a:lnTo>
                    <a:lnTo>
                      <a:pt x="58" y="33"/>
                    </a:lnTo>
                    <a:lnTo>
                      <a:pt x="316" y="179"/>
                    </a:lnTo>
                    <a:cubicBezTo>
                      <a:pt x="482" y="273"/>
                      <a:pt x="670" y="323"/>
                      <a:pt x="861" y="323"/>
                    </a:cubicBezTo>
                    <a:lnTo>
                      <a:pt x="1777" y="323"/>
                    </a:lnTo>
                    <a:cubicBezTo>
                      <a:pt x="1911" y="323"/>
                      <a:pt x="2043" y="298"/>
                      <a:pt x="2169" y="251"/>
                    </a:cubicBezTo>
                    <a:lnTo>
                      <a:pt x="2720" y="34"/>
                    </a:lnTo>
                    <a:lnTo>
                      <a:pt x="2807" y="0"/>
                    </a:lnTo>
                    <a:moveTo>
                      <a:pt x="2714" y="18"/>
                    </a:moveTo>
                    <a:lnTo>
                      <a:pt x="2163" y="234"/>
                    </a:lnTo>
                    <a:cubicBezTo>
                      <a:pt x="2040" y="281"/>
                      <a:pt x="1909" y="305"/>
                      <a:pt x="1777" y="305"/>
                    </a:cubicBezTo>
                    <a:lnTo>
                      <a:pt x="861" y="305"/>
                    </a:lnTo>
                    <a:cubicBezTo>
                      <a:pt x="673" y="305"/>
                      <a:pt x="488" y="256"/>
                      <a:pt x="325" y="164"/>
                    </a:cubicBezTo>
                    <a:lnTo>
                      <a:pt x="67" y="18"/>
                    </a:lnTo>
                    <a:lnTo>
                      <a:pt x="2714" y="18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4660920" y="1751400"/>
                <a:ext cx="1010520" cy="115920"/>
              </a:xfrm>
              <a:custGeom>
                <a:rect b="b" l="l" r="r" t="t"/>
                <a:pathLst>
                  <a:path extrusionOk="0" h="322" w="2807">
                    <a:moveTo>
                      <a:pt x="1777" y="0"/>
                    </a:moveTo>
                    <a:lnTo>
                      <a:pt x="861" y="0"/>
                    </a:lnTo>
                    <a:cubicBezTo>
                      <a:pt x="670" y="0"/>
                      <a:pt x="482" y="49"/>
                      <a:pt x="316" y="143"/>
                    </a:cubicBezTo>
                    <a:lnTo>
                      <a:pt x="58" y="289"/>
                    </a:lnTo>
                    <a:lnTo>
                      <a:pt x="0" y="322"/>
                    </a:lnTo>
                    <a:lnTo>
                      <a:pt x="67" y="322"/>
                    </a:lnTo>
                    <a:lnTo>
                      <a:pt x="2714" y="322"/>
                    </a:lnTo>
                    <a:lnTo>
                      <a:pt x="2807" y="322"/>
                    </a:lnTo>
                    <a:lnTo>
                      <a:pt x="2720" y="288"/>
                    </a:lnTo>
                    <a:lnTo>
                      <a:pt x="2169" y="71"/>
                    </a:lnTo>
                    <a:cubicBezTo>
                      <a:pt x="2043" y="24"/>
                      <a:pt x="1911" y="0"/>
                      <a:pt x="1777" y="0"/>
                    </a:cubicBezTo>
                    <a:moveTo>
                      <a:pt x="1777" y="17"/>
                    </a:moveTo>
                    <a:cubicBezTo>
                      <a:pt x="1909" y="17"/>
                      <a:pt x="2040" y="41"/>
                      <a:pt x="2163" y="88"/>
                    </a:cubicBezTo>
                    <a:lnTo>
                      <a:pt x="2714" y="304"/>
                    </a:lnTo>
                    <a:lnTo>
                      <a:pt x="67" y="304"/>
                    </a:lnTo>
                    <a:lnTo>
                      <a:pt x="325" y="158"/>
                    </a:lnTo>
                    <a:cubicBezTo>
                      <a:pt x="488" y="66"/>
                      <a:pt x="673" y="17"/>
                      <a:pt x="861" y="17"/>
                    </a:cubicBezTo>
                    <a:lnTo>
                      <a:pt x="1777" y="17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5585040" y="1137960"/>
                <a:ext cx="389160" cy="729360"/>
              </a:xfrm>
              <a:custGeom>
                <a:rect b="b" l="l" r="r" t="t"/>
                <a:pathLst>
                  <a:path extrusionOk="0" h="2026" w="1081">
                    <a:moveTo>
                      <a:pt x="748" y="0"/>
                    </a:moveTo>
                    <a:lnTo>
                      <a:pt x="748" y="0"/>
                    </a:lnTo>
                    <a:cubicBezTo>
                      <a:pt x="725" y="0"/>
                      <a:pt x="701" y="3"/>
                      <a:pt x="679" y="10"/>
                    </a:cubicBezTo>
                    <a:lnTo>
                      <a:pt x="167" y="159"/>
                    </a:lnTo>
                    <a:cubicBezTo>
                      <a:pt x="62" y="190"/>
                      <a:pt x="-8" y="292"/>
                      <a:pt x="1" y="402"/>
                    </a:cubicBezTo>
                    <a:lnTo>
                      <a:pt x="40" y="845"/>
                    </a:lnTo>
                    <a:cubicBezTo>
                      <a:pt x="50" y="956"/>
                      <a:pt x="50" y="1069"/>
                      <a:pt x="40" y="1180"/>
                    </a:cubicBezTo>
                    <a:lnTo>
                      <a:pt x="1" y="1624"/>
                    </a:lnTo>
                    <a:cubicBezTo>
                      <a:pt x="-8" y="1733"/>
                      <a:pt x="62" y="1835"/>
                      <a:pt x="167" y="1866"/>
                    </a:cubicBezTo>
                    <a:lnTo>
                      <a:pt x="679" y="2016"/>
                    </a:lnTo>
                    <a:cubicBezTo>
                      <a:pt x="701" y="2022"/>
                      <a:pt x="725" y="2026"/>
                      <a:pt x="748" y="2026"/>
                    </a:cubicBezTo>
                    <a:cubicBezTo>
                      <a:pt x="867" y="2026"/>
                      <a:pt x="970" y="1937"/>
                      <a:pt x="989" y="1819"/>
                    </a:cubicBezTo>
                    <a:lnTo>
                      <a:pt x="1052" y="1405"/>
                    </a:lnTo>
                    <a:lnTo>
                      <a:pt x="1053" y="1394"/>
                    </a:lnTo>
                    <a:lnTo>
                      <a:pt x="1055" y="1383"/>
                    </a:lnTo>
                    <a:cubicBezTo>
                      <a:pt x="1090" y="1137"/>
                      <a:pt x="1090" y="888"/>
                      <a:pt x="1055" y="643"/>
                    </a:cubicBezTo>
                    <a:lnTo>
                      <a:pt x="1053" y="631"/>
                    </a:lnTo>
                    <a:lnTo>
                      <a:pt x="1052" y="620"/>
                    </a:lnTo>
                    <a:lnTo>
                      <a:pt x="989" y="206"/>
                    </a:lnTo>
                    <a:cubicBezTo>
                      <a:pt x="970" y="89"/>
                      <a:pt x="867" y="0"/>
                      <a:pt x="748" y="0"/>
                    </a:cubicBezTo>
                    <a:moveTo>
                      <a:pt x="748" y="17"/>
                    </a:moveTo>
                    <a:cubicBezTo>
                      <a:pt x="856" y="17"/>
                      <a:pt x="954" y="96"/>
                      <a:pt x="971" y="209"/>
                    </a:cubicBezTo>
                    <a:lnTo>
                      <a:pt x="1034" y="623"/>
                    </a:lnTo>
                    <a:cubicBezTo>
                      <a:pt x="1035" y="630"/>
                      <a:pt x="1036" y="638"/>
                      <a:pt x="1037" y="645"/>
                    </a:cubicBezTo>
                    <a:cubicBezTo>
                      <a:pt x="1073" y="889"/>
                      <a:pt x="1073" y="1136"/>
                      <a:pt x="1037" y="1380"/>
                    </a:cubicBezTo>
                    <a:cubicBezTo>
                      <a:pt x="1036" y="1387"/>
                      <a:pt x="1035" y="1395"/>
                      <a:pt x="1034" y="1403"/>
                    </a:cubicBezTo>
                    <a:lnTo>
                      <a:pt x="971" y="1816"/>
                    </a:lnTo>
                    <a:cubicBezTo>
                      <a:pt x="954" y="1929"/>
                      <a:pt x="856" y="2008"/>
                      <a:pt x="748" y="2008"/>
                    </a:cubicBezTo>
                    <a:cubicBezTo>
                      <a:pt x="727" y="2008"/>
                      <a:pt x="705" y="2005"/>
                      <a:pt x="684" y="1999"/>
                    </a:cubicBezTo>
                    <a:lnTo>
                      <a:pt x="172" y="1849"/>
                    </a:lnTo>
                    <a:cubicBezTo>
                      <a:pt x="74" y="1821"/>
                      <a:pt x="10" y="1727"/>
                      <a:pt x="19" y="1625"/>
                    </a:cubicBezTo>
                    <a:lnTo>
                      <a:pt x="57" y="1181"/>
                    </a:lnTo>
                    <a:cubicBezTo>
                      <a:pt x="67" y="1069"/>
                      <a:pt x="67" y="956"/>
                      <a:pt x="57" y="844"/>
                    </a:cubicBezTo>
                    <a:lnTo>
                      <a:pt x="19" y="400"/>
                    </a:lnTo>
                    <a:cubicBezTo>
                      <a:pt x="10" y="298"/>
                      <a:pt x="74" y="205"/>
                      <a:pt x="172" y="176"/>
                    </a:cubicBezTo>
                    <a:lnTo>
                      <a:pt x="684" y="26"/>
                    </a:lnTo>
                    <a:cubicBezTo>
                      <a:pt x="705" y="20"/>
                      <a:pt x="727" y="17"/>
                      <a:pt x="748" y="17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4477680" y="1137960"/>
                <a:ext cx="258840" cy="729360"/>
              </a:xfrm>
              <a:custGeom>
                <a:rect b="b" l="l" r="r" t="t"/>
                <a:pathLst>
                  <a:path extrusionOk="0" h="2026" w="719">
                    <a:moveTo>
                      <a:pt x="224" y="0"/>
                    </a:moveTo>
                    <a:lnTo>
                      <a:pt x="224" y="0"/>
                    </a:lnTo>
                    <a:cubicBezTo>
                      <a:pt x="141" y="0"/>
                      <a:pt x="72" y="87"/>
                      <a:pt x="60" y="207"/>
                    </a:cubicBezTo>
                    <a:lnTo>
                      <a:pt x="19" y="621"/>
                    </a:lnTo>
                    <a:cubicBezTo>
                      <a:pt x="-7" y="881"/>
                      <a:pt x="-7" y="1144"/>
                      <a:pt x="19" y="1404"/>
                    </a:cubicBezTo>
                    <a:lnTo>
                      <a:pt x="60" y="1818"/>
                    </a:lnTo>
                    <a:cubicBezTo>
                      <a:pt x="72" y="1938"/>
                      <a:pt x="141" y="2026"/>
                      <a:pt x="224" y="2026"/>
                    </a:cubicBezTo>
                    <a:cubicBezTo>
                      <a:pt x="240" y="2026"/>
                      <a:pt x="257" y="2022"/>
                      <a:pt x="273" y="2015"/>
                    </a:cubicBezTo>
                    <a:lnTo>
                      <a:pt x="607" y="1865"/>
                    </a:lnTo>
                    <a:cubicBezTo>
                      <a:pt x="679" y="1833"/>
                      <a:pt x="724" y="1734"/>
                      <a:pt x="718" y="1624"/>
                    </a:cubicBezTo>
                    <a:lnTo>
                      <a:pt x="693" y="1180"/>
                    </a:lnTo>
                    <a:cubicBezTo>
                      <a:pt x="687" y="1069"/>
                      <a:pt x="687" y="956"/>
                      <a:pt x="693" y="845"/>
                    </a:cubicBezTo>
                    <a:lnTo>
                      <a:pt x="718" y="401"/>
                    </a:lnTo>
                    <a:cubicBezTo>
                      <a:pt x="724" y="291"/>
                      <a:pt x="679" y="192"/>
                      <a:pt x="607" y="160"/>
                    </a:cubicBezTo>
                    <a:lnTo>
                      <a:pt x="273" y="10"/>
                    </a:lnTo>
                    <a:cubicBezTo>
                      <a:pt x="257" y="3"/>
                      <a:pt x="240" y="0"/>
                      <a:pt x="224" y="0"/>
                    </a:cubicBezTo>
                    <a:moveTo>
                      <a:pt x="224" y="17"/>
                    </a:moveTo>
                    <a:cubicBezTo>
                      <a:pt x="238" y="17"/>
                      <a:pt x="252" y="20"/>
                      <a:pt x="266" y="26"/>
                    </a:cubicBezTo>
                    <a:lnTo>
                      <a:pt x="600" y="176"/>
                    </a:lnTo>
                    <a:cubicBezTo>
                      <a:pt x="664" y="205"/>
                      <a:pt x="706" y="298"/>
                      <a:pt x="700" y="400"/>
                    </a:cubicBezTo>
                    <a:lnTo>
                      <a:pt x="675" y="844"/>
                    </a:lnTo>
                    <a:cubicBezTo>
                      <a:pt x="669" y="956"/>
                      <a:pt x="669" y="1069"/>
                      <a:pt x="675" y="1181"/>
                    </a:cubicBezTo>
                    <a:lnTo>
                      <a:pt x="700" y="1625"/>
                    </a:lnTo>
                    <a:cubicBezTo>
                      <a:pt x="706" y="1727"/>
                      <a:pt x="664" y="1821"/>
                      <a:pt x="600" y="1849"/>
                    </a:cubicBezTo>
                    <a:lnTo>
                      <a:pt x="266" y="1999"/>
                    </a:lnTo>
                    <a:cubicBezTo>
                      <a:pt x="252" y="2005"/>
                      <a:pt x="238" y="2008"/>
                      <a:pt x="224" y="2008"/>
                    </a:cubicBezTo>
                    <a:cubicBezTo>
                      <a:pt x="153" y="2008"/>
                      <a:pt x="89" y="1929"/>
                      <a:pt x="78" y="1816"/>
                    </a:cubicBezTo>
                    <a:lnTo>
                      <a:pt x="36" y="1403"/>
                    </a:lnTo>
                    <a:cubicBezTo>
                      <a:pt x="11" y="1144"/>
                      <a:pt x="11" y="881"/>
                      <a:pt x="36" y="623"/>
                    </a:cubicBezTo>
                    <a:lnTo>
                      <a:pt x="78" y="209"/>
                    </a:lnTo>
                    <a:cubicBezTo>
                      <a:pt x="89" y="96"/>
                      <a:pt x="153" y="17"/>
                      <a:pt x="224" y="17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4231800" y="1063440"/>
                <a:ext cx="2285280" cy="878040"/>
              </a:xfrm>
              <a:custGeom>
                <a:rect b="b" l="l" r="r" t="t"/>
                <a:pathLst>
                  <a:path extrusionOk="0" h="2439" w="6348">
                    <a:moveTo>
                      <a:pt x="5640" y="0"/>
                    </a:moveTo>
                    <a:lnTo>
                      <a:pt x="453" y="0"/>
                    </a:lnTo>
                    <a:cubicBezTo>
                      <a:pt x="203" y="0"/>
                      <a:pt x="0" y="203"/>
                      <a:pt x="0" y="453"/>
                    </a:cubicBezTo>
                    <a:lnTo>
                      <a:pt x="0" y="1987"/>
                    </a:lnTo>
                    <a:cubicBezTo>
                      <a:pt x="0" y="2236"/>
                      <a:pt x="203" y="2439"/>
                      <a:pt x="453" y="2439"/>
                    </a:cubicBezTo>
                    <a:lnTo>
                      <a:pt x="5640" y="2439"/>
                    </a:lnTo>
                    <a:cubicBezTo>
                      <a:pt x="6030" y="2439"/>
                      <a:pt x="6348" y="2121"/>
                      <a:pt x="6348" y="1731"/>
                    </a:cubicBezTo>
                    <a:lnTo>
                      <a:pt x="6348" y="708"/>
                    </a:lnTo>
                    <a:cubicBezTo>
                      <a:pt x="6348" y="318"/>
                      <a:pt x="6030" y="0"/>
                      <a:pt x="5640" y="0"/>
                    </a:cubicBezTo>
                    <a:moveTo>
                      <a:pt x="5640" y="18"/>
                    </a:moveTo>
                    <a:cubicBezTo>
                      <a:pt x="6021" y="18"/>
                      <a:pt x="6330" y="328"/>
                      <a:pt x="6330" y="708"/>
                    </a:cubicBezTo>
                    <a:lnTo>
                      <a:pt x="6330" y="1731"/>
                    </a:lnTo>
                    <a:cubicBezTo>
                      <a:pt x="6330" y="2112"/>
                      <a:pt x="6021" y="2421"/>
                      <a:pt x="5640" y="2421"/>
                    </a:cubicBezTo>
                    <a:lnTo>
                      <a:pt x="453" y="2421"/>
                    </a:lnTo>
                    <a:cubicBezTo>
                      <a:pt x="213" y="2421"/>
                      <a:pt x="18" y="2226"/>
                      <a:pt x="18" y="1987"/>
                    </a:cubicBezTo>
                    <a:lnTo>
                      <a:pt x="18" y="453"/>
                    </a:lnTo>
                    <a:cubicBezTo>
                      <a:pt x="18" y="213"/>
                      <a:pt x="213" y="18"/>
                      <a:pt x="453" y="18"/>
                    </a:cubicBezTo>
                    <a:lnTo>
                      <a:pt x="5640" y="18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 rot="1918068">
              <a:off x="6990486" y="-167725"/>
              <a:ext cx="1883241" cy="1043674"/>
              <a:chOff x="4231800" y="869400"/>
              <a:chExt cx="2285280" cy="126648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4301280" y="171972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37" y="0"/>
                    </a:moveTo>
                    <a:lnTo>
                      <a:pt x="37" y="0"/>
                    </a:lnTo>
                    <a:cubicBezTo>
                      <a:pt x="16" y="0"/>
                      <a:pt x="0" y="17"/>
                      <a:pt x="0" y="37"/>
                    </a:cubicBezTo>
                    <a:cubicBezTo>
                      <a:pt x="0" y="259"/>
                      <a:pt x="180" y="439"/>
                      <a:pt x="402" y="439"/>
                    </a:cubicBezTo>
                    <a:cubicBezTo>
                      <a:pt x="422" y="439"/>
                      <a:pt x="439" y="422"/>
                      <a:pt x="439" y="402"/>
                    </a:cubicBezTo>
                    <a:cubicBezTo>
                      <a:pt x="439" y="392"/>
                      <a:pt x="435" y="383"/>
                      <a:pt x="428" y="376"/>
                    </a:cubicBezTo>
                    <a:lnTo>
                      <a:pt x="63" y="11"/>
                    </a:lnTo>
                    <a:cubicBezTo>
                      <a:pt x="56" y="4"/>
                      <a:pt x="47" y="0"/>
                      <a:pt x="37" y="0"/>
                    </a:cubicBezTo>
                    <a:moveTo>
                      <a:pt x="37" y="18"/>
                    </a:moveTo>
                    <a:cubicBezTo>
                      <a:pt x="42" y="18"/>
                      <a:pt x="47" y="19"/>
                      <a:pt x="51" y="23"/>
                    </a:cubicBezTo>
                    <a:lnTo>
                      <a:pt x="416" y="388"/>
                    </a:lnTo>
                    <a:cubicBezTo>
                      <a:pt x="419" y="392"/>
                      <a:pt x="421" y="397"/>
                      <a:pt x="421" y="402"/>
                    </a:cubicBezTo>
                    <a:cubicBezTo>
                      <a:pt x="421" y="412"/>
                      <a:pt x="414" y="422"/>
                      <a:pt x="402" y="422"/>
                    </a:cubicBezTo>
                    <a:cubicBezTo>
                      <a:pt x="189" y="422"/>
                      <a:pt x="17" y="249"/>
                      <a:pt x="17" y="37"/>
                    </a:cubicBezTo>
                    <a:cubicBezTo>
                      <a:pt x="17" y="25"/>
                      <a:pt x="27" y="18"/>
                      <a:pt x="3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4301280" y="112716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402" y="0"/>
                    </a:moveTo>
                    <a:cubicBezTo>
                      <a:pt x="180" y="0"/>
                      <a:pt x="0" y="180"/>
                      <a:pt x="0" y="402"/>
                    </a:cubicBezTo>
                    <a:cubicBezTo>
                      <a:pt x="0" y="423"/>
                      <a:pt x="16" y="439"/>
                      <a:pt x="37" y="439"/>
                    </a:cubicBezTo>
                    <a:cubicBezTo>
                      <a:pt x="47" y="439"/>
                      <a:pt x="56" y="435"/>
                      <a:pt x="63" y="429"/>
                    </a:cubicBezTo>
                    <a:lnTo>
                      <a:pt x="428" y="64"/>
                    </a:lnTo>
                    <a:cubicBezTo>
                      <a:pt x="435" y="57"/>
                      <a:pt x="439" y="47"/>
                      <a:pt x="439" y="37"/>
                    </a:cubicBezTo>
                    <a:cubicBezTo>
                      <a:pt x="439" y="17"/>
                      <a:pt x="422" y="0"/>
                      <a:pt x="402" y="0"/>
                    </a:cubicBezTo>
                    <a:moveTo>
                      <a:pt x="402" y="18"/>
                    </a:moveTo>
                    <a:cubicBezTo>
                      <a:pt x="414" y="18"/>
                      <a:pt x="421" y="28"/>
                      <a:pt x="421" y="37"/>
                    </a:cubicBezTo>
                    <a:cubicBezTo>
                      <a:pt x="421" y="42"/>
                      <a:pt x="420" y="47"/>
                      <a:pt x="416" y="51"/>
                    </a:cubicBezTo>
                    <a:lnTo>
                      <a:pt x="51" y="416"/>
                    </a:lnTo>
                    <a:cubicBezTo>
                      <a:pt x="47" y="420"/>
                      <a:pt x="42" y="422"/>
                      <a:pt x="37" y="422"/>
                    </a:cubicBezTo>
                    <a:cubicBezTo>
                      <a:pt x="27" y="422"/>
                      <a:pt x="17" y="414"/>
                      <a:pt x="17" y="402"/>
                    </a:cubicBezTo>
                    <a:cubicBezTo>
                      <a:pt x="17" y="190"/>
                      <a:pt x="189" y="18"/>
                      <a:pt x="402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5786280" y="194796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391" y="0"/>
                    </a:moveTo>
                    <a:lnTo>
                      <a:pt x="373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412"/>
                    </a:lnTo>
                    <a:cubicBezTo>
                      <a:pt x="0" y="441"/>
                      <a:pt x="12" y="469"/>
                      <a:pt x="32" y="490"/>
                    </a:cubicBezTo>
                    <a:cubicBezTo>
                      <a:pt x="53" y="510"/>
                      <a:pt x="81" y="522"/>
                      <a:pt x="109" y="522"/>
                    </a:cubicBezTo>
                    <a:cubicBezTo>
                      <a:pt x="149" y="522"/>
                      <a:pt x="185" y="501"/>
                      <a:pt x="204" y="467"/>
                    </a:cubicBezTo>
                    <a:lnTo>
                      <a:pt x="329" y="248"/>
                    </a:lnTo>
                    <a:cubicBezTo>
                      <a:pt x="369" y="177"/>
                      <a:pt x="391" y="98"/>
                      <a:pt x="391" y="17"/>
                    </a:cubicBezTo>
                    <a:lnTo>
                      <a:pt x="391" y="0"/>
                    </a:lnTo>
                    <a:moveTo>
                      <a:pt x="373" y="17"/>
                    </a:moveTo>
                    <a:cubicBezTo>
                      <a:pt x="373" y="95"/>
                      <a:pt x="353" y="171"/>
                      <a:pt x="314" y="239"/>
                    </a:cubicBezTo>
                    <a:lnTo>
                      <a:pt x="189" y="458"/>
                    </a:lnTo>
                    <a:cubicBezTo>
                      <a:pt x="173" y="486"/>
                      <a:pt x="142" y="504"/>
                      <a:pt x="109" y="504"/>
                    </a:cubicBezTo>
                    <a:cubicBezTo>
                      <a:pt x="84" y="504"/>
                      <a:pt x="61" y="494"/>
                      <a:pt x="45" y="477"/>
                    </a:cubicBezTo>
                    <a:cubicBezTo>
                      <a:pt x="28" y="461"/>
                      <a:pt x="18" y="437"/>
                      <a:pt x="18" y="412"/>
                    </a:cubicBezTo>
                    <a:lnTo>
                      <a:pt x="18" y="17"/>
                    </a:lnTo>
                    <a:lnTo>
                      <a:pt x="373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5786280" y="86940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109" y="0"/>
                    </a:moveTo>
                    <a:cubicBezTo>
                      <a:pt x="81" y="0"/>
                      <a:pt x="53" y="11"/>
                      <a:pt x="32" y="31"/>
                    </a:cubicBezTo>
                    <a:cubicBezTo>
                      <a:pt x="11" y="52"/>
                      <a:pt x="0" y="80"/>
                      <a:pt x="0" y="109"/>
                    </a:cubicBezTo>
                    <a:lnTo>
                      <a:pt x="0" y="504"/>
                    </a:lnTo>
                    <a:lnTo>
                      <a:pt x="0" y="522"/>
                    </a:lnTo>
                    <a:lnTo>
                      <a:pt x="18" y="522"/>
                    </a:lnTo>
                    <a:lnTo>
                      <a:pt x="373" y="522"/>
                    </a:lnTo>
                    <a:lnTo>
                      <a:pt x="391" y="522"/>
                    </a:lnTo>
                    <a:lnTo>
                      <a:pt x="391" y="504"/>
                    </a:lnTo>
                    <a:cubicBezTo>
                      <a:pt x="391" y="424"/>
                      <a:pt x="369" y="344"/>
                      <a:pt x="329" y="274"/>
                    </a:cubicBezTo>
                    <a:lnTo>
                      <a:pt x="204" y="55"/>
                    </a:lnTo>
                    <a:cubicBezTo>
                      <a:pt x="185" y="21"/>
                      <a:pt x="149" y="0"/>
                      <a:pt x="109" y="0"/>
                    </a:cubicBezTo>
                    <a:moveTo>
                      <a:pt x="109" y="17"/>
                    </a:moveTo>
                    <a:cubicBezTo>
                      <a:pt x="142" y="17"/>
                      <a:pt x="173" y="35"/>
                      <a:pt x="189" y="63"/>
                    </a:cubicBezTo>
                    <a:lnTo>
                      <a:pt x="314" y="282"/>
                    </a:lnTo>
                    <a:cubicBezTo>
                      <a:pt x="353" y="350"/>
                      <a:pt x="373" y="426"/>
                      <a:pt x="373" y="504"/>
                    </a:cubicBezTo>
                    <a:lnTo>
                      <a:pt x="18" y="504"/>
                    </a:lnTo>
                    <a:lnTo>
                      <a:pt x="18" y="109"/>
                    </a:lnTo>
                    <a:cubicBezTo>
                      <a:pt x="18" y="83"/>
                      <a:pt x="28" y="61"/>
                      <a:pt x="45" y="44"/>
                    </a:cubicBezTo>
                    <a:cubicBezTo>
                      <a:pt x="61" y="27"/>
                      <a:pt x="84" y="17"/>
                      <a:pt x="109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6213240" y="1121760"/>
                <a:ext cx="196920" cy="156600"/>
              </a:xfrm>
              <a:custGeom>
                <a:rect b="b" l="l" r="r" t="t"/>
                <a:pathLst>
                  <a:path extrusionOk="0" h="435" w="547">
                    <a:moveTo>
                      <a:pt x="52" y="0"/>
                    </a:moveTo>
                    <a:lnTo>
                      <a:pt x="52" y="0"/>
                    </a:lnTo>
                    <a:cubicBezTo>
                      <a:pt x="24" y="0"/>
                      <a:pt x="0" y="23"/>
                      <a:pt x="0" y="52"/>
                    </a:cubicBezTo>
                    <a:lnTo>
                      <a:pt x="0" y="169"/>
                    </a:lnTo>
                    <a:cubicBezTo>
                      <a:pt x="0" y="316"/>
                      <a:pt x="119" y="435"/>
                      <a:pt x="266" y="435"/>
                    </a:cubicBezTo>
                    <a:lnTo>
                      <a:pt x="494" y="435"/>
                    </a:lnTo>
                    <a:cubicBezTo>
                      <a:pt x="513" y="435"/>
                      <a:pt x="531" y="424"/>
                      <a:pt x="540" y="407"/>
                    </a:cubicBezTo>
                    <a:cubicBezTo>
                      <a:pt x="550" y="389"/>
                      <a:pt x="549" y="368"/>
                      <a:pt x="538" y="352"/>
                    </a:cubicBezTo>
                    <a:cubicBezTo>
                      <a:pt x="424" y="187"/>
                      <a:pt x="258" y="63"/>
                      <a:pt x="68" y="2"/>
                    </a:cubicBezTo>
                    <a:cubicBezTo>
                      <a:pt x="63" y="0"/>
                      <a:pt x="58" y="0"/>
                      <a:pt x="52" y="0"/>
                    </a:cubicBezTo>
                    <a:moveTo>
                      <a:pt x="52" y="17"/>
                    </a:moveTo>
                    <a:cubicBezTo>
                      <a:pt x="56" y="17"/>
                      <a:pt x="59" y="18"/>
                      <a:pt x="63" y="19"/>
                    </a:cubicBezTo>
                    <a:cubicBezTo>
                      <a:pt x="252" y="80"/>
                      <a:pt x="413" y="202"/>
                      <a:pt x="523" y="362"/>
                    </a:cubicBezTo>
                    <a:cubicBezTo>
                      <a:pt x="539" y="385"/>
                      <a:pt x="522" y="418"/>
                      <a:pt x="494" y="418"/>
                    </a:cubicBezTo>
                    <a:lnTo>
                      <a:pt x="266" y="418"/>
                    </a:lnTo>
                    <a:cubicBezTo>
                      <a:pt x="129" y="418"/>
                      <a:pt x="18" y="306"/>
                      <a:pt x="18" y="169"/>
                    </a:cubicBezTo>
                    <a:lnTo>
                      <a:pt x="18" y="52"/>
                    </a:lnTo>
                    <a:cubicBezTo>
                      <a:pt x="18" y="33"/>
                      <a:pt x="34" y="17"/>
                      <a:pt x="52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6213240" y="1726560"/>
                <a:ext cx="196920" cy="156960"/>
              </a:xfrm>
              <a:custGeom>
                <a:rect b="b" l="l" r="r" t="t"/>
                <a:pathLst>
                  <a:path extrusionOk="0" h="436" w="547">
                    <a:moveTo>
                      <a:pt x="494" y="0"/>
                    </a:moveTo>
                    <a:lnTo>
                      <a:pt x="266" y="0"/>
                    </a:lnTo>
                    <a:cubicBezTo>
                      <a:pt x="119" y="0"/>
                      <a:pt x="0" y="119"/>
                      <a:pt x="0" y="266"/>
                    </a:cubicBezTo>
                    <a:lnTo>
                      <a:pt x="0" y="383"/>
                    </a:lnTo>
                    <a:cubicBezTo>
                      <a:pt x="0" y="412"/>
                      <a:pt x="24" y="436"/>
                      <a:pt x="52" y="436"/>
                    </a:cubicBezTo>
                    <a:cubicBezTo>
                      <a:pt x="58" y="436"/>
                      <a:pt x="63" y="435"/>
                      <a:pt x="68" y="433"/>
                    </a:cubicBezTo>
                    <a:cubicBezTo>
                      <a:pt x="257" y="372"/>
                      <a:pt x="424" y="248"/>
                      <a:pt x="537" y="83"/>
                    </a:cubicBezTo>
                    <a:cubicBezTo>
                      <a:pt x="549" y="67"/>
                      <a:pt x="550" y="46"/>
                      <a:pt x="540" y="28"/>
                    </a:cubicBezTo>
                    <a:cubicBezTo>
                      <a:pt x="531" y="11"/>
                      <a:pt x="513" y="0"/>
                      <a:pt x="494" y="0"/>
                    </a:cubicBezTo>
                    <a:moveTo>
                      <a:pt x="494" y="18"/>
                    </a:moveTo>
                    <a:cubicBezTo>
                      <a:pt x="522" y="18"/>
                      <a:pt x="539" y="49"/>
                      <a:pt x="523" y="73"/>
                    </a:cubicBezTo>
                    <a:cubicBezTo>
                      <a:pt x="413" y="233"/>
                      <a:pt x="252" y="356"/>
                      <a:pt x="63" y="416"/>
                    </a:cubicBezTo>
                    <a:cubicBezTo>
                      <a:pt x="59" y="418"/>
                      <a:pt x="56" y="418"/>
                      <a:pt x="52" y="418"/>
                    </a:cubicBezTo>
                    <a:cubicBezTo>
                      <a:pt x="34" y="418"/>
                      <a:pt x="18" y="402"/>
                      <a:pt x="18" y="383"/>
                    </a:cubicBezTo>
                    <a:lnTo>
                      <a:pt x="18" y="266"/>
                    </a:lnTo>
                    <a:cubicBezTo>
                      <a:pt x="18" y="129"/>
                      <a:pt x="129" y="18"/>
                      <a:pt x="266" y="18"/>
                    </a:cubicBezTo>
                    <a:lnTo>
                      <a:pt x="494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6423480" y="1396440"/>
                <a:ext cx="51120" cy="212040"/>
              </a:xfrm>
              <a:custGeom>
                <a:rect b="b" l="l" r="r" t="t"/>
                <a:pathLst>
                  <a:path extrusionOk="0" h="589" w="142">
                    <a:moveTo>
                      <a:pt x="72" y="0"/>
                    </a:moveTo>
                    <a:cubicBezTo>
                      <a:pt x="32" y="0"/>
                      <a:pt x="0" y="32"/>
                      <a:pt x="0" y="71"/>
                    </a:cubicBezTo>
                    <a:lnTo>
                      <a:pt x="0" y="518"/>
                    </a:lnTo>
                    <a:cubicBezTo>
                      <a:pt x="0" y="557"/>
                      <a:pt x="32" y="589"/>
                      <a:pt x="72" y="589"/>
                    </a:cubicBezTo>
                    <a:cubicBezTo>
                      <a:pt x="111" y="589"/>
                      <a:pt x="142" y="557"/>
                      <a:pt x="142" y="518"/>
                    </a:cubicBezTo>
                    <a:lnTo>
                      <a:pt x="142" y="71"/>
                    </a:lnTo>
                    <a:cubicBezTo>
                      <a:pt x="142" y="32"/>
                      <a:pt x="111" y="0"/>
                      <a:pt x="72" y="0"/>
                    </a:cubicBezTo>
                    <a:moveTo>
                      <a:pt x="72" y="18"/>
                    </a:moveTo>
                    <a:cubicBezTo>
                      <a:pt x="101" y="18"/>
                      <a:pt x="125" y="42"/>
                      <a:pt x="125" y="71"/>
                    </a:cubicBezTo>
                    <a:lnTo>
                      <a:pt x="125" y="518"/>
                    </a:lnTo>
                    <a:cubicBezTo>
                      <a:pt x="125" y="548"/>
                      <a:pt x="101" y="572"/>
                      <a:pt x="72" y="572"/>
                    </a:cubicBezTo>
                    <a:cubicBezTo>
                      <a:pt x="42" y="572"/>
                      <a:pt x="18" y="548"/>
                      <a:pt x="18" y="518"/>
                    </a:cubicBezTo>
                    <a:lnTo>
                      <a:pt x="18" y="71"/>
                    </a:lnTo>
                    <a:cubicBezTo>
                      <a:pt x="18" y="42"/>
                      <a:pt x="42" y="18"/>
                      <a:pt x="72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5976720" y="1364040"/>
                <a:ext cx="437760" cy="277200"/>
              </a:xfrm>
              <a:custGeom>
                <a:rect b="b" l="l" r="r" t="t"/>
                <a:pathLst>
                  <a:path extrusionOk="0" h="770" w="1216">
                    <a:moveTo>
                      <a:pt x="885" y="0"/>
                    </a:moveTo>
                    <a:lnTo>
                      <a:pt x="20" y="0"/>
                    </a:lnTo>
                    <a:lnTo>
                      <a:pt x="0" y="0"/>
                    </a:lnTo>
                    <a:lnTo>
                      <a:pt x="3" y="20"/>
                    </a:lnTo>
                    <a:cubicBezTo>
                      <a:pt x="38" y="262"/>
                      <a:pt x="38" y="507"/>
                      <a:pt x="3" y="750"/>
                    </a:cubicBezTo>
                    <a:lnTo>
                      <a:pt x="0" y="770"/>
                    </a:lnTo>
                    <a:lnTo>
                      <a:pt x="20" y="770"/>
                    </a:lnTo>
                    <a:lnTo>
                      <a:pt x="885" y="770"/>
                    </a:lnTo>
                    <a:cubicBezTo>
                      <a:pt x="1067" y="770"/>
                      <a:pt x="1216" y="621"/>
                      <a:pt x="1216" y="439"/>
                    </a:cubicBezTo>
                    <a:lnTo>
                      <a:pt x="1216" y="330"/>
                    </a:lnTo>
                    <a:cubicBezTo>
                      <a:pt x="1216" y="148"/>
                      <a:pt x="1067" y="0"/>
                      <a:pt x="885" y="0"/>
                    </a:cubicBezTo>
                    <a:moveTo>
                      <a:pt x="885" y="17"/>
                    </a:moveTo>
                    <a:cubicBezTo>
                      <a:pt x="1058" y="17"/>
                      <a:pt x="1198" y="157"/>
                      <a:pt x="1198" y="330"/>
                    </a:cubicBezTo>
                    <a:lnTo>
                      <a:pt x="1198" y="439"/>
                    </a:lnTo>
                    <a:cubicBezTo>
                      <a:pt x="1198" y="612"/>
                      <a:pt x="1058" y="752"/>
                      <a:pt x="885" y="752"/>
                    </a:cubicBezTo>
                    <a:lnTo>
                      <a:pt x="20" y="752"/>
                    </a:lnTo>
                    <a:cubicBezTo>
                      <a:pt x="55" y="508"/>
                      <a:pt x="55" y="261"/>
                      <a:pt x="20" y="17"/>
                    </a:cubicBezTo>
                    <a:lnTo>
                      <a:pt x="885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4660920" y="1137600"/>
                <a:ext cx="1010520" cy="116280"/>
              </a:xfrm>
              <a:custGeom>
                <a:rect b="b" l="l" r="r" t="t"/>
                <a:pathLst>
                  <a:path extrusionOk="0" h="323" w="2807">
                    <a:moveTo>
                      <a:pt x="2807" y="0"/>
                    </a:moveTo>
                    <a:lnTo>
                      <a:pt x="2714" y="0"/>
                    </a:lnTo>
                    <a:lnTo>
                      <a:pt x="67" y="0"/>
                    </a:lnTo>
                    <a:lnTo>
                      <a:pt x="0" y="0"/>
                    </a:lnTo>
                    <a:lnTo>
                      <a:pt x="58" y="33"/>
                    </a:lnTo>
                    <a:lnTo>
                      <a:pt x="316" y="179"/>
                    </a:lnTo>
                    <a:cubicBezTo>
                      <a:pt x="482" y="273"/>
                      <a:pt x="670" y="323"/>
                      <a:pt x="861" y="323"/>
                    </a:cubicBezTo>
                    <a:lnTo>
                      <a:pt x="1777" y="323"/>
                    </a:lnTo>
                    <a:cubicBezTo>
                      <a:pt x="1911" y="323"/>
                      <a:pt x="2043" y="298"/>
                      <a:pt x="2169" y="251"/>
                    </a:cubicBezTo>
                    <a:lnTo>
                      <a:pt x="2720" y="34"/>
                    </a:lnTo>
                    <a:lnTo>
                      <a:pt x="2807" y="0"/>
                    </a:lnTo>
                    <a:moveTo>
                      <a:pt x="2714" y="18"/>
                    </a:moveTo>
                    <a:lnTo>
                      <a:pt x="2163" y="234"/>
                    </a:lnTo>
                    <a:cubicBezTo>
                      <a:pt x="2040" y="281"/>
                      <a:pt x="1909" y="305"/>
                      <a:pt x="1777" y="305"/>
                    </a:cubicBezTo>
                    <a:lnTo>
                      <a:pt x="861" y="305"/>
                    </a:lnTo>
                    <a:cubicBezTo>
                      <a:pt x="673" y="305"/>
                      <a:pt x="488" y="256"/>
                      <a:pt x="325" y="164"/>
                    </a:cubicBezTo>
                    <a:lnTo>
                      <a:pt x="67" y="18"/>
                    </a:lnTo>
                    <a:lnTo>
                      <a:pt x="2714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4660920" y="1751400"/>
                <a:ext cx="1010520" cy="115920"/>
              </a:xfrm>
              <a:custGeom>
                <a:rect b="b" l="l" r="r" t="t"/>
                <a:pathLst>
                  <a:path extrusionOk="0" h="322" w="2807">
                    <a:moveTo>
                      <a:pt x="1777" y="0"/>
                    </a:moveTo>
                    <a:lnTo>
                      <a:pt x="861" y="0"/>
                    </a:lnTo>
                    <a:cubicBezTo>
                      <a:pt x="670" y="0"/>
                      <a:pt x="482" y="49"/>
                      <a:pt x="316" y="143"/>
                    </a:cubicBezTo>
                    <a:lnTo>
                      <a:pt x="58" y="289"/>
                    </a:lnTo>
                    <a:lnTo>
                      <a:pt x="0" y="322"/>
                    </a:lnTo>
                    <a:lnTo>
                      <a:pt x="67" y="322"/>
                    </a:lnTo>
                    <a:lnTo>
                      <a:pt x="2714" y="322"/>
                    </a:lnTo>
                    <a:lnTo>
                      <a:pt x="2807" y="322"/>
                    </a:lnTo>
                    <a:lnTo>
                      <a:pt x="2720" y="288"/>
                    </a:lnTo>
                    <a:lnTo>
                      <a:pt x="2169" y="71"/>
                    </a:lnTo>
                    <a:cubicBezTo>
                      <a:pt x="2043" y="24"/>
                      <a:pt x="1911" y="0"/>
                      <a:pt x="1777" y="0"/>
                    </a:cubicBezTo>
                    <a:moveTo>
                      <a:pt x="1777" y="17"/>
                    </a:moveTo>
                    <a:cubicBezTo>
                      <a:pt x="1909" y="17"/>
                      <a:pt x="2040" y="41"/>
                      <a:pt x="2163" y="88"/>
                    </a:cubicBezTo>
                    <a:lnTo>
                      <a:pt x="2714" y="304"/>
                    </a:lnTo>
                    <a:lnTo>
                      <a:pt x="67" y="304"/>
                    </a:lnTo>
                    <a:lnTo>
                      <a:pt x="325" y="158"/>
                    </a:lnTo>
                    <a:cubicBezTo>
                      <a:pt x="488" y="66"/>
                      <a:pt x="673" y="17"/>
                      <a:pt x="861" y="17"/>
                    </a:cubicBezTo>
                    <a:lnTo>
                      <a:pt x="1777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5585040" y="1137960"/>
                <a:ext cx="389160" cy="729360"/>
              </a:xfrm>
              <a:custGeom>
                <a:rect b="b" l="l" r="r" t="t"/>
                <a:pathLst>
                  <a:path extrusionOk="0" h="2026" w="1081">
                    <a:moveTo>
                      <a:pt x="748" y="0"/>
                    </a:moveTo>
                    <a:lnTo>
                      <a:pt x="748" y="0"/>
                    </a:lnTo>
                    <a:cubicBezTo>
                      <a:pt x="725" y="0"/>
                      <a:pt x="701" y="3"/>
                      <a:pt x="679" y="10"/>
                    </a:cubicBezTo>
                    <a:lnTo>
                      <a:pt x="167" y="159"/>
                    </a:lnTo>
                    <a:cubicBezTo>
                      <a:pt x="62" y="190"/>
                      <a:pt x="-8" y="292"/>
                      <a:pt x="1" y="402"/>
                    </a:cubicBezTo>
                    <a:lnTo>
                      <a:pt x="40" y="845"/>
                    </a:lnTo>
                    <a:cubicBezTo>
                      <a:pt x="50" y="956"/>
                      <a:pt x="50" y="1069"/>
                      <a:pt x="40" y="1180"/>
                    </a:cubicBezTo>
                    <a:lnTo>
                      <a:pt x="1" y="1624"/>
                    </a:lnTo>
                    <a:cubicBezTo>
                      <a:pt x="-8" y="1733"/>
                      <a:pt x="62" y="1835"/>
                      <a:pt x="167" y="1866"/>
                    </a:cubicBezTo>
                    <a:lnTo>
                      <a:pt x="679" y="2016"/>
                    </a:lnTo>
                    <a:cubicBezTo>
                      <a:pt x="701" y="2022"/>
                      <a:pt x="725" y="2026"/>
                      <a:pt x="748" y="2026"/>
                    </a:cubicBezTo>
                    <a:cubicBezTo>
                      <a:pt x="867" y="2026"/>
                      <a:pt x="970" y="1937"/>
                      <a:pt x="989" y="1819"/>
                    </a:cubicBezTo>
                    <a:lnTo>
                      <a:pt x="1052" y="1405"/>
                    </a:lnTo>
                    <a:lnTo>
                      <a:pt x="1053" y="1394"/>
                    </a:lnTo>
                    <a:lnTo>
                      <a:pt x="1055" y="1383"/>
                    </a:lnTo>
                    <a:cubicBezTo>
                      <a:pt x="1090" y="1137"/>
                      <a:pt x="1090" y="888"/>
                      <a:pt x="1055" y="643"/>
                    </a:cubicBezTo>
                    <a:lnTo>
                      <a:pt x="1053" y="631"/>
                    </a:lnTo>
                    <a:lnTo>
                      <a:pt x="1052" y="620"/>
                    </a:lnTo>
                    <a:lnTo>
                      <a:pt x="989" y="206"/>
                    </a:lnTo>
                    <a:cubicBezTo>
                      <a:pt x="970" y="89"/>
                      <a:pt x="867" y="0"/>
                      <a:pt x="748" y="0"/>
                    </a:cubicBezTo>
                    <a:moveTo>
                      <a:pt x="748" y="17"/>
                    </a:moveTo>
                    <a:cubicBezTo>
                      <a:pt x="856" y="17"/>
                      <a:pt x="954" y="96"/>
                      <a:pt x="971" y="209"/>
                    </a:cubicBezTo>
                    <a:lnTo>
                      <a:pt x="1034" y="623"/>
                    </a:lnTo>
                    <a:cubicBezTo>
                      <a:pt x="1035" y="630"/>
                      <a:pt x="1036" y="638"/>
                      <a:pt x="1037" y="645"/>
                    </a:cubicBezTo>
                    <a:cubicBezTo>
                      <a:pt x="1073" y="889"/>
                      <a:pt x="1073" y="1136"/>
                      <a:pt x="1037" y="1380"/>
                    </a:cubicBezTo>
                    <a:cubicBezTo>
                      <a:pt x="1036" y="1387"/>
                      <a:pt x="1035" y="1395"/>
                      <a:pt x="1034" y="1403"/>
                    </a:cubicBezTo>
                    <a:lnTo>
                      <a:pt x="971" y="1816"/>
                    </a:lnTo>
                    <a:cubicBezTo>
                      <a:pt x="954" y="1929"/>
                      <a:pt x="856" y="2008"/>
                      <a:pt x="748" y="2008"/>
                    </a:cubicBezTo>
                    <a:cubicBezTo>
                      <a:pt x="727" y="2008"/>
                      <a:pt x="705" y="2005"/>
                      <a:pt x="684" y="1999"/>
                    </a:cubicBezTo>
                    <a:lnTo>
                      <a:pt x="172" y="1849"/>
                    </a:lnTo>
                    <a:cubicBezTo>
                      <a:pt x="74" y="1821"/>
                      <a:pt x="10" y="1727"/>
                      <a:pt x="19" y="1625"/>
                    </a:cubicBezTo>
                    <a:lnTo>
                      <a:pt x="57" y="1181"/>
                    </a:lnTo>
                    <a:cubicBezTo>
                      <a:pt x="67" y="1069"/>
                      <a:pt x="67" y="956"/>
                      <a:pt x="57" y="844"/>
                    </a:cubicBezTo>
                    <a:lnTo>
                      <a:pt x="19" y="400"/>
                    </a:lnTo>
                    <a:cubicBezTo>
                      <a:pt x="10" y="298"/>
                      <a:pt x="74" y="205"/>
                      <a:pt x="172" y="176"/>
                    </a:cubicBezTo>
                    <a:lnTo>
                      <a:pt x="684" y="26"/>
                    </a:lnTo>
                    <a:cubicBezTo>
                      <a:pt x="705" y="20"/>
                      <a:pt x="727" y="17"/>
                      <a:pt x="748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4477680" y="1137960"/>
                <a:ext cx="258840" cy="729360"/>
              </a:xfrm>
              <a:custGeom>
                <a:rect b="b" l="l" r="r" t="t"/>
                <a:pathLst>
                  <a:path extrusionOk="0" h="2026" w="719">
                    <a:moveTo>
                      <a:pt x="224" y="0"/>
                    </a:moveTo>
                    <a:lnTo>
                      <a:pt x="224" y="0"/>
                    </a:lnTo>
                    <a:cubicBezTo>
                      <a:pt x="141" y="0"/>
                      <a:pt x="72" y="87"/>
                      <a:pt x="60" y="207"/>
                    </a:cubicBezTo>
                    <a:lnTo>
                      <a:pt x="19" y="621"/>
                    </a:lnTo>
                    <a:cubicBezTo>
                      <a:pt x="-7" y="881"/>
                      <a:pt x="-7" y="1144"/>
                      <a:pt x="19" y="1404"/>
                    </a:cubicBezTo>
                    <a:lnTo>
                      <a:pt x="60" y="1818"/>
                    </a:lnTo>
                    <a:cubicBezTo>
                      <a:pt x="72" y="1938"/>
                      <a:pt x="141" y="2026"/>
                      <a:pt x="224" y="2026"/>
                    </a:cubicBezTo>
                    <a:cubicBezTo>
                      <a:pt x="240" y="2026"/>
                      <a:pt x="257" y="2022"/>
                      <a:pt x="273" y="2015"/>
                    </a:cubicBezTo>
                    <a:lnTo>
                      <a:pt x="607" y="1865"/>
                    </a:lnTo>
                    <a:cubicBezTo>
                      <a:pt x="679" y="1833"/>
                      <a:pt x="724" y="1734"/>
                      <a:pt x="718" y="1624"/>
                    </a:cubicBezTo>
                    <a:lnTo>
                      <a:pt x="693" y="1180"/>
                    </a:lnTo>
                    <a:cubicBezTo>
                      <a:pt x="687" y="1069"/>
                      <a:pt x="687" y="956"/>
                      <a:pt x="693" y="845"/>
                    </a:cubicBezTo>
                    <a:lnTo>
                      <a:pt x="718" y="401"/>
                    </a:lnTo>
                    <a:cubicBezTo>
                      <a:pt x="724" y="291"/>
                      <a:pt x="679" y="192"/>
                      <a:pt x="607" y="160"/>
                    </a:cubicBezTo>
                    <a:lnTo>
                      <a:pt x="273" y="10"/>
                    </a:lnTo>
                    <a:cubicBezTo>
                      <a:pt x="257" y="3"/>
                      <a:pt x="240" y="0"/>
                      <a:pt x="224" y="0"/>
                    </a:cubicBezTo>
                    <a:moveTo>
                      <a:pt x="224" y="17"/>
                    </a:moveTo>
                    <a:cubicBezTo>
                      <a:pt x="238" y="17"/>
                      <a:pt x="252" y="20"/>
                      <a:pt x="266" y="26"/>
                    </a:cubicBezTo>
                    <a:lnTo>
                      <a:pt x="600" y="176"/>
                    </a:lnTo>
                    <a:cubicBezTo>
                      <a:pt x="664" y="205"/>
                      <a:pt x="706" y="298"/>
                      <a:pt x="700" y="400"/>
                    </a:cubicBezTo>
                    <a:lnTo>
                      <a:pt x="675" y="844"/>
                    </a:lnTo>
                    <a:cubicBezTo>
                      <a:pt x="669" y="956"/>
                      <a:pt x="669" y="1069"/>
                      <a:pt x="675" y="1181"/>
                    </a:cubicBezTo>
                    <a:lnTo>
                      <a:pt x="700" y="1625"/>
                    </a:lnTo>
                    <a:cubicBezTo>
                      <a:pt x="706" y="1727"/>
                      <a:pt x="664" y="1821"/>
                      <a:pt x="600" y="1849"/>
                    </a:cubicBezTo>
                    <a:lnTo>
                      <a:pt x="266" y="1999"/>
                    </a:lnTo>
                    <a:cubicBezTo>
                      <a:pt x="252" y="2005"/>
                      <a:pt x="238" y="2008"/>
                      <a:pt x="224" y="2008"/>
                    </a:cubicBezTo>
                    <a:cubicBezTo>
                      <a:pt x="153" y="2008"/>
                      <a:pt x="89" y="1929"/>
                      <a:pt x="78" y="1816"/>
                    </a:cubicBezTo>
                    <a:lnTo>
                      <a:pt x="36" y="1403"/>
                    </a:lnTo>
                    <a:cubicBezTo>
                      <a:pt x="11" y="1144"/>
                      <a:pt x="11" y="881"/>
                      <a:pt x="36" y="623"/>
                    </a:cubicBezTo>
                    <a:lnTo>
                      <a:pt x="78" y="209"/>
                    </a:lnTo>
                    <a:cubicBezTo>
                      <a:pt x="89" y="96"/>
                      <a:pt x="153" y="17"/>
                      <a:pt x="224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4231800" y="1063440"/>
                <a:ext cx="2285280" cy="878040"/>
              </a:xfrm>
              <a:custGeom>
                <a:rect b="b" l="l" r="r" t="t"/>
                <a:pathLst>
                  <a:path extrusionOk="0" h="2439" w="6348">
                    <a:moveTo>
                      <a:pt x="5640" y="0"/>
                    </a:moveTo>
                    <a:lnTo>
                      <a:pt x="453" y="0"/>
                    </a:lnTo>
                    <a:cubicBezTo>
                      <a:pt x="203" y="0"/>
                      <a:pt x="0" y="203"/>
                      <a:pt x="0" y="453"/>
                    </a:cubicBezTo>
                    <a:lnTo>
                      <a:pt x="0" y="1987"/>
                    </a:lnTo>
                    <a:cubicBezTo>
                      <a:pt x="0" y="2236"/>
                      <a:pt x="203" y="2439"/>
                      <a:pt x="453" y="2439"/>
                    </a:cubicBezTo>
                    <a:lnTo>
                      <a:pt x="5640" y="2439"/>
                    </a:lnTo>
                    <a:cubicBezTo>
                      <a:pt x="6030" y="2439"/>
                      <a:pt x="6348" y="2121"/>
                      <a:pt x="6348" y="1731"/>
                    </a:cubicBezTo>
                    <a:lnTo>
                      <a:pt x="6348" y="708"/>
                    </a:lnTo>
                    <a:cubicBezTo>
                      <a:pt x="6348" y="318"/>
                      <a:pt x="6030" y="0"/>
                      <a:pt x="5640" y="0"/>
                    </a:cubicBezTo>
                    <a:moveTo>
                      <a:pt x="5640" y="18"/>
                    </a:moveTo>
                    <a:cubicBezTo>
                      <a:pt x="6021" y="18"/>
                      <a:pt x="6330" y="328"/>
                      <a:pt x="6330" y="708"/>
                    </a:cubicBezTo>
                    <a:lnTo>
                      <a:pt x="6330" y="1731"/>
                    </a:lnTo>
                    <a:cubicBezTo>
                      <a:pt x="6330" y="2112"/>
                      <a:pt x="6021" y="2421"/>
                      <a:pt x="5640" y="2421"/>
                    </a:cubicBezTo>
                    <a:lnTo>
                      <a:pt x="453" y="2421"/>
                    </a:lnTo>
                    <a:cubicBezTo>
                      <a:pt x="213" y="2421"/>
                      <a:pt x="18" y="2226"/>
                      <a:pt x="18" y="1987"/>
                    </a:cubicBezTo>
                    <a:lnTo>
                      <a:pt x="18" y="453"/>
                    </a:lnTo>
                    <a:cubicBezTo>
                      <a:pt x="18" y="213"/>
                      <a:pt x="213" y="18"/>
                      <a:pt x="453" y="18"/>
                    </a:cubicBezTo>
                    <a:lnTo>
                      <a:pt x="5640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2" name="Google Shape;182;p5"/>
          <p:cNvGrpSpPr/>
          <p:nvPr/>
        </p:nvGrpSpPr>
        <p:grpSpPr>
          <a:xfrm>
            <a:off x="713223" y="4603991"/>
            <a:ext cx="469800" cy="65160"/>
            <a:chOff x="9146520" y="317880"/>
            <a:chExt cx="469800" cy="65160"/>
          </a:xfrm>
        </p:grpSpPr>
        <p:sp>
          <p:nvSpPr>
            <p:cNvPr id="183" name="Google Shape;183;p5"/>
            <p:cNvSpPr/>
            <p:nvPr/>
          </p:nvSpPr>
          <p:spPr>
            <a:xfrm>
              <a:off x="9146520" y="317880"/>
              <a:ext cx="65160" cy="65160"/>
            </a:xfrm>
            <a:custGeom>
              <a:rect b="b" l="l" r="r" t="t"/>
              <a:pathLst>
                <a:path extrusionOk="0" h="181" w="181">
                  <a:moveTo>
                    <a:pt x="181" y="91"/>
                  </a:moveTo>
                  <a:cubicBezTo>
                    <a:pt x="181" y="141"/>
                    <a:pt x="141" y="181"/>
                    <a:pt x="91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1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9348840" y="317880"/>
              <a:ext cx="65160" cy="65160"/>
            </a:xfrm>
            <a:custGeom>
              <a:rect b="b" l="l" r="r" t="t"/>
              <a:pathLst>
                <a:path extrusionOk="0" h="181" w="181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9551160" y="317880"/>
              <a:ext cx="65160" cy="65160"/>
            </a:xfrm>
            <a:custGeom>
              <a:rect b="b" l="l" r="r" t="t"/>
              <a:pathLst>
                <a:path extrusionOk="0" h="181" w="181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20150" lIns="90000" spcFirstLastPara="1" rIns="90000" wrap="square" tIns="2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p5"/>
          <p:cNvSpPr txBox="1"/>
          <p:nvPr>
            <p:ph idx="1" type="subTitle"/>
          </p:nvPr>
        </p:nvSpPr>
        <p:spPr>
          <a:xfrm>
            <a:off x="4376801" y="2345549"/>
            <a:ext cx="28560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p5"/>
          <p:cNvSpPr txBox="1"/>
          <p:nvPr>
            <p:ph idx="2" type="subTitle"/>
          </p:nvPr>
        </p:nvSpPr>
        <p:spPr>
          <a:xfrm>
            <a:off x="720000" y="2345549"/>
            <a:ext cx="28560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8" name="Google Shape;188;p5"/>
          <p:cNvSpPr txBox="1"/>
          <p:nvPr>
            <p:ph idx="3" type="subTitle"/>
          </p:nvPr>
        </p:nvSpPr>
        <p:spPr>
          <a:xfrm>
            <a:off x="720000" y="1938325"/>
            <a:ext cx="28560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9" name="Google Shape;189;p5"/>
          <p:cNvSpPr txBox="1"/>
          <p:nvPr>
            <p:ph idx="4" type="subTitle"/>
          </p:nvPr>
        </p:nvSpPr>
        <p:spPr>
          <a:xfrm>
            <a:off x="4376802" y="1938325"/>
            <a:ext cx="28560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0" name="Google Shape;190;p5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6377025" y="-151850"/>
            <a:ext cx="3571551" cy="544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6"/>
          <p:cNvGrpSpPr/>
          <p:nvPr/>
        </p:nvGrpSpPr>
        <p:grpSpPr>
          <a:xfrm>
            <a:off x="7550280" y="205025"/>
            <a:ext cx="989720" cy="984365"/>
            <a:chOff x="7550280" y="205025"/>
            <a:chExt cx="989720" cy="984365"/>
          </a:xfrm>
        </p:grpSpPr>
        <p:grpSp>
          <p:nvGrpSpPr>
            <p:cNvPr id="194" name="Google Shape;194;p6"/>
            <p:cNvGrpSpPr/>
            <p:nvPr/>
          </p:nvGrpSpPr>
          <p:grpSpPr>
            <a:xfrm>
              <a:off x="7550280" y="241510"/>
              <a:ext cx="948240" cy="947880"/>
              <a:chOff x="3374280" y="221760"/>
              <a:chExt cx="948240" cy="94788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3448440" y="295560"/>
                <a:ext cx="500760" cy="520200"/>
              </a:xfrm>
              <a:custGeom>
                <a:rect b="b" l="l" r="r" t="t"/>
                <a:pathLst>
                  <a:path extrusionOk="0" h="1445" w="1391">
                    <a:moveTo>
                      <a:pt x="330" y="1445"/>
                    </a:moveTo>
                    <a:cubicBezTo>
                      <a:pt x="315" y="1446"/>
                      <a:pt x="300" y="1440"/>
                      <a:pt x="288" y="1428"/>
                    </a:cubicBezTo>
                    <a:lnTo>
                      <a:pt x="17" y="1162"/>
                    </a:lnTo>
                    <a:cubicBezTo>
                      <a:pt x="6" y="1151"/>
                      <a:pt x="0" y="1136"/>
                      <a:pt x="0" y="1121"/>
                    </a:cubicBezTo>
                    <a:cubicBezTo>
                      <a:pt x="0" y="1105"/>
                      <a:pt x="6" y="1090"/>
                      <a:pt x="16" y="1079"/>
                    </a:cubicBezTo>
                    <a:lnTo>
                      <a:pt x="1060" y="18"/>
                    </a:lnTo>
                    <a:cubicBezTo>
                      <a:pt x="1083" y="-6"/>
                      <a:pt x="1120" y="-6"/>
                      <a:pt x="1143" y="17"/>
                    </a:cubicBezTo>
                    <a:lnTo>
                      <a:pt x="1373" y="243"/>
                    </a:lnTo>
                    <a:cubicBezTo>
                      <a:pt x="1397" y="266"/>
                      <a:pt x="1397" y="303"/>
                      <a:pt x="1374" y="326"/>
                    </a:cubicBezTo>
                    <a:cubicBezTo>
                      <a:pt x="1351" y="350"/>
                      <a:pt x="1314" y="350"/>
                      <a:pt x="1291" y="327"/>
                    </a:cubicBezTo>
                    <a:lnTo>
                      <a:pt x="1103" y="142"/>
                    </a:lnTo>
                    <a:lnTo>
                      <a:pt x="142" y="1120"/>
                    </a:lnTo>
                    <a:lnTo>
                      <a:pt x="370" y="1345"/>
                    </a:lnTo>
                    <a:cubicBezTo>
                      <a:pt x="394" y="1367"/>
                      <a:pt x="394" y="1405"/>
                      <a:pt x="371" y="1428"/>
                    </a:cubicBezTo>
                    <a:cubicBezTo>
                      <a:pt x="360" y="1439"/>
                      <a:pt x="345" y="1445"/>
                      <a:pt x="330" y="14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3374280" y="221760"/>
                <a:ext cx="948240" cy="947880"/>
              </a:xfrm>
              <a:custGeom>
                <a:rect b="b" l="l" r="r" t="t"/>
                <a:pathLst>
                  <a:path extrusionOk="0" h="2633" w="2634">
                    <a:moveTo>
                      <a:pt x="56" y="1327"/>
                    </a:moveTo>
                    <a:lnTo>
                      <a:pt x="1328" y="2577"/>
                    </a:lnTo>
                    <a:lnTo>
                      <a:pt x="2578" y="1305"/>
                    </a:lnTo>
                    <a:lnTo>
                      <a:pt x="1306" y="55"/>
                    </a:lnTo>
                    <a:lnTo>
                      <a:pt x="56" y="1327"/>
                    </a:lnTo>
                    <a:moveTo>
                      <a:pt x="1328" y="2633"/>
                    </a:moveTo>
                    <a:cubicBezTo>
                      <a:pt x="1322" y="2633"/>
                      <a:pt x="1316" y="2630"/>
                      <a:pt x="1312" y="2626"/>
                    </a:cubicBezTo>
                    <a:lnTo>
                      <a:pt x="7" y="1344"/>
                    </a:lnTo>
                    <a:cubicBezTo>
                      <a:pt x="3" y="1339"/>
                      <a:pt x="0" y="1334"/>
                      <a:pt x="0" y="1328"/>
                    </a:cubicBezTo>
                    <a:cubicBezTo>
                      <a:pt x="0" y="1321"/>
                      <a:pt x="2" y="1316"/>
                      <a:pt x="7" y="1311"/>
                    </a:cubicBezTo>
                    <a:lnTo>
                      <a:pt x="1289" y="6"/>
                    </a:lnTo>
                    <a:cubicBezTo>
                      <a:pt x="1298" y="-2"/>
                      <a:pt x="1313" y="-3"/>
                      <a:pt x="1322" y="6"/>
                    </a:cubicBezTo>
                    <a:lnTo>
                      <a:pt x="2627" y="1288"/>
                    </a:lnTo>
                    <a:cubicBezTo>
                      <a:pt x="2631" y="1293"/>
                      <a:pt x="2634" y="1299"/>
                      <a:pt x="2634" y="1305"/>
                    </a:cubicBezTo>
                    <a:cubicBezTo>
                      <a:pt x="2634" y="1311"/>
                      <a:pt x="2631" y="1317"/>
                      <a:pt x="2627" y="1321"/>
                    </a:cubicBezTo>
                    <a:lnTo>
                      <a:pt x="1345" y="2626"/>
                    </a:lnTo>
                    <a:cubicBezTo>
                      <a:pt x="1340" y="2630"/>
                      <a:pt x="1334" y="2632"/>
                      <a:pt x="1328" y="263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3615120" y="462240"/>
                <a:ext cx="466560" cy="466560"/>
              </a:xfrm>
              <a:custGeom>
                <a:rect b="b" l="l" r="r" t="t"/>
                <a:pathLst>
                  <a:path extrusionOk="0" h="1296" w="1296">
                    <a:moveTo>
                      <a:pt x="11" y="653"/>
                    </a:moveTo>
                    <a:lnTo>
                      <a:pt x="653" y="1285"/>
                    </a:lnTo>
                    <a:lnTo>
                      <a:pt x="1285" y="642"/>
                    </a:lnTo>
                    <a:lnTo>
                      <a:pt x="642" y="11"/>
                    </a:lnTo>
                    <a:lnTo>
                      <a:pt x="11" y="653"/>
                    </a:lnTo>
                    <a:moveTo>
                      <a:pt x="653" y="1296"/>
                    </a:moveTo>
                    <a:cubicBezTo>
                      <a:pt x="652" y="1296"/>
                      <a:pt x="651" y="1296"/>
                      <a:pt x="650" y="1295"/>
                    </a:cubicBezTo>
                    <a:lnTo>
                      <a:pt x="1" y="657"/>
                    </a:lnTo>
                    <a:cubicBezTo>
                      <a:pt x="1" y="656"/>
                      <a:pt x="0" y="655"/>
                      <a:pt x="0" y="654"/>
                    </a:cubicBezTo>
                    <a:cubicBezTo>
                      <a:pt x="0" y="653"/>
                      <a:pt x="1" y="651"/>
                      <a:pt x="1" y="651"/>
                    </a:cubicBezTo>
                    <a:lnTo>
                      <a:pt x="639" y="1"/>
                    </a:lnTo>
                    <a:cubicBezTo>
                      <a:pt x="641" y="0"/>
                      <a:pt x="644" y="0"/>
                      <a:pt x="645" y="1"/>
                    </a:cubicBezTo>
                    <a:lnTo>
                      <a:pt x="1294" y="639"/>
                    </a:lnTo>
                    <a:cubicBezTo>
                      <a:pt x="1295" y="640"/>
                      <a:pt x="1296" y="641"/>
                      <a:pt x="1296" y="642"/>
                    </a:cubicBezTo>
                    <a:cubicBezTo>
                      <a:pt x="1296" y="644"/>
                      <a:pt x="1295" y="645"/>
                      <a:pt x="1294" y="646"/>
                    </a:cubicBezTo>
                    <a:lnTo>
                      <a:pt x="657" y="1294"/>
                    </a:lnTo>
                    <a:cubicBezTo>
                      <a:pt x="656" y="1296"/>
                      <a:pt x="655" y="1296"/>
                      <a:pt x="653" y="12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6"/>
              <p:cNvSpPr/>
              <p:nvPr/>
            </p:nvSpPr>
            <p:spPr>
              <a:xfrm>
                <a:off x="3639240" y="483480"/>
                <a:ext cx="609120" cy="612000"/>
              </a:xfrm>
              <a:custGeom>
                <a:rect b="b" l="l" r="r" t="t"/>
                <a:pathLst>
                  <a:path extrusionOk="0" h="1700" w="1692">
                    <a:moveTo>
                      <a:pt x="591" y="1700"/>
                    </a:moveTo>
                    <a:cubicBezTo>
                      <a:pt x="575" y="1701"/>
                      <a:pt x="560" y="1695"/>
                      <a:pt x="549" y="1683"/>
                    </a:cubicBezTo>
                    <a:lnTo>
                      <a:pt x="18" y="1162"/>
                    </a:lnTo>
                    <a:cubicBezTo>
                      <a:pt x="-5" y="1139"/>
                      <a:pt x="-5" y="1102"/>
                      <a:pt x="17" y="1078"/>
                    </a:cubicBezTo>
                    <a:cubicBezTo>
                      <a:pt x="40" y="1056"/>
                      <a:pt x="78" y="1055"/>
                      <a:pt x="100" y="1078"/>
                    </a:cubicBezTo>
                    <a:lnTo>
                      <a:pt x="589" y="1558"/>
                    </a:lnTo>
                    <a:lnTo>
                      <a:pt x="1550" y="581"/>
                    </a:lnTo>
                    <a:lnTo>
                      <a:pt x="1061" y="100"/>
                    </a:lnTo>
                    <a:cubicBezTo>
                      <a:pt x="1038" y="77"/>
                      <a:pt x="1038" y="40"/>
                      <a:pt x="1061" y="17"/>
                    </a:cubicBezTo>
                    <a:cubicBezTo>
                      <a:pt x="1083" y="-6"/>
                      <a:pt x="1121" y="-6"/>
                      <a:pt x="1144" y="16"/>
                    </a:cubicBezTo>
                    <a:lnTo>
                      <a:pt x="1675" y="538"/>
                    </a:lnTo>
                    <a:cubicBezTo>
                      <a:pt x="1698" y="561"/>
                      <a:pt x="1698" y="598"/>
                      <a:pt x="1675" y="621"/>
                    </a:cubicBezTo>
                    <a:lnTo>
                      <a:pt x="632" y="1683"/>
                    </a:lnTo>
                    <a:cubicBezTo>
                      <a:pt x="621" y="1694"/>
                      <a:pt x="606" y="1700"/>
                      <a:pt x="591" y="17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3488605" y="718043"/>
                <a:ext cx="319680" cy="314640"/>
              </a:xfrm>
              <a:custGeom>
                <a:rect b="b" l="l" r="r" t="t"/>
                <a:pathLst>
                  <a:path extrusionOk="0" h="874" w="888">
                    <a:moveTo>
                      <a:pt x="829" y="874"/>
                    </a:moveTo>
                    <a:cubicBezTo>
                      <a:pt x="814" y="874"/>
                      <a:pt x="800" y="868"/>
                      <a:pt x="788" y="857"/>
                    </a:cubicBezTo>
                    <a:lnTo>
                      <a:pt x="18" y="100"/>
                    </a:lnTo>
                    <a:cubicBezTo>
                      <a:pt x="-5" y="78"/>
                      <a:pt x="-6" y="40"/>
                      <a:pt x="17" y="17"/>
                    </a:cubicBezTo>
                    <a:cubicBezTo>
                      <a:pt x="40" y="-6"/>
                      <a:pt x="77" y="-6"/>
                      <a:pt x="100" y="17"/>
                    </a:cubicBezTo>
                    <a:lnTo>
                      <a:pt x="870" y="773"/>
                    </a:lnTo>
                    <a:cubicBezTo>
                      <a:pt x="894" y="796"/>
                      <a:pt x="894" y="833"/>
                      <a:pt x="871" y="857"/>
                    </a:cubicBezTo>
                    <a:cubicBezTo>
                      <a:pt x="860" y="868"/>
                      <a:pt x="845" y="874"/>
                      <a:pt x="829" y="87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00" name="Google Shape;200;p6"/>
            <p:cNvCxnSpPr/>
            <p:nvPr/>
          </p:nvCxnSpPr>
          <p:spPr>
            <a:xfrm flipH="1" rot="10800000">
              <a:off x="8023400" y="205025"/>
              <a:ext cx="516600" cy="51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sp>
        <p:nvSpPr>
          <p:cNvPr id="201" name="Google Shape;201;p6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7"/>
          <p:cNvGrpSpPr/>
          <p:nvPr/>
        </p:nvGrpSpPr>
        <p:grpSpPr>
          <a:xfrm>
            <a:off x="-1049350" y="-1702125"/>
            <a:ext cx="10612902" cy="8036699"/>
            <a:chOff x="-1049350" y="-1702125"/>
            <a:chExt cx="10612902" cy="8036699"/>
          </a:xfrm>
        </p:grpSpPr>
        <p:pic>
          <p:nvPicPr>
            <p:cNvPr id="204" name="Google Shape;20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464602" y="-17021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49350" y="3936924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7"/>
          <p:cNvSpPr txBox="1"/>
          <p:nvPr>
            <p:ph type="title"/>
          </p:nvPr>
        </p:nvSpPr>
        <p:spPr>
          <a:xfrm>
            <a:off x="713225" y="765600"/>
            <a:ext cx="3811500" cy="10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" name="Google Shape;207;p7"/>
          <p:cNvSpPr txBox="1"/>
          <p:nvPr>
            <p:ph idx="1" type="subTitle"/>
          </p:nvPr>
        </p:nvSpPr>
        <p:spPr>
          <a:xfrm>
            <a:off x="713225" y="1853100"/>
            <a:ext cx="3811500" cy="25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08" name="Google Shape;208;p7"/>
          <p:cNvSpPr/>
          <p:nvPr>
            <p:ph idx="2" type="pic"/>
          </p:nvPr>
        </p:nvSpPr>
        <p:spPr>
          <a:xfrm>
            <a:off x="5019325" y="0"/>
            <a:ext cx="4124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3" name="Google Shape;21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10"/>
          <p:cNvSpPr txBox="1"/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hasCustomPrompt="1" type="title"/>
          </p:nvPr>
        </p:nvSpPr>
        <p:spPr>
          <a:xfrm>
            <a:off x="713225" y="1928200"/>
            <a:ext cx="4548600" cy="12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9" name="Google Shape;219;p11"/>
          <p:cNvSpPr txBox="1"/>
          <p:nvPr>
            <p:ph idx="1" type="subTitle"/>
          </p:nvPr>
        </p:nvSpPr>
        <p:spPr>
          <a:xfrm>
            <a:off x="713225" y="3324475"/>
            <a:ext cx="45486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20" name="Google Shape;220;p11"/>
          <p:cNvGrpSpPr/>
          <p:nvPr/>
        </p:nvGrpSpPr>
        <p:grpSpPr>
          <a:xfrm>
            <a:off x="143958" y="-1175150"/>
            <a:ext cx="8585418" cy="6394300"/>
            <a:chOff x="143958" y="-1175150"/>
            <a:chExt cx="8585418" cy="6394300"/>
          </a:xfrm>
        </p:grpSpPr>
        <p:pic>
          <p:nvPicPr>
            <p:cNvPr id="221" name="Google Shape;221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5157825" y="-228050"/>
              <a:ext cx="3571551" cy="544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958" y="-1175150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3" name="Google Shape;223;p11"/>
            <p:cNvGrpSpPr/>
            <p:nvPr/>
          </p:nvGrpSpPr>
          <p:grpSpPr>
            <a:xfrm>
              <a:off x="713223" y="4603991"/>
              <a:ext cx="469800" cy="65160"/>
              <a:chOff x="9146520" y="317880"/>
              <a:chExt cx="469800" cy="65160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7" name="Google Shape;227;p11"/>
          <p:cNvGrpSpPr/>
          <p:nvPr/>
        </p:nvGrpSpPr>
        <p:grpSpPr>
          <a:xfrm>
            <a:off x="6250149" y="76209"/>
            <a:ext cx="2333607" cy="4628276"/>
            <a:chOff x="6250149" y="76209"/>
            <a:chExt cx="2333607" cy="4628276"/>
          </a:xfrm>
        </p:grpSpPr>
        <p:grpSp>
          <p:nvGrpSpPr>
            <p:cNvPr id="228" name="Google Shape;228;p11"/>
            <p:cNvGrpSpPr/>
            <p:nvPr/>
          </p:nvGrpSpPr>
          <p:grpSpPr>
            <a:xfrm>
              <a:off x="6250149" y="76209"/>
              <a:ext cx="1896182" cy="2171165"/>
              <a:chOff x="6070174" y="354509"/>
              <a:chExt cx="1896182" cy="2171165"/>
            </a:xfrm>
          </p:grpSpPr>
          <p:grpSp>
            <p:nvGrpSpPr>
              <p:cNvPr id="229" name="Google Shape;229;p11"/>
              <p:cNvGrpSpPr/>
              <p:nvPr/>
            </p:nvGrpSpPr>
            <p:grpSpPr>
              <a:xfrm rot="-1800044">
                <a:off x="6461717" y="507892"/>
                <a:ext cx="1113096" cy="1864399"/>
                <a:chOff x="4472640" y="2678040"/>
                <a:chExt cx="1113120" cy="1864440"/>
              </a:xfrm>
            </p:grpSpPr>
            <p:sp>
              <p:nvSpPr>
                <p:cNvPr id="230" name="Google Shape;230;p11"/>
                <p:cNvSpPr/>
                <p:nvPr/>
              </p:nvSpPr>
              <p:spPr>
                <a:xfrm>
                  <a:off x="5290200" y="2775600"/>
                  <a:ext cx="148680" cy="181080"/>
                </a:xfrm>
                <a:custGeom>
                  <a:rect b="b" l="l" r="r" t="t"/>
                  <a:pathLst>
                    <a:path extrusionOk="0" h="503" w="413">
                      <a:moveTo>
                        <a:pt x="108" y="0"/>
                      </a:moveTo>
                      <a:lnTo>
                        <a:pt x="108" y="0"/>
                      </a:lnTo>
                      <a:cubicBezTo>
                        <a:pt x="79" y="0"/>
                        <a:pt x="51" y="11"/>
                        <a:pt x="31" y="31"/>
                      </a:cubicBezTo>
                      <a:cubicBezTo>
                        <a:pt x="11" y="52"/>
                        <a:pt x="0" y="79"/>
                        <a:pt x="0" y="108"/>
                      </a:cubicBezTo>
                      <a:lnTo>
                        <a:pt x="0" y="148"/>
                      </a:lnTo>
                      <a:cubicBezTo>
                        <a:pt x="0" y="176"/>
                        <a:pt x="11" y="204"/>
                        <a:pt x="31" y="224"/>
                      </a:cubicBezTo>
                      <a:lnTo>
                        <a:pt x="289" y="481"/>
                      </a:lnTo>
                      <a:cubicBezTo>
                        <a:pt x="303" y="495"/>
                        <a:pt x="321" y="503"/>
                        <a:pt x="340" y="503"/>
                      </a:cubicBezTo>
                      <a:cubicBezTo>
                        <a:pt x="358" y="503"/>
                        <a:pt x="377" y="496"/>
                        <a:pt x="390" y="483"/>
                      </a:cubicBezTo>
                      <a:cubicBezTo>
                        <a:pt x="405" y="469"/>
                        <a:pt x="413" y="450"/>
                        <a:pt x="413" y="430"/>
                      </a:cubicBezTo>
                      <a:lnTo>
                        <a:pt x="413" y="344"/>
                      </a:lnTo>
                      <a:cubicBezTo>
                        <a:pt x="413" y="176"/>
                        <a:pt x="293" y="32"/>
                        <a:pt x="128" y="1"/>
                      </a:cubicBezTo>
                      <a:cubicBezTo>
                        <a:pt x="122" y="0"/>
                        <a:pt x="115" y="0"/>
                        <a:pt x="108" y="0"/>
                      </a:cubicBezTo>
                      <a:moveTo>
                        <a:pt x="108" y="17"/>
                      </a:moveTo>
                      <a:cubicBezTo>
                        <a:pt x="114" y="17"/>
                        <a:pt x="119" y="18"/>
                        <a:pt x="125" y="19"/>
                      </a:cubicBezTo>
                      <a:cubicBezTo>
                        <a:pt x="279" y="47"/>
                        <a:pt x="395" y="182"/>
                        <a:pt x="395" y="344"/>
                      </a:cubicBezTo>
                      <a:lnTo>
                        <a:pt x="395" y="430"/>
                      </a:lnTo>
                      <a:cubicBezTo>
                        <a:pt x="395" y="463"/>
                        <a:pt x="368" y="485"/>
                        <a:pt x="340" y="485"/>
                      </a:cubicBezTo>
                      <a:cubicBezTo>
                        <a:pt x="326" y="485"/>
                        <a:pt x="313" y="480"/>
                        <a:pt x="301" y="469"/>
                      </a:cubicBezTo>
                      <a:lnTo>
                        <a:pt x="44" y="211"/>
                      </a:lnTo>
                      <a:cubicBezTo>
                        <a:pt x="27" y="194"/>
                        <a:pt x="17" y="172"/>
                        <a:pt x="17" y="148"/>
                      </a:cubicBezTo>
                      <a:lnTo>
                        <a:pt x="17" y="108"/>
                      </a:lnTo>
                      <a:cubicBezTo>
                        <a:pt x="17" y="84"/>
                        <a:pt x="27" y="61"/>
                        <a:pt x="44" y="44"/>
                      </a:cubicBezTo>
                      <a:cubicBezTo>
                        <a:pt x="61" y="27"/>
                        <a:pt x="84" y="17"/>
                        <a:pt x="108" y="1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" name="Google Shape;231;p11"/>
                <p:cNvSpPr/>
                <p:nvPr/>
              </p:nvSpPr>
              <p:spPr>
                <a:xfrm>
                  <a:off x="4623480" y="2775960"/>
                  <a:ext cx="148680" cy="181080"/>
                </a:xfrm>
                <a:custGeom>
                  <a:rect b="b" l="l" r="r" t="t"/>
                  <a:pathLst>
                    <a:path extrusionOk="0" h="503" w="413">
                      <a:moveTo>
                        <a:pt x="305" y="0"/>
                      </a:moveTo>
                      <a:lnTo>
                        <a:pt x="305" y="0"/>
                      </a:lnTo>
                      <a:cubicBezTo>
                        <a:pt x="298" y="0"/>
                        <a:pt x="291" y="0"/>
                        <a:pt x="284" y="2"/>
                      </a:cubicBezTo>
                      <a:cubicBezTo>
                        <a:pt x="119" y="32"/>
                        <a:pt x="0" y="176"/>
                        <a:pt x="0" y="344"/>
                      </a:cubicBezTo>
                      <a:lnTo>
                        <a:pt x="0" y="430"/>
                      </a:lnTo>
                      <a:cubicBezTo>
                        <a:pt x="0" y="476"/>
                        <a:pt x="37" y="503"/>
                        <a:pt x="73" y="503"/>
                      </a:cubicBezTo>
                      <a:cubicBezTo>
                        <a:pt x="92" y="503"/>
                        <a:pt x="110" y="495"/>
                        <a:pt x="124" y="481"/>
                      </a:cubicBezTo>
                      <a:lnTo>
                        <a:pt x="381" y="224"/>
                      </a:lnTo>
                      <a:cubicBezTo>
                        <a:pt x="401" y="203"/>
                        <a:pt x="413" y="176"/>
                        <a:pt x="413" y="148"/>
                      </a:cubicBezTo>
                      <a:lnTo>
                        <a:pt x="413" y="108"/>
                      </a:lnTo>
                      <a:cubicBezTo>
                        <a:pt x="413" y="79"/>
                        <a:pt x="401" y="51"/>
                        <a:pt x="381" y="31"/>
                      </a:cubicBezTo>
                      <a:cubicBezTo>
                        <a:pt x="361" y="11"/>
                        <a:pt x="334" y="0"/>
                        <a:pt x="305" y="0"/>
                      </a:cubicBezTo>
                      <a:moveTo>
                        <a:pt x="305" y="17"/>
                      </a:moveTo>
                      <a:cubicBezTo>
                        <a:pt x="329" y="17"/>
                        <a:pt x="351" y="27"/>
                        <a:pt x="369" y="44"/>
                      </a:cubicBezTo>
                      <a:cubicBezTo>
                        <a:pt x="385" y="61"/>
                        <a:pt x="395" y="84"/>
                        <a:pt x="395" y="108"/>
                      </a:cubicBezTo>
                      <a:lnTo>
                        <a:pt x="395" y="148"/>
                      </a:lnTo>
                      <a:cubicBezTo>
                        <a:pt x="395" y="171"/>
                        <a:pt x="385" y="194"/>
                        <a:pt x="369" y="211"/>
                      </a:cubicBezTo>
                      <a:lnTo>
                        <a:pt x="111" y="469"/>
                      </a:lnTo>
                      <a:cubicBezTo>
                        <a:pt x="100" y="480"/>
                        <a:pt x="86" y="485"/>
                        <a:pt x="73" y="485"/>
                      </a:cubicBezTo>
                      <a:cubicBezTo>
                        <a:pt x="45" y="485"/>
                        <a:pt x="18" y="463"/>
                        <a:pt x="18" y="430"/>
                      </a:cubicBezTo>
                      <a:lnTo>
                        <a:pt x="18" y="344"/>
                      </a:lnTo>
                      <a:cubicBezTo>
                        <a:pt x="17" y="182"/>
                        <a:pt x="134" y="47"/>
                        <a:pt x="287" y="19"/>
                      </a:cubicBezTo>
                      <a:cubicBezTo>
                        <a:pt x="293" y="18"/>
                        <a:pt x="299" y="17"/>
                        <a:pt x="305" y="1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" name="Google Shape;232;p11"/>
                <p:cNvSpPr/>
                <p:nvPr/>
              </p:nvSpPr>
              <p:spPr>
                <a:xfrm>
                  <a:off x="4784760" y="3699000"/>
                  <a:ext cx="493560" cy="246600"/>
                </a:xfrm>
                <a:custGeom>
                  <a:rect b="b" l="l" r="r" t="t"/>
                  <a:pathLst>
                    <a:path extrusionOk="0" h="685" w="1371">
                      <a:moveTo>
                        <a:pt x="1362" y="0"/>
                      </a:moveTo>
                      <a:lnTo>
                        <a:pt x="1344" y="0"/>
                      </a:lnTo>
                      <a:lnTo>
                        <a:pt x="26" y="0"/>
                      </a:lnTo>
                      <a:lnTo>
                        <a:pt x="9" y="0"/>
                      </a:lnTo>
                      <a:lnTo>
                        <a:pt x="9" y="17"/>
                      </a:lnTo>
                      <a:lnTo>
                        <a:pt x="0" y="595"/>
                      </a:lnTo>
                      <a:lnTo>
                        <a:pt x="0" y="609"/>
                      </a:lnTo>
                      <a:lnTo>
                        <a:pt x="13" y="613"/>
                      </a:lnTo>
                      <a:cubicBezTo>
                        <a:pt x="16" y="613"/>
                        <a:pt x="300" y="685"/>
                        <a:pt x="680" y="685"/>
                      </a:cubicBezTo>
                      <a:lnTo>
                        <a:pt x="684" y="685"/>
                      </a:lnTo>
                      <a:cubicBezTo>
                        <a:pt x="1067" y="684"/>
                        <a:pt x="1354" y="613"/>
                        <a:pt x="1357" y="613"/>
                      </a:cubicBezTo>
                      <a:lnTo>
                        <a:pt x="1371" y="609"/>
                      </a:lnTo>
                      <a:lnTo>
                        <a:pt x="1370" y="595"/>
                      </a:lnTo>
                      <a:lnTo>
                        <a:pt x="1362" y="17"/>
                      </a:lnTo>
                      <a:lnTo>
                        <a:pt x="1362" y="0"/>
                      </a:lnTo>
                      <a:moveTo>
                        <a:pt x="1344" y="17"/>
                      </a:moveTo>
                      <a:lnTo>
                        <a:pt x="1353" y="595"/>
                      </a:lnTo>
                      <a:cubicBezTo>
                        <a:pt x="1353" y="595"/>
                        <a:pt x="1069" y="666"/>
                        <a:pt x="684" y="667"/>
                      </a:cubicBezTo>
                      <a:cubicBezTo>
                        <a:pt x="683" y="667"/>
                        <a:pt x="682" y="667"/>
                        <a:pt x="680" y="667"/>
                      </a:cubicBezTo>
                      <a:cubicBezTo>
                        <a:pt x="297" y="667"/>
                        <a:pt x="18" y="595"/>
                        <a:pt x="18" y="595"/>
                      </a:cubicBezTo>
                      <a:lnTo>
                        <a:pt x="26" y="17"/>
                      </a:lnTo>
                      <a:lnTo>
                        <a:pt x="1344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" name="Google Shape;233;p11"/>
                <p:cNvSpPr/>
                <p:nvPr/>
              </p:nvSpPr>
              <p:spPr>
                <a:xfrm>
                  <a:off x="4786920" y="3451680"/>
                  <a:ext cx="489600" cy="231120"/>
                </a:xfrm>
                <a:custGeom>
                  <a:rect b="b" l="l" r="r" t="t"/>
                  <a:pathLst>
                    <a:path extrusionOk="0" h="642" w="1360">
                      <a:moveTo>
                        <a:pt x="1351" y="0"/>
                      </a:moveTo>
                      <a:lnTo>
                        <a:pt x="1333" y="0"/>
                      </a:lnTo>
                      <a:lnTo>
                        <a:pt x="27" y="1"/>
                      </a:lnTo>
                      <a:lnTo>
                        <a:pt x="10" y="1"/>
                      </a:lnTo>
                      <a:lnTo>
                        <a:pt x="9" y="18"/>
                      </a:lnTo>
                      <a:lnTo>
                        <a:pt x="0" y="624"/>
                      </a:lnTo>
                      <a:lnTo>
                        <a:pt x="0" y="642"/>
                      </a:lnTo>
                      <a:lnTo>
                        <a:pt x="18" y="642"/>
                      </a:lnTo>
                      <a:lnTo>
                        <a:pt x="1343" y="642"/>
                      </a:lnTo>
                      <a:lnTo>
                        <a:pt x="1360" y="642"/>
                      </a:lnTo>
                      <a:lnTo>
                        <a:pt x="1360" y="624"/>
                      </a:lnTo>
                      <a:lnTo>
                        <a:pt x="1351" y="18"/>
                      </a:lnTo>
                      <a:lnTo>
                        <a:pt x="1351" y="0"/>
                      </a:lnTo>
                      <a:moveTo>
                        <a:pt x="1333" y="18"/>
                      </a:moveTo>
                      <a:lnTo>
                        <a:pt x="1343" y="624"/>
                      </a:lnTo>
                      <a:lnTo>
                        <a:pt x="18" y="625"/>
                      </a:lnTo>
                      <a:lnTo>
                        <a:pt x="27" y="18"/>
                      </a:lnTo>
                      <a:lnTo>
                        <a:pt x="1333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11"/>
                <p:cNvSpPr/>
                <p:nvPr/>
              </p:nvSpPr>
              <p:spPr>
                <a:xfrm>
                  <a:off x="4790160" y="2920680"/>
                  <a:ext cx="482400" cy="514080"/>
                </a:xfrm>
                <a:custGeom>
                  <a:rect b="b" l="l" r="r" t="t"/>
                  <a:pathLst>
                    <a:path extrusionOk="0" h="1428" w="1340">
                      <a:moveTo>
                        <a:pt x="423" y="149"/>
                      </a:moveTo>
                      <a:lnTo>
                        <a:pt x="916" y="149"/>
                      </a:lnTo>
                      <a:cubicBezTo>
                        <a:pt x="1052" y="149"/>
                        <a:pt x="1164" y="259"/>
                        <a:pt x="1166" y="395"/>
                      </a:cubicBezTo>
                      <a:lnTo>
                        <a:pt x="1169" y="621"/>
                      </a:lnTo>
                      <a:lnTo>
                        <a:pt x="170" y="622"/>
                      </a:lnTo>
                      <a:lnTo>
                        <a:pt x="173" y="396"/>
                      </a:lnTo>
                      <a:cubicBezTo>
                        <a:pt x="175" y="260"/>
                        <a:pt x="287" y="149"/>
                        <a:pt x="423" y="149"/>
                      </a:cubicBezTo>
                      <a:moveTo>
                        <a:pt x="942" y="0"/>
                      </a:moveTo>
                      <a:lnTo>
                        <a:pt x="942" y="0"/>
                      </a:lnTo>
                      <a:lnTo>
                        <a:pt x="397" y="0"/>
                      </a:lnTo>
                      <a:cubicBezTo>
                        <a:pt x="265" y="0"/>
                        <a:pt x="144" y="66"/>
                        <a:pt x="73" y="178"/>
                      </a:cubicBezTo>
                      <a:cubicBezTo>
                        <a:pt x="36" y="238"/>
                        <a:pt x="15" y="307"/>
                        <a:pt x="15" y="376"/>
                      </a:cubicBezTo>
                      <a:lnTo>
                        <a:pt x="0" y="1410"/>
                      </a:lnTo>
                      <a:lnTo>
                        <a:pt x="0" y="1428"/>
                      </a:lnTo>
                      <a:lnTo>
                        <a:pt x="18" y="1428"/>
                      </a:lnTo>
                      <a:lnTo>
                        <a:pt x="1322" y="1427"/>
                      </a:lnTo>
                      <a:lnTo>
                        <a:pt x="1340" y="1427"/>
                      </a:lnTo>
                      <a:lnTo>
                        <a:pt x="1340" y="1409"/>
                      </a:lnTo>
                      <a:lnTo>
                        <a:pt x="1324" y="376"/>
                      </a:lnTo>
                      <a:cubicBezTo>
                        <a:pt x="1323" y="306"/>
                        <a:pt x="1303" y="237"/>
                        <a:pt x="1265" y="178"/>
                      </a:cubicBezTo>
                      <a:cubicBezTo>
                        <a:pt x="1195" y="66"/>
                        <a:pt x="1074" y="0"/>
                        <a:pt x="942" y="0"/>
                      </a:cubicBezTo>
                      <a:moveTo>
                        <a:pt x="423" y="132"/>
                      </a:moveTo>
                      <a:lnTo>
                        <a:pt x="423" y="132"/>
                      </a:lnTo>
                      <a:cubicBezTo>
                        <a:pt x="276" y="132"/>
                        <a:pt x="158" y="249"/>
                        <a:pt x="156" y="395"/>
                      </a:cubicBezTo>
                      <a:lnTo>
                        <a:pt x="152" y="639"/>
                      </a:lnTo>
                      <a:lnTo>
                        <a:pt x="1187" y="639"/>
                      </a:lnTo>
                      <a:lnTo>
                        <a:pt x="1184" y="395"/>
                      </a:lnTo>
                      <a:cubicBezTo>
                        <a:pt x="1181" y="249"/>
                        <a:pt x="1062" y="131"/>
                        <a:pt x="916" y="131"/>
                      </a:cubicBezTo>
                      <a:lnTo>
                        <a:pt x="916" y="131"/>
                      </a:lnTo>
                      <a:lnTo>
                        <a:pt x="423" y="132"/>
                      </a:lnTo>
                      <a:moveTo>
                        <a:pt x="942" y="17"/>
                      </a:moveTo>
                      <a:cubicBezTo>
                        <a:pt x="1072" y="17"/>
                        <a:pt x="1186" y="85"/>
                        <a:pt x="1251" y="187"/>
                      </a:cubicBezTo>
                      <a:cubicBezTo>
                        <a:pt x="1285" y="242"/>
                        <a:pt x="1306" y="306"/>
                        <a:pt x="1307" y="376"/>
                      </a:cubicBezTo>
                      <a:lnTo>
                        <a:pt x="1322" y="1409"/>
                      </a:lnTo>
                      <a:lnTo>
                        <a:pt x="18" y="1410"/>
                      </a:lnTo>
                      <a:lnTo>
                        <a:pt x="32" y="377"/>
                      </a:lnTo>
                      <a:cubicBezTo>
                        <a:pt x="33" y="307"/>
                        <a:pt x="54" y="242"/>
                        <a:pt x="88" y="187"/>
                      </a:cubicBezTo>
                      <a:cubicBezTo>
                        <a:pt x="153" y="85"/>
                        <a:pt x="267" y="18"/>
                        <a:pt x="397" y="17"/>
                      </a:cubicBezTo>
                      <a:lnTo>
                        <a:pt x="942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1"/>
                <p:cNvSpPr/>
                <p:nvPr/>
              </p:nvSpPr>
              <p:spPr>
                <a:xfrm>
                  <a:off x="5311080" y="3122640"/>
                  <a:ext cx="127080" cy="885960"/>
                </a:xfrm>
                <a:custGeom>
                  <a:rect b="b" l="l" r="r" t="t"/>
                  <a:pathLst>
                    <a:path extrusionOk="0" h="2461" w="353">
                      <a:moveTo>
                        <a:pt x="311" y="0"/>
                      </a:moveTo>
                      <a:lnTo>
                        <a:pt x="294" y="0"/>
                      </a:lnTo>
                      <a:cubicBezTo>
                        <a:pt x="215" y="0"/>
                        <a:pt x="141" y="34"/>
                        <a:pt x="86" y="96"/>
                      </a:cubicBezTo>
                      <a:cubicBezTo>
                        <a:pt x="31" y="158"/>
                        <a:pt x="0" y="239"/>
                        <a:pt x="0" y="326"/>
                      </a:cubicBezTo>
                      <a:lnTo>
                        <a:pt x="40" y="1698"/>
                      </a:lnTo>
                      <a:cubicBezTo>
                        <a:pt x="41" y="1973"/>
                        <a:pt x="143" y="2239"/>
                        <a:pt x="322" y="2428"/>
                      </a:cubicBezTo>
                      <a:lnTo>
                        <a:pt x="353" y="2461"/>
                      </a:lnTo>
                      <a:lnTo>
                        <a:pt x="352" y="2415"/>
                      </a:lnTo>
                      <a:lnTo>
                        <a:pt x="312" y="17"/>
                      </a:lnTo>
                      <a:lnTo>
                        <a:pt x="311" y="0"/>
                      </a:lnTo>
                      <a:moveTo>
                        <a:pt x="294" y="17"/>
                      </a:moveTo>
                      <a:lnTo>
                        <a:pt x="335" y="2416"/>
                      </a:lnTo>
                      <a:cubicBezTo>
                        <a:pt x="158" y="2229"/>
                        <a:pt x="58" y="1969"/>
                        <a:pt x="58" y="1697"/>
                      </a:cubicBezTo>
                      <a:lnTo>
                        <a:pt x="18" y="326"/>
                      </a:lnTo>
                      <a:cubicBezTo>
                        <a:pt x="18" y="156"/>
                        <a:pt x="141" y="17"/>
                        <a:pt x="294" y="1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11"/>
                <p:cNvSpPr/>
                <p:nvPr/>
              </p:nvSpPr>
              <p:spPr>
                <a:xfrm>
                  <a:off x="4625280" y="3123000"/>
                  <a:ext cx="126000" cy="885960"/>
                </a:xfrm>
                <a:custGeom>
                  <a:rect b="b" l="l" r="r" t="t"/>
                  <a:pathLst>
                    <a:path extrusionOk="0" h="2461" w="350">
                      <a:moveTo>
                        <a:pt x="56" y="0"/>
                      </a:moveTo>
                      <a:lnTo>
                        <a:pt x="56" y="0"/>
                      </a:lnTo>
                      <a:lnTo>
                        <a:pt x="39" y="0"/>
                      </a:lnTo>
                      <a:lnTo>
                        <a:pt x="39" y="17"/>
                      </a:lnTo>
                      <a:lnTo>
                        <a:pt x="1" y="2416"/>
                      </a:lnTo>
                      <a:lnTo>
                        <a:pt x="0" y="2461"/>
                      </a:lnTo>
                      <a:lnTo>
                        <a:pt x="31" y="2428"/>
                      </a:lnTo>
                      <a:cubicBezTo>
                        <a:pt x="210" y="2239"/>
                        <a:pt x="312" y="1972"/>
                        <a:pt x="312" y="1697"/>
                      </a:cubicBezTo>
                      <a:lnTo>
                        <a:pt x="350" y="327"/>
                      </a:lnTo>
                      <a:cubicBezTo>
                        <a:pt x="350" y="239"/>
                        <a:pt x="320" y="158"/>
                        <a:pt x="265" y="96"/>
                      </a:cubicBezTo>
                      <a:cubicBezTo>
                        <a:pt x="209" y="34"/>
                        <a:pt x="135" y="0"/>
                        <a:pt x="56" y="0"/>
                      </a:cubicBezTo>
                      <a:moveTo>
                        <a:pt x="56" y="17"/>
                      </a:moveTo>
                      <a:cubicBezTo>
                        <a:pt x="209" y="17"/>
                        <a:pt x="333" y="156"/>
                        <a:pt x="332" y="326"/>
                      </a:cubicBezTo>
                      <a:lnTo>
                        <a:pt x="294" y="1697"/>
                      </a:lnTo>
                      <a:cubicBezTo>
                        <a:pt x="294" y="1969"/>
                        <a:pt x="195" y="2229"/>
                        <a:pt x="18" y="2416"/>
                      </a:cubicBezTo>
                      <a:lnTo>
                        <a:pt x="56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" name="Google Shape;237;p11"/>
                <p:cNvSpPr/>
                <p:nvPr/>
              </p:nvSpPr>
              <p:spPr>
                <a:xfrm>
                  <a:off x="4775400" y="3925080"/>
                  <a:ext cx="511560" cy="101880"/>
                </a:xfrm>
                <a:custGeom>
                  <a:rect b="b" l="l" r="r" t="t"/>
                  <a:pathLst>
                    <a:path extrusionOk="0" h="283" w="1421">
                      <a:moveTo>
                        <a:pt x="1421" y="0"/>
                      </a:moveTo>
                      <a:lnTo>
                        <a:pt x="1379" y="13"/>
                      </a:lnTo>
                      <a:cubicBezTo>
                        <a:pt x="1377" y="14"/>
                        <a:pt x="1132" y="91"/>
                        <a:pt x="712" y="91"/>
                      </a:cubicBezTo>
                      <a:lnTo>
                        <a:pt x="710" y="91"/>
                      </a:lnTo>
                      <a:cubicBezTo>
                        <a:pt x="291" y="91"/>
                        <a:pt x="47" y="15"/>
                        <a:pt x="44" y="14"/>
                      </a:cubicBezTo>
                      <a:lnTo>
                        <a:pt x="0" y="0"/>
                      </a:lnTo>
                      <a:lnTo>
                        <a:pt x="24" y="40"/>
                      </a:lnTo>
                      <a:lnTo>
                        <a:pt x="116" y="197"/>
                      </a:lnTo>
                      <a:lnTo>
                        <a:pt x="119" y="202"/>
                      </a:lnTo>
                      <a:lnTo>
                        <a:pt x="125" y="204"/>
                      </a:lnTo>
                      <a:cubicBezTo>
                        <a:pt x="133" y="207"/>
                        <a:pt x="342" y="283"/>
                        <a:pt x="709" y="283"/>
                      </a:cubicBezTo>
                      <a:lnTo>
                        <a:pt x="712" y="283"/>
                      </a:lnTo>
                      <a:cubicBezTo>
                        <a:pt x="1059" y="283"/>
                        <a:pt x="1275" y="214"/>
                        <a:pt x="1299" y="207"/>
                      </a:cubicBezTo>
                      <a:cubicBezTo>
                        <a:pt x="1303" y="205"/>
                        <a:pt x="1306" y="204"/>
                        <a:pt x="1306" y="204"/>
                      </a:cubicBezTo>
                      <a:lnTo>
                        <a:pt x="1313" y="202"/>
                      </a:lnTo>
                      <a:lnTo>
                        <a:pt x="1317" y="196"/>
                      </a:lnTo>
                      <a:lnTo>
                        <a:pt x="1400" y="38"/>
                      </a:lnTo>
                      <a:lnTo>
                        <a:pt x="1421" y="0"/>
                      </a:lnTo>
                      <a:moveTo>
                        <a:pt x="1385" y="30"/>
                      </a:moveTo>
                      <a:lnTo>
                        <a:pt x="1301" y="187"/>
                      </a:lnTo>
                      <a:cubicBezTo>
                        <a:pt x="1301" y="187"/>
                        <a:pt x="1299" y="188"/>
                        <a:pt x="1293" y="190"/>
                      </a:cubicBezTo>
                      <a:cubicBezTo>
                        <a:pt x="1250" y="204"/>
                        <a:pt x="1041" y="266"/>
                        <a:pt x="713" y="266"/>
                      </a:cubicBezTo>
                      <a:lnTo>
                        <a:pt x="712" y="266"/>
                      </a:lnTo>
                      <a:cubicBezTo>
                        <a:pt x="711" y="266"/>
                        <a:pt x="710" y="266"/>
                        <a:pt x="709" y="266"/>
                      </a:cubicBezTo>
                      <a:cubicBezTo>
                        <a:pt x="341" y="266"/>
                        <a:pt x="131" y="188"/>
                        <a:pt x="131" y="188"/>
                      </a:cubicBezTo>
                      <a:lnTo>
                        <a:pt x="39" y="31"/>
                      </a:lnTo>
                      <a:cubicBezTo>
                        <a:pt x="39" y="31"/>
                        <a:pt x="283" y="109"/>
                        <a:pt x="710" y="109"/>
                      </a:cubicBezTo>
                      <a:lnTo>
                        <a:pt x="712" y="109"/>
                      </a:lnTo>
                      <a:cubicBezTo>
                        <a:pt x="1140" y="109"/>
                        <a:pt x="1385" y="30"/>
                        <a:pt x="1385" y="3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" name="Google Shape;238;p11"/>
                <p:cNvSpPr/>
                <p:nvPr/>
              </p:nvSpPr>
              <p:spPr>
                <a:xfrm>
                  <a:off x="4815720" y="2678040"/>
                  <a:ext cx="430920" cy="293760"/>
                </a:xfrm>
                <a:custGeom>
                  <a:rect b="b" l="l" r="r" t="t"/>
                  <a:pathLst>
                    <a:path extrusionOk="0" h="816" w="1197">
                      <a:moveTo>
                        <a:pt x="1197" y="0"/>
                      </a:moveTo>
                      <a:lnTo>
                        <a:pt x="1179" y="0"/>
                      </a:lnTo>
                      <a:lnTo>
                        <a:pt x="17" y="1"/>
                      </a:lnTo>
                      <a:lnTo>
                        <a:pt x="0" y="1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816"/>
                      </a:lnTo>
                      <a:lnTo>
                        <a:pt x="32" y="765"/>
                      </a:lnTo>
                      <a:cubicBezTo>
                        <a:pt x="97" y="664"/>
                        <a:pt x="206" y="603"/>
                        <a:pt x="326" y="603"/>
                      </a:cubicBezTo>
                      <a:lnTo>
                        <a:pt x="871" y="603"/>
                      </a:lnTo>
                      <a:cubicBezTo>
                        <a:pt x="991" y="603"/>
                        <a:pt x="1101" y="664"/>
                        <a:pt x="1165" y="765"/>
                      </a:cubicBezTo>
                      <a:lnTo>
                        <a:pt x="1197" y="816"/>
                      </a:lnTo>
                      <a:lnTo>
                        <a:pt x="1197" y="755"/>
                      </a:lnTo>
                      <a:lnTo>
                        <a:pt x="1197" y="18"/>
                      </a:lnTo>
                      <a:lnTo>
                        <a:pt x="1197" y="0"/>
                      </a:lnTo>
                      <a:moveTo>
                        <a:pt x="1179" y="18"/>
                      </a:moveTo>
                      <a:lnTo>
                        <a:pt x="1180" y="755"/>
                      </a:lnTo>
                      <a:cubicBezTo>
                        <a:pt x="1115" y="653"/>
                        <a:pt x="1001" y="586"/>
                        <a:pt x="871" y="586"/>
                      </a:cubicBezTo>
                      <a:lnTo>
                        <a:pt x="871" y="586"/>
                      </a:lnTo>
                      <a:lnTo>
                        <a:pt x="326" y="586"/>
                      </a:lnTo>
                      <a:cubicBezTo>
                        <a:pt x="196" y="586"/>
                        <a:pt x="82" y="654"/>
                        <a:pt x="17" y="755"/>
                      </a:cubicBezTo>
                      <a:lnTo>
                        <a:pt x="17" y="18"/>
                      </a:lnTo>
                      <a:lnTo>
                        <a:pt x="1179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" name="Google Shape;239;p11"/>
                <p:cNvSpPr/>
                <p:nvPr/>
              </p:nvSpPr>
              <p:spPr>
                <a:xfrm>
                  <a:off x="4472640" y="2716200"/>
                  <a:ext cx="326520" cy="1801080"/>
                </a:xfrm>
                <a:custGeom>
                  <a:rect b="b" l="l" r="r" t="t"/>
                  <a:pathLst>
                    <a:path extrusionOk="0" h="5003" w="907">
                      <a:moveTo>
                        <a:pt x="904" y="0"/>
                      </a:moveTo>
                      <a:lnTo>
                        <a:pt x="887" y="0"/>
                      </a:lnTo>
                      <a:lnTo>
                        <a:pt x="811" y="1"/>
                      </a:lnTo>
                      <a:cubicBezTo>
                        <a:pt x="475" y="1"/>
                        <a:pt x="202" y="274"/>
                        <a:pt x="202" y="609"/>
                      </a:cubicBezTo>
                      <a:lnTo>
                        <a:pt x="197" y="852"/>
                      </a:lnTo>
                      <a:cubicBezTo>
                        <a:pt x="116" y="857"/>
                        <a:pt x="52" y="924"/>
                        <a:pt x="52" y="1006"/>
                      </a:cubicBezTo>
                      <a:lnTo>
                        <a:pt x="53" y="1547"/>
                      </a:lnTo>
                      <a:cubicBezTo>
                        <a:pt x="53" y="1621"/>
                        <a:pt x="106" y="1684"/>
                        <a:pt x="178" y="1698"/>
                      </a:cubicBezTo>
                      <a:lnTo>
                        <a:pt x="148" y="2977"/>
                      </a:lnTo>
                      <a:cubicBezTo>
                        <a:pt x="109" y="2979"/>
                        <a:pt x="73" y="2995"/>
                        <a:pt x="45" y="3022"/>
                      </a:cubicBezTo>
                      <a:cubicBezTo>
                        <a:pt x="16" y="3051"/>
                        <a:pt x="0" y="3090"/>
                        <a:pt x="0" y="3131"/>
                      </a:cubicBezTo>
                      <a:lnTo>
                        <a:pt x="0" y="3673"/>
                      </a:lnTo>
                      <a:cubicBezTo>
                        <a:pt x="0" y="3758"/>
                        <a:pt x="70" y="3827"/>
                        <a:pt x="155" y="3827"/>
                      </a:cubicBezTo>
                      <a:lnTo>
                        <a:pt x="201" y="3827"/>
                      </a:lnTo>
                      <a:lnTo>
                        <a:pt x="276" y="4288"/>
                      </a:lnTo>
                      <a:cubicBezTo>
                        <a:pt x="328" y="4613"/>
                        <a:pt x="555" y="4878"/>
                        <a:pt x="883" y="4995"/>
                      </a:cubicBezTo>
                      <a:lnTo>
                        <a:pt x="906" y="5003"/>
                      </a:lnTo>
                      <a:lnTo>
                        <a:pt x="906" y="4978"/>
                      </a:lnTo>
                      <a:lnTo>
                        <a:pt x="906" y="4889"/>
                      </a:lnTo>
                      <a:lnTo>
                        <a:pt x="906" y="4878"/>
                      </a:lnTo>
                      <a:lnTo>
                        <a:pt x="896" y="4873"/>
                      </a:lnTo>
                      <a:cubicBezTo>
                        <a:pt x="893" y="4872"/>
                        <a:pt x="682" y="4784"/>
                        <a:pt x="601" y="4700"/>
                      </a:cubicBezTo>
                      <a:cubicBezTo>
                        <a:pt x="556" y="4653"/>
                        <a:pt x="531" y="4590"/>
                        <a:pt x="531" y="4522"/>
                      </a:cubicBezTo>
                      <a:lnTo>
                        <a:pt x="530" y="4468"/>
                      </a:lnTo>
                      <a:cubicBezTo>
                        <a:pt x="530" y="4450"/>
                        <a:pt x="539" y="4437"/>
                        <a:pt x="546" y="4431"/>
                      </a:cubicBezTo>
                      <a:cubicBezTo>
                        <a:pt x="556" y="4422"/>
                        <a:pt x="569" y="4416"/>
                        <a:pt x="583" y="4416"/>
                      </a:cubicBezTo>
                      <a:cubicBezTo>
                        <a:pt x="592" y="4416"/>
                        <a:pt x="606" y="4419"/>
                        <a:pt x="619" y="4432"/>
                      </a:cubicBezTo>
                      <a:lnTo>
                        <a:pt x="877" y="4656"/>
                      </a:lnTo>
                      <a:lnTo>
                        <a:pt x="907" y="4681"/>
                      </a:lnTo>
                      <a:lnTo>
                        <a:pt x="907" y="4643"/>
                      </a:lnTo>
                      <a:lnTo>
                        <a:pt x="906" y="3546"/>
                      </a:lnTo>
                      <a:lnTo>
                        <a:pt x="906" y="3541"/>
                      </a:lnTo>
                      <a:lnTo>
                        <a:pt x="903" y="3537"/>
                      </a:lnTo>
                      <a:lnTo>
                        <a:pt x="814" y="3384"/>
                      </a:lnTo>
                      <a:lnTo>
                        <a:pt x="823" y="2746"/>
                      </a:lnTo>
                      <a:lnTo>
                        <a:pt x="834" y="1978"/>
                      </a:lnTo>
                      <a:lnTo>
                        <a:pt x="848" y="945"/>
                      </a:lnTo>
                      <a:cubicBezTo>
                        <a:pt x="849" y="881"/>
                        <a:pt x="867" y="819"/>
                        <a:pt x="902" y="765"/>
                      </a:cubicBezTo>
                      <a:lnTo>
                        <a:pt x="904" y="760"/>
                      </a:lnTo>
                      <a:lnTo>
                        <a:pt x="904" y="755"/>
                      </a:lnTo>
                      <a:lnTo>
                        <a:pt x="904" y="18"/>
                      </a:lnTo>
                      <a:lnTo>
                        <a:pt x="904" y="0"/>
                      </a:lnTo>
                      <a:moveTo>
                        <a:pt x="887" y="18"/>
                      </a:moveTo>
                      <a:lnTo>
                        <a:pt x="887" y="755"/>
                      </a:lnTo>
                      <a:cubicBezTo>
                        <a:pt x="852" y="810"/>
                        <a:pt x="831" y="875"/>
                        <a:pt x="831" y="945"/>
                      </a:cubicBezTo>
                      <a:lnTo>
                        <a:pt x="816" y="1978"/>
                      </a:lnTo>
                      <a:lnTo>
                        <a:pt x="805" y="2745"/>
                      </a:lnTo>
                      <a:lnTo>
                        <a:pt x="796" y="3389"/>
                      </a:lnTo>
                      <a:lnTo>
                        <a:pt x="888" y="3546"/>
                      </a:lnTo>
                      <a:lnTo>
                        <a:pt x="889" y="4643"/>
                      </a:lnTo>
                      <a:lnTo>
                        <a:pt x="631" y="4419"/>
                      </a:lnTo>
                      <a:cubicBezTo>
                        <a:pt x="617" y="4405"/>
                        <a:pt x="600" y="4399"/>
                        <a:pt x="583" y="4399"/>
                      </a:cubicBezTo>
                      <a:cubicBezTo>
                        <a:pt x="547" y="4399"/>
                        <a:pt x="513" y="4426"/>
                        <a:pt x="513" y="4468"/>
                      </a:cubicBezTo>
                      <a:lnTo>
                        <a:pt x="513" y="4522"/>
                      </a:lnTo>
                      <a:cubicBezTo>
                        <a:pt x="513" y="4593"/>
                        <a:pt x="540" y="4662"/>
                        <a:pt x="589" y="4712"/>
                      </a:cubicBezTo>
                      <a:cubicBezTo>
                        <a:pt x="673" y="4800"/>
                        <a:pt x="889" y="4889"/>
                        <a:pt x="889" y="4889"/>
                      </a:cubicBezTo>
                      <a:lnTo>
                        <a:pt x="889" y="4978"/>
                      </a:lnTo>
                      <a:cubicBezTo>
                        <a:pt x="582" y="4869"/>
                        <a:pt x="348" y="4622"/>
                        <a:pt x="293" y="4285"/>
                      </a:cubicBezTo>
                      <a:lnTo>
                        <a:pt x="216" y="3809"/>
                      </a:lnTo>
                      <a:lnTo>
                        <a:pt x="155" y="3809"/>
                      </a:lnTo>
                      <a:cubicBezTo>
                        <a:pt x="79" y="3809"/>
                        <a:pt x="18" y="3748"/>
                        <a:pt x="18" y="3673"/>
                      </a:cubicBezTo>
                      <a:lnTo>
                        <a:pt x="18" y="3131"/>
                      </a:lnTo>
                      <a:cubicBezTo>
                        <a:pt x="18" y="3056"/>
                        <a:pt x="79" y="2995"/>
                        <a:pt x="154" y="2995"/>
                      </a:cubicBezTo>
                      <a:lnTo>
                        <a:pt x="165" y="2995"/>
                      </a:lnTo>
                      <a:lnTo>
                        <a:pt x="196" y="1682"/>
                      </a:lnTo>
                      <a:cubicBezTo>
                        <a:pt x="126" y="1677"/>
                        <a:pt x="70" y="1619"/>
                        <a:pt x="71" y="1547"/>
                      </a:cubicBezTo>
                      <a:lnTo>
                        <a:pt x="70" y="1006"/>
                      </a:lnTo>
                      <a:cubicBezTo>
                        <a:pt x="70" y="930"/>
                        <a:pt x="131" y="869"/>
                        <a:pt x="206" y="869"/>
                      </a:cubicBezTo>
                      <a:lnTo>
                        <a:pt x="214" y="869"/>
                      </a:lnTo>
                      <a:lnTo>
                        <a:pt x="220" y="609"/>
                      </a:lnTo>
                      <a:cubicBezTo>
                        <a:pt x="220" y="283"/>
                        <a:pt x="484" y="18"/>
                        <a:pt x="811" y="18"/>
                      </a:cubicBezTo>
                      <a:lnTo>
                        <a:pt x="887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" name="Google Shape;240;p11"/>
                <p:cNvSpPr/>
                <p:nvPr/>
              </p:nvSpPr>
              <p:spPr>
                <a:xfrm>
                  <a:off x="4816080" y="4011480"/>
                  <a:ext cx="431280" cy="531000"/>
                </a:xfrm>
                <a:custGeom>
                  <a:rect b="b" l="l" r="r" t="t"/>
                  <a:pathLst>
                    <a:path extrusionOk="0" h="1475" w="1198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1" y="1101"/>
                      </a:lnTo>
                      <a:lnTo>
                        <a:pt x="1" y="1109"/>
                      </a:lnTo>
                      <a:lnTo>
                        <a:pt x="8" y="1115"/>
                      </a:lnTo>
                      <a:lnTo>
                        <a:pt x="109" y="1193"/>
                      </a:lnTo>
                      <a:cubicBezTo>
                        <a:pt x="121" y="1206"/>
                        <a:pt x="128" y="1223"/>
                        <a:pt x="128" y="1242"/>
                      </a:cubicBezTo>
                      <a:cubicBezTo>
                        <a:pt x="128" y="1260"/>
                        <a:pt x="121" y="1278"/>
                        <a:pt x="107" y="1291"/>
                      </a:cubicBezTo>
                      <a:cubicBezTo>
                        <a:pt x="94" y="1304"/>
                        <a:pt x="77" y="1311"/>
                        <a:pt x="59" y="1311"/>
                      </a:cubicBezTo>
                      <a:cubicBezTo>
                        <a:pt x="51" y="1311"/>
                        <a:pt x="42" y="1310"/>
                        <a:pt x="34" y="1306"/>
                      </a:cubicBezTo>
                      <a:cubicBezTo>
                        <a:pt x="31" y="1305"/>
                        <a:pt x="29" y="1304"/>
                        <a:pt x="27" y="1303"/>
                      </a:cubicBezTo>
                      <a:lnTo>
                        <a:pt x="1" y="1290"/>
                      </a:lnTo>
                      <a:lnTo>
                        <a:pt x="1" y="1319"/>
                      </a:lnTo>
                      <a:lnTo>
                        <a:pt x="1" y="1403"/>
                      </a:lnTo>
                      <a:lnTo>
                        <a:pt x="1" y="1416"/>
                      </a:lnTo>
                      <a:lnTo>
                        <a:pt x="12" y="1420"/>
                      </a:lnTo>
                      <a:cubicBezTo>
                        <a:pt x="113" y="1456"/>
                        <a:pt x="218" y="1475"/>
                        <a:pt x="325" y="1475"/>
                      </a:cubicBezTo>
                      <a:lnTo>
                        <a:pt x="328" y="1475"/>
                      </a:lnTo>
                      <a:lnTo>
                        <a:pt x="872" y="1475"/>
                      </a:lnTo>
                      <a:cubicBezTo>
                        <a:pt x="979" y="1474"/>
                        <a:pt x="1085" y="1456"/>
                        <a:pt x="1187" y="1420"/>
                      </a:cubicBezTo>
                      <a:lnTo>
                        <a:pt x="1198" y="1416"/>
                      </a:lnTo>
                      <a:lnTo>
                        <a:pt x="1198" y="1403"/>
                      </a:lnTo>
                      <a:lnTo>
                        <a:pt x="1198" y="1318"/>
                      </a:lnTo>
                      <a:lnTo>
                        <a:pt x="1198" y="1290"/>
                      </a:lnTo>
                      <a:lnTo>
                        <a:pt x="1173" y="1303"/>
                      </a:lnTo>
                      <a:cubicBezTo>
                        <a:pt x="1171" y="1303"/>
                        <a:pt x="1170" y="1304"/>
                        <a:pt x="1169" y="1304"/>
                      </a:cubicBezTo>
                      <a:cubicBezTo>
                        <a:pt x="1167" y="1305"/>
                        <a:pt x="1166" y="1305"/>
                        <a:pt x="1165" y="1306"/>
                      </a:cubicBezTo>
                      <a:cubicBezTo>
                        <a:pt x="1157" y="1309"/>
                        <a:pt x="1149" y="1311"/>
                        <a:pt x="1140" y="1311"/>
                      </a:cubicBezTo>
                      <a:cubicBezTo>
                        <a:pt x="1102" y="1311"/>
                        <a:pt x="1071" y="1279"/>
                        <a:pt x="1071" y="1241"/>
                      </a:cubicBezTo>
                      <a:cubicBezTo>
                        <a:pt x="1071" y="1223"/>
                        <a:pt x="1078" y="1206"/>
                        <a:pt x="1090" y="1193"/>
                      </a:cubicBezTo>
                      <a:lnTo>
                        <a:pt x="1190" y="1132"/>
                      </a:lnTo>
                      <a:lnTo>
                        <a:pt x="1198" y="1127"/>
                      </a:lnTo>
                      <a:lnTo>
                        <a:pt x="1198" y="1117"/>
                      </a:lnTo>
                      <a:lnTo>
                        <a:pt x="1198" y="28"/>
                      </a:lnTo>
                      <a:lnTo>
                        <a:pt x="1198" y="3"/>
                      </a:lnTo>
                      <a:lnTo>
                        <a:pt x="1175" y="11"/>
                      </a:lnTo>
                      <a:cubicBezTo>
                        <a:pt x="1152" y="19"/>
                        <a:pt x="940" y="86"/>
                        <a:pt x="600" y="86"/>
                      </a:cubicBezTo>
                      <a:lnTo>
                        <a:pt x="596" y="86"/>
                      </a:lnTo>
                      <a:cubicBezTo>
                        <a:pt x="236" y="86"/>
                        <a:pt x="26" y="10"/>
                        <a:pt x="24" y="9"/>
                      </a:cubicBezTo>
                      <a:lnTo>
                        <a:pt x="0" y="0"/>
                      </a:lnTo>
                      <a:moveTo>
                        <a:pt x="18" y="26"/>
                      </a:moveTo>
                      <a:cubicBezTo>
                        <a:pt x="18" y="26"/>
                        <a:pt x="228" y="104"/>
                        <a:pt x="596" y="104"/>
                      </a:cubicBezTo>
                      <a:cubicBezTo>
                        <a:pt x="597" y="104"/>
                        <a:pt x="598" y="104"/>
                        <a:pt x="599" y="104"/>
                      </a:cubicBezTo>
                      <a:lnTo>
                        <a:pt x="600" y="104"/>
                      </a:lnTo>
                      <a:cubicBezTo>
                        <a:pt x="928" y="104"/>
                        <a:pt x="1138" y="42"/>
                        <a:pt x="1180" y="28"/>
                      </a:cubicBezTo>
                      <a:lnTo>
                        <a:pt x="1180" y="1117"/>
                      </a:lnTo>
                      <a:lnTo>
                        <a:pt x="1079" y="1180"/>
                      </a:lnTo>
                      <a:cubicBezTo>
                        <a:pt x="1063" y="1196"/>
                        <a:pt x="1053" y="1218"/>
                        <a:pt x="1053" y="1241"/>
                      </a:cubicBezTo>
                      <a:cubicBezTo>
                        <a:pt x="1054" y="1291"/>
                        <a:pt x="1094" y="1328"/>
                        <a:pt x="1140" y="1328"/>
                      </a:cubicBezTo>
                      <a:cubicBezTo>
                        <a:pt x="1150" y="1328"/>
                        <a:pt x="1161" y="1326"/>
                        <a:pt x="1172" y="1322"/>
                      </a:cubicBezTo>
                      <a:cubicBezTo>
                        <a:pt x="1175" y="1321"/>
                        <a:pt x="1178" y="1320"/>
                        <a:pt x="1181" y="1318"/>
                      </a:cubicBezTo>
                      <a:lnTo>
                        <a:pt x="1181" y="1403"/>
                      </a:lnTo>
                      <a:cubicBezTo>
                        <a:pt x="1084" y="1438"/>
                        <a:pt x="979" y="1457"/>
                        <a:pt x="872" y="1457"/>
                      </a:cubicBezTo>
                      <a:lnTo>
                        <a:pt x="328" y="1457"/>
                      </a:lnTo>
                      <a:cubicBezTo>
                        <a:pt x="327" y="1457"/>
                        <a:pt x="326" y="1457"/>
                        <a:pt x="325" y="1457"/>
                      </a:cubicBezTo>
                      <a:cubicBezTo>
                        <a:pt x="218" y="1457"/>
                        <a:pt x="114" y="1438"/>
                        <a:pt x="18" y="1403"/>
                      </a:cubicBezTo>
                      <a:lnTo>
                        <a:pt x="19" y="1319"/>
                      </a:lnTo>
                      <a:cubicBezTo>
                        <a:pt x="22" y="1320"/>
                        <a:pt x="24" y="1322"/>
                        <a:pt x="27" y="1323"/>
                      </a:cubicBezTo>
                      <a:cubicBezTo>
                        <a:pt x="38" y="1327"/>
                        <a:pt x="49" y="1329"/>
                        <a:pt x="59" y="1329"/>
                      </a:cubicBezTo>
                      <a:cubicBezTo>
                        <a:pt x="105" y="1329"/>
                        <a:pt x="146" y="1291"/>
                        <a:pt x="146" y="1242"/>
                      </a:cubicBezTo>
                      <a:cubicBezTo>
                        <a:pt x="146" y="1218"/>
                        <a:pt x="137" y="1196"/>
                        <a:pt x="120" y="1180"/>
                      </a:cubicBezTo>
                      <a:lnTo>
                        <a:pt x="19" y="1101"/>
                      </a:lnTo>
                      <a:lnTo>
                        <a:pt x="18" y="2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11"/>
                <p:cNvSpPr/>
                <p:nvPr/>
              </p:nvSpPr>
              <p:spPr>
                <a:xfrm>
                  <a:off x="5259240" y="2716200"/>
                  <a:ext cx="326520" cy="1801080"/>
                </a:xfrm>
                <a:custGeom>
                  <a:rect b="b" l="l" r="r" t="t"/>
                  <a:pathLst>
                    <a:path extrusionOk="0" h="5003" w="907">
                      <a:moveTo>
                        <a:pt x="93" y="0"/>
                      </a:moveTo>
                      <a:lnTo>
                        <a:pt x="93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760"/>
                      </a:lnTo>
                      <a:lnTo>
                        <a:pt x="3" y="764"/>
                      </a:lnTo>
                      <a:cubicBezTo>
                        <a:pt x="37" y="819"/>
                        <a:pt x="56" y="881"/>
                        <a:pt x="57" y="945"/>
                      </a:cubicBezTo>
                      <a:lnTo>
                        <a:pt x="72" y="1977"/>
                      </a:lnTo>
                      <a:lnTo>
                        <a:pt x="84" y="2745"/>
                      </a:lnTo>
                      <a:lnTo>
                        <a:pt x="93" y="3384"/>
                      </a:lnTo>
                      <a:lnTo>
                        <a:pt x="4" y="3539"/>
                      </a:lnTo>
                      <a:lnTo>
                        <a:pt x="2" y="3543"/>
                      </a:lnTo>
                      <a:lnTo>
                        <a:pt x="2" y="3548"/>
                      </a:lnTo>
                      <a:lnTo>
                        <a:pt x="2" y="4676"/>
                      </a:lnTo>
                      <a:lnTo>
                        <a:pt x="2" y="4718"/>
                      </a:lnTo>
                      <a:lnTo>
                        <a:pt x="33" y="4688"/>
                      </a:lnTo>
                      <a:lnTo>
                        <a:pt x="290" y="4431"/>
                      </a:lnTo>
                      <a:cubicBezTo>
                        <a:pt x="302" y="4418"/>
                        <a:pt x="316" y="4416"/>
                        <a:pt x="326" y="4416"/>
                      </a:cubicBezTo>
                      <a:cubicBezTo>
                        <a:pt x="351" y="4416"/>
                        <a:pt x="378" y="4435"/>
                        <a:pt x="378" y="4467"/>
                      </a:cubicBezTo>
                      <a:lnTo>
                        <a:pt x="378" y="4521"/>
                      </a:lnTo>
                      <a:cubicBezTo>
                        <a:pt x="378" y="4589"/>
                        <a:pt x="353" y="4652"/>
                        <a:pt x="307" y="4699"/>
                      </a:cubicBezTo>
                      <a:cubicBezTo>
                        <a:pt x="228" y="4782"/>
                        <a:pt x="130" y="4827"/>
                        <a:pt x="11" y="4876"/>
                      </a:cubicBezTo>
                      <a:lnTo>
                        <a:pt x="0" y="4881"/>
                      </a:lnTo>
                      <a:lnTo>
                        <a:pt x="0" y="4893"/>
                      </a:lnTo>
                      <a:lnTo>
                        <a:pt x="3" y="4979"/>
                      </a:lnTo>
                      <a:lnTo>
                        <a:pt x="3" y="5003"/>
                      </a:lnTo>
                      <a:lnTo>
                        <a:pt x="26" y="4995"/>
                      </a:lnTo>
                      <a:cubicBezTo>
                        <a:pt x="354" y="4877"/>
                        <a:pt x="581" y="4612"/>
                        <a:pt x="633" y="4286"/>
                      </a:cubicBezTo>
                      <a:lnTo>
                        <a:pt x="706" y="3826"/>
                      </a:lnTo>
                      <a:lnTo>
                        <a:pt x="753" y="3826"/>
                      </a:lnTo>
                      <a:cubicBezTo>
                        <a:pt x="838" y="3825"/>
                        <a:pt x="907" y="3756"/>
                        <a:pt x="907" y="3671"/>
                      </a:cubicBezTo>
                      <a:lnTo>
                        <a:pt x="907" y="3130"/>
                      </a:lnTo>
                      <a:cubicBezTo>
                        <a:pt x="907" y="3047"/>
                        <a:pt x="841" y="2979"/>
                        <a:pt x="759" y="2976"/>
                      </a:cubicBezTo>
                      <a:lnTo>
                        <a:pt x="728" y="1697"/>
                      </a:lnTo>
                      <a:cubicBezTo>
                        <a:pt x="799" y="1683"/>
                        <a:pt x="853" y="1619"/>
                        <a:pt x="853" y="1546"/>
                      </a:cubicBezTo>
                      <a:lnTo>
                        <a:pt x="853" y="1004"/>
                      </a:lnTo>
                      <a:cubicBezTo>
                        <a:pt x="852" y="923"/>
                        <a:pt x="788" y="856"/>
                        <a:pt x="708" y="851"/>
                      </a:cubicBezTo>
                      <a:lnTo>
                        <a:pt x="702" y="608"/>
                      </a:lnTo>
                      <a:cubicBezTo>
                        <a:pt x="702" y="446"/>
                        <a:pt x="639" y="293"/>
                        <a:pt x="524" y="178"/>
                      </a:cubicBezTo>
                      <a:cubicBezTo>
                        <a:pt x="409" y="63"/>
                        <a:pt x="256" y="0"/>
                        <a:pt x="93" y="0"/>
                      </a:cubicBezTo>
                      <a:moveTo>
                        <a:pt x="93" y="18"/>
                      </a:moveTo>
                      <a:cubicBezTo>
                        <a:pt x="420" y="18"/>
                        <a:pt x="685" y="282"/>
                        <a:pt x="685" y="608"/>
                      </a:cubicBezTo>
                      <a:lnTo>
                        <a:pt x="691" y="868"/>
                      </a:lnTo>
                      <a:lnTo>
                        <a:pt x="698" y="868"/>
                      </a:lnTo>
                      <a:cubicBezTo>
                        <a:pt x="774" y="868"/>
                        <a:pt x="835" y="929"/>
                        <a:pt x="835" y="1004"/>
                      </a:cubicBezTo>
                      <a:lnTo>
                        <a:pt x="835" y="1546"/>
                      </a:lnTo>
                      <a:cubicBezTo>
                        <a:pt x="835" y="1617"/>
                        <a:pt x="780" y="1676"/>
                        <a:pt x="710" y="1681"/>
                      </a:cubicBezTo>
                      <a:lnTo>
                        <a:pt x="742" y="2993"/>
                      </a:lnTo>
                      <a:lnTo>
                        <a:pt x="753" y="2993"/>
                      </a:lnTo>
                      <a:lnTo>
                        <a:pt x="753" y="2993"/>
                      </a:lnTo>
                      <a:cubicBezTo>
                        <a:pt x="828" y="2993"/>
                        <a:pt x="889" y="3054"/>
                        <a:pt x="889" y="3130"/>
                      </a:cubicBezTo>
                      <a:lnTo>
                        <a:pt x="889" y="3671"/>
                      </a:lnTo>
                      <a:cubicBezTo>
                        <a:pt x="889" y="3747"/>
                        <a:pt x="828" y="3808"/>
                        <a:pt x="753" y="3808"/>
                      </a:cubicBezTo>
                      <a:lnTo>
                        <a:pt x="691" y="3808"/>
                      </a:lnTo>
                      <a:lnTo>
                        <a:pt x="615" y="4284"/>
                      </a:lnTo>
                      <a:cubicBezTo>
                        <a:pt x="561" y="4621"/>
                        <a:pt x="327" y="4868"/>
                        <a:pt x="20" y="4978"/>
                      </a:cubicBezTo>
                      <a:lnTo>
                        <a:pt x="18" y="4893"/>
                      </a:lnTo>
                      <a:lnTo>
                        <a:pt x="18" y="4893"/>
                      </a:lnTo>
                      <a:cubicBezTo>
                        <a:pt x="131" y="4845"/>
                        <a:pt x="236" y="4799"/>
                        <a:pt x="320" y="4712"/>
                      </a:cubicBezTo>
                      <a:cubicBezTo>
                        <a:pt x="369" y="4661"/>
                        <a:pt x="396" y="4592"/>
                        <a:pt x="396" y="4521"/>
                      </a:cubicBezTo>
                      <a:lnTo>
                        <a:pt x="396" y="4467"/>
                      </a:lnTo>
                      <a:cubicBezTo>
                        <a:pt x="396" y="4426"/>
                        <a:pt x="361" y="4398"/>
                        <a:pt x="326" y="4398"/>
                      </a:cubicBezTo>
                      <a:cubicBezTo>
                        <a:pt x="309" y="4398"/>
                        <a:pt x="291" y="4404"/>
                        <a:pt x="277" y="4418"/>
                      </a:cubicBezTo>
                      <a:lnTo>
                        <a:pt x="20" y="4676"/>
                      </a:lnTo>
                      <a:lnTo>
                        <a:pt x="19" y="3548"/>
                      </a:lnTo>
                      <a:lnTo>
                        <a:pt x="111" y="3388"/>
                      </a:lnTo>
                      <a:lnTo>
                        <a:pt x="101" y="2745"/>
                      </a:lnTo>
                      <a:lnTo>
                        <a:pt x="90" y="1977"/>
                      </a:lnTo>
                      <a:lnTo>
                        <a:pt x="74" y="944"/>
                      </a:lnTo>
                      <a:cubicBezTo>
                        <a:pt x="73" y="874"/>
                        <a:pt x="53" y="810"/>
                        <a:pt x="18" y="755"/>
                      </a:cubicBezTo>
                      <a:lnTo>
                        <a:pt x="18" y="18"/>
                      </a:lnTo>
                      <a:lnTo>
                        <a:pt x="93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2" name="Google Shape;242;p11"/>
              <p:cNvGrpSpPr/>
              <p:nvPr/>
            </p:nvGrpSpPr>
            <p:grpSpPr>
              <a:xfrm rot="-1799857">
                <a:off x="6486269" y="549157"/>
                <a:ext cx="1064220" cy="1782533"/>
                <a:chOff x="4472640" y="2678040"/>
                <a:chExt cx="1113120" cy="1864440"/>
              </a:xfrm>
            </p:grpSpPr>
            <p:sp>
              <p:nvSpPr>
                <p:cNvPr id="243" name="Google Shape;243;p11"/>
                <p:cNvSpPr/>
                <p:nvPr/>
              </p:nvSpPr>
              <p:spPr>
                <a:xfrm>
                  <a:off x="5290200" y="2775600"/>
                  <a:ext cx="148680" cy="181080"/>
                </a:xfrm>
                <a:custGeom>
                  <a:rect b="b" l="l" r="r" t="t"/>
                  <a:pathLst>
                    <a:path extrusionOk="0" h="503" w="413">
                      <a:moveTo>
                        <a:pt x="108" y="0"/>
                      </a:moveTo>
                      <a:lnTo>
                        <a:pt x="108" y="0"/>
                      </a:lnTo>
                      <a:cubicBezTo>
                        <a:pt x="79" y="0"/>
                        <a:pt x="51" y="11"/>
                        <a:pt x="31" y="31"/>
                      </a:cubicBezTo>
                      <a:cubicBezTo>
                        <a:pt x="11" y="52"/>
                        <a:pt x="0" y="79"/>
                        <a:pt x="0" y="108"/>
                      </a:cubicBezTo>
                      <a:lnTo>
                        <a:pt x="0" y="148"/>
                      </a:lnTo>
                      <a:cubicBezTo>
                        <a:pt x="0" y="176"/>
                        <a:pt x="11" y="204"/>
                        <a:pt x="31" y="224"/>
                      </a:cubicBezTo>
                      <a:lnTo>
                        <a:pt x="289" y="481"/>
                      </a:lnTo>
                      <a:cubicBezTo>
                        <a:pt x="303" y="495"/>
                        <a:pt x="321" y="503"/>
                        <a:pt x="340" y="503"/>
                      </a:cubicBezTo>
                      <a:cubicBezTo>
                        <a:pt x="358" y="503"/>
                        <a:pt x="377" y="496"/>
                        <a:pt x="390" y="483"/>
                      </a:cubicBezTo>
                      <a:cubicBezTo>
                        <a:pt x="405" y="469"/>
                        <a:pt x="413" y="450"/>
                        <a:pt x="413" y="430"/>
                      </a:cubicBezTo>
                      <a:lnTo>
                        <a:pt x="413" y="344"/>
                      </a:lnTo>
                      <a:cubicBezTo>
                        <a:pt x="413" y="176"/>
                        <a:pt x="293" y="32"/>
                        <a:pt x="128" y="1"/>
                      </a:cubicBezTo>
                      <a:cubicBezTo>
                        <a:pt x="122" y="0"/>
                        <a:pt x="115" y="0"/>
                        <a:pt x="108" y="0"/>
                      </a:cubicBezTo>
                      <a:moveTo>
                        <a:pt x="108" y="17"/>
                      </a:moveTo>
                      <a:cubicBezTo>
                        <a:pt x="114" y="17"/>
                        <a:pt x="119" y="18"/>
                        <a:pt x="125" y="19"/>
                      </a:cubicBezTo>
                      <a:cubicBezTo>
                        <a:pt x="279" y="47"/>
                        <a:pt x="395" y="182"/>
                        <a:pt x="395" y="344"/>
                      </a:cubicBezTo>
                      <a:lnTo>
                        <a:pt x="395" y="430"/>
                      </a:lnTo>
                      <a:cubicBezTo>
                        <a:pt x="395" y="463"/>
                        <a:pt x="368" y="485"/>
                        <a:pt x="340" y="485"/>
                      </a:cubicBezTo>
                      <a:cubicBezTo>
                        <a:pt x="326" y="485"/>
                        <a:pt x="313" y="480"/>
                        <a:pt x="301" y="469"/>
                      </a:cubicBezTo>
                      <a:lnTo>
                        <a:pt x="44" y="211"/>
                      </a:lnTo>
                      <a:cubicBezTo>
                        <a:pt x="27" y="194"/>
                        <a:pt x="17" y="172"/>
                        <a:pt x="17" y="148"/>
                      </a:cubicBezTo>
                      <a:lnTo>
                        <a:pt x="17" y="108"/>
                      </a:lnTo>
                      <a:cubicBezTo>
                        <a:pt x="17" y="84"/>
                        <a:pt x="27" y="61"/>
                        <a:pt x="44" y="44"/>
                      </a:cubicBezTo>
                      <a:cubicBezTo>
                        <a:pt x="61" y="27"/>
                        <a:pt x="84" y="17"/>
                        <a:pt x="108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11"/>
                <p:cNvSpPr/>
                <p:nvPr/>
              </p:nvSpPr>
              <p:spPr>
                <a:xfrm>
                  <a:off x="4623480" y="2775960"/>
                  <a:ext cx="148680" cy="181080"/>
                </a:xfrm>
                <a:custGeom>
                  <a:rect b="b" l="l" r="r" t="t"/>
                  <a:pathLst>
                    <a:path extrusionOk="0" h="503" w="413">
                      <a:moveTo>
                        <a:pt x="305" y="0"/>
                      </a:moveTo>
                      <a:lnTo>
                        <a:pt x="305" y="0"/>
                      </a:lnTo>
                      <a:cubicBezTo>
                        <a:pt x="298" y="0"/>
                        <a:pt x="291" y="0"/>
                        <a:pt x="284" y="2"/>
                      </a:cubicBezTo>
                      <a:cubicBezTo>
                        <a:pt x="119" y="32"/>
                        <a:pt x="0" y="176"/>
                        <a:pt x="0" y="344"/>
                      </a:cubicBezTo>
                      <a:lnTo>
                        <a:pt x="0" y="430"/>
                      </a:lnTo>
                      <a:cubicBezTo>
                        <a:pt x="0" y="476"/>
                        <a:pt x="37" y="503"/>
                        <a:pt x="73" y="503"/>
                      </a:cubicBezTo>
                      <a:cubicBezTo>
                        <a:pt x="92" y="503"/>
                        <a:pt x="110" y="495"/>
                        <a:pt x="124" y="481"/>
                      </a:cubicBezTo>
                      <a:lnTo>
                        <a:pt x="381" y="224"/>
                      </a:lnTo>
                      <a:cubicBezTo>
                        <a:pt x="401" y="203"/>
                        <a:pt x="413" y="176"/>
                        <a:pt x="413" y="148"/>
                      </a:cubicBezTo>
                      <a:lnTo>
                        <a:pt x="413" y="108"/>
                      </a:lnTo>
                      <a:cubicBezTo>
                        <a:pt x="413" y="79"/>
                        <a:pt x="401" y="51"/>
                        <a:pt x="381" y="31"/>
                      </a:cubicBezTo>
                      <a:cubicBezTo>
                        <a:pt x="361" y="11"/>
                        <a:pt x="334" y="0"/>
                        <a:pt x="305" y="0"/>
                      </a:cubicBezTo>
                      <a:moveTo>
                        <a:pt x="305" y="17"/>
                      </a:moveTo>
                      <a:cubicBezTo>
                        <a:pt x="329" y="17"/>
                        <a:pt x="351" y="27"/>
                        <a:pt x="369" y="44"/>
                      </a:cubicBezTo>
                      <a:cubicBezTo>
                        <a:pt x="385" y="61"/>
                        <a:pt x="395" y="84"/>
                        <a:pt x="395" y="108"/>
                      </a:cubicBezTo>
                      <a:lnTo>
                        <a:pt x="395" y="148"/>
                      </a:lnTo>
                      <a:cubicBezTo>
                        <a:pt x="395" y="171"/>
                        <a:pt x="385" y="194"/>
                        <a:pt x="369" y="211"/>
                      </a:cubicBezTo>
                      <a:lnTo>
                        <a:pt x="111" y="469"/>
                      </a:lnTo>
                      <a:cubicBezTo>
                        <a:pt x="100" y="480"/>
                        <a:pt x="86" y="485"/>
                        <a:pt x="73" y="485"/>
                      </a:cubicBezTo>
                      <a:cubicBezTo>
                        <a:pt x="45" y="485"/>
                        <a:pt x="18" y="463"/>
                        <a:pt x="18" y="430"/>
                      </a:cubicBezTo>
                      <a:lnTo>
                        <a:pt x="18" y="344"/>
                      </a:lnTo>
                      <a:cubicBezTo>
                        <a:pt x="17" y="182"/>
                        <a:pt x="134" y="47"/>
                        <a:pt x="287" y="19"/>
                      </a:cubicBezTo>
                      <a:cubicBezTo>
                        <a:pt x="293" y="18"/>
                        <a:pt x="299" y="17"/>
                        <a:pt x="305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" name="Google Shape;245;p11"/>
                <p:cNvSpPr/>
                <p:nvPr/>
              </p:nvSpPr>
              <p:spPr>
                <a:xfrm>
                  <a:off x="4784760" y="3699000"/>
                  <a:ext cx="493560" cy="246600"/>
                </a:xfrm>
                <a:custGeom>
                  <a:rect b="b" l="l" r="r" t="t"/>
                  <a:pathLst>
                    <a:path extrusionOk="0" h="685" w="1371">
                      <a:moveTo>
                        <a:pt x="1362" y="0"/>
                      </a:moveTo>
                      <a:lnTo>
                        <a:pt x="1344" y="0"/>
                      </a:lnTo>
                      <a:lnTo>
                        <a:pt x="26" y="0"/>
                      </a:lnTo>
                      <a:lnTo>
                        <a:pt x="9" y="0"/>
                      </a:lnTo>
                      <a:lnTo>
                        <a:pt x="9" y="17"/>
                      </a:lnTo>
                      <a:lnTo>
                        <a:pt x="0" y="595"/>
                      </a:lnTo>
                      <a:lnTo>
                        <a:pt x="0" y="609"/>
                      </a:lnTo>
                      <a:lnTo>
                        <a:pt x="13" y="613"/>
                      </a:lnTo>
                      <a:cubicBezTo>
                        <a:pt x="16" y="613"/>
                        <a:pt x="300" y="685"/>
                        <a:pt x="680" y="685"/>
                      </a:cubicBezTo>
                      <a:lnTo>
                        <a:pt x="684" y="685"/>
                      </a:lnTo>
                      <a:cubicBezTo>
                        <a:pt x="1067" y="684"/>
                        <a:pt x="1354" y="613"/>
                        <a:pt x="1357" y="613"/>
                      </a:cubicBezTo>
                      <a:lnTo>
                        <a:pt x="1371" y="609"/>
                      </a:lnTo>
                      <a:lnTo>
                        <a:pt x="1370" y="595"/>
                      </a:lnTo>
                      <a:lnTo>
                        <a:pt x="1362" y="17"/>
                      </a:lnTo>
                      <a:lnTo>
                        <a:pt x="1362" y="0"/>
                      </a:lnTo>
                      <a:moveTo>
                        <a:pt x="1344" y="17"/>
                      </a:moveTo>
                      <a:lnTo>
                        <a:pt x="1353" y="595"/>
                      </a:lnTo>
                      <a:cubicBezTo>
                        <a:pt x="1353" y="595"/>
                        <a:pt x="1069" y="666"/>
                        <a:pt x="684" y="667"/>
                      </a:cubicBezTo>
                      <a:cubicBezTo>
                        <a:pt x="683" y="667"/>
                        <a:pt x="682" y="667"/>
                        <a:pt x="680" y="667"/>
                      </a:cubicBezTo>
                      <a:cubicBezTo>
                        <a:pt x="297" y="667"/>
                        <a:pt x="18" y="595"/>
                        <a:pt x="18" y="595"/>
                      </a:cubicBezTo>
                      <a:lnTo>
                        <a:pt x="26" y="17"/>
                      </a:lnTo>
                      <a:lnTo>
                        <a:pt x="1344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" name="Google Shape;246;p11"/>
                <p:cNvSpPr/>
                <p:nvPr/>
              </p:nvSpPr>
              <p:spPr>
                <a:xfrm>
                  <a:off x="4786920" y="3451680"/>
                  <a:ext cx="489600" cy="231120"/>
                </a:xfrm>
                <a:custGeom>
                  <a:rect b="b" l="l" r="r" t="t"/>
                  <a:pathLst>
                    <a:path extrusionOk="0" h="642" w="1360">
                      <a:moveTo>
                        <a:pt x="1351" y="0"/>
                      </a:moveTo>
                      <a:lnTo>
                        <a:pt x="1333" y="0"/>
                      </a:lnTo>
                      <a:lnTo>
                        <a:pt x="27" y="1"/>
                      </a:lnTo>
                      <a:lnTo>
                        <a:pt x="10" y="1"/>
                      </a:lnTo>
                      <a:lnTo>
                        <a:pt x="9" y="18"/>
                      </a:lnTo>
                      <a:lnTo>
                        <a:pt x="0" y="624"/>
                      </a:lnTo>
                      <a:lnTo>
                        <a:pt x="0" y="642"/>
                      </a:lnTo>
                      <a:lnTo>
                        <a:pt x="18" y="642"/>
                      </a:lnTo>
                      <a:lnTo>
                        <a:pt x="1343" y="642"/>
                      </a:lnTo>
                      <a:lnTo>
                        <a:pt x="1360" y="642"/>
                      </a:lnTo>
                      <a:lnTo>
                        <a:pt x="1360" y="624"/>
                      </a:lnTo>
                      <a:lnTo>
                        <a:pt x="1351" y="18"/>
                      </a:lnTo>
                      <a:lnTo>
                        <a:pt x="1351" y="0"/>
                      </a:lnTo>
                      <a:moveTo>
                        <a:pt x="1333" y="18"/>
                      </a:moveTo>
                      <a:lnTo>
                        <a:pt x="1343" y="624"/>
                      </a:lnTo>
                      <a:lnTo>
                        <a:pt x="18" y="625"/>
                      </a:lnTo>
                      <a:lnTo>
                        <a:pt x="27" y="18"/>
                      </a:lnTo>
                      <a:lnTo>
                        <a:pt x="1333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" name="Google Shape;247;p11"/>
                <p:cNvSpPr/>
                <p:nvPr/>
              </p:nvSpPr>
              <p:spPr>
                <a:xfrm>
                  <a:off x="4790160" y="2920680"/>
                  <a:ext cx="482400" cy="514080"/>
                </a:xfrm>
                <a:custGeom>
                  <a:rect b="b" l="l" r="r" t="t"/>
                  <a:pathLst>
                    <a:path extrusionOk="0" h="1428" w="1340">
                      <a:moveTo>
                        <a:pt x="423" y="149"/>
                      </a:moveTo>
                      <a:lnTo>
                        <a:pt x="916" y="149"/>
                      </a:lnTo>
                      <a:cubicBezTo>
                        <a:pt x="1052" y="149"/>
                        <a:pt x="1164" y="259"/>
                        <a:pt x="1166" y="395"/>
                      </a:cubicBezTo>
                      <a:lnTo>
                        <a:pt x="1169" y="621"/>
                      </a:lnTo>
                      <a:lnTo>
                        <a:pt x="170" y="622"/>
                      </a:lnTo>
                      <a:lnTo>
                        <a:pt x="173" y="396"/>
                      </a:lnTo>
                      <a:cubicBezTo>
                        <a:pt x="175" y="260"/>
                        <a:pt x="287" y="149"/>
                        <a:pt x="423" y="149"/>
                      </a:cubicBezTo>
                      <a:moveTo>
                        <a:pt x="942" y="0"/>
                      </a:moveTo>
                      <a:lnTo>
                        <a:pt x="942" y="0"/>
                      </a:lnTo>
                      <a:lnTo>
                        <a:pt x="397" y="0"/>
                      </a:lnTo>
                      <a:cubicBezTo>
                        <a:pt x="265" y="0"/>
                        <a:pt x="144" y="66"/>
                        <a:pt x="73" y="178"/>
                      </a:cubicBezTo>
                      <a:cubicBezTo>
                        <a:pt x="36" y="238"/>
                        <a:pt x="15" y="307"/>
                        <a:pt x="15" y="376"/>
                      </a:cubicBezTo>
                      <a:lnTo>
                        <a:pt x="0" y="1410"/>
                      </a:lnTo>
                      <a:lnTo>
                        <a:pt x="0" y="1428"/>
                      </a:lnTo>
                      <a:lnTo>
                        <a:pt x="18" y="1428"/>
                      </a:lnTo>
                      <a:lnTo>
                        <a:pt x="1322" y="1427"/>
                      </a:lnTo>
                      <a:lnTo>
                        <a:pt x="1340" y="1427"/>
                      </a:lnTo>
                      <a:lnTo>
                        <a:pt x="1340" y="1409"/>
                      </a:lnTo>
                      <a:lnTo>
                        <a:pt x="1324" y="376"/>
                      </a:lnTo>
                      <a:cubicBezTo>
                        <a:pt x="1323" y="306"/>
                        <a:pt x="1303" y="237"/>
                        <a:pt x="1265" y="178"/>
                      </a:cubicBezTo>
                      <a:cubicBezTo>
                        <a:pt x="1195" y="66"/>
                        <a:pt x="1074" y="0"/>
                        <a:pt x="942" y="0"/>
                      </a:cubicBezTo>
                      <a:moveTo>
                        <a:pt x="423" y="132"/>
                      </a:moveTo>
                      <a:lnTo>
                        <a:pt x="423" y="132"/>
                      </a:lnTo>
                      <a:cubicBezTo>
                        <a:pt x="276" y="132"/>
                        <a:pt x="158" y="249"/>
                        <a:pt x="156" y="395"/>
                      </a:cubicBezTo>
                      <a:lnTo>
                        <a:pt x="152" y="639"/>
                      </a:lnTo>
                      <a:lnTo>
                        <a:pt x="1187" y="639"/>
                      </a:lnTo>
                      <a:lnTo>
                        <a:pt x="1184" y="395"/>
                      </a:lnTo>
                      <a:cubicBezTo>
                        <a:pt x="1181" y="249"/>
                        <a:pt x="1062" y="131"/>
                        <a:pt x="916" y="131"/>
                      </a:cubicBezTo>
                      <a:lnTo>
                        <a:pt x="916" y="131"/>
                      </a:lnTo>
                      <a:lnTo>
                        <a:pt x="423" y="132"/>
                      </a:lnTo>
                      <a:moveTo>
                        <a:pt x="942" y="17"/>
                      </a:moveTo>
                      <a:cubicBezTo>
                        <a:pt x="1072" y="17"/>
                        <a:pt x="1186" y="85"/>
                        <a:pt x="1251" y="187"/>
                      </a:cubicBezTo>
                      <a:cubicBezTo>
                        <a:pt x="1285" y="242"/>
                        <a:pt x="1306" y="306"/>
                        <a:pt x="1307" y="376"/>
                      </a:cubicBezTo>
                      <a:lnTo>
                        <a:pt x="1322" y="1409"/>
                      </a:lnTo>
                      <a:lnTo>
                        <a:pt x="18" y="1410"/>
                      </a:lnTo>
                      <a:lnTo>
                        <a:pt x="32" y="377"/>
                      </a:lnTo>
                      <a:cubicBezTo>
                        <a:pt x="33" y="307"/>
                        <a:pt x="54" y="242"/>
                        <a:pt x="88" y="187"/>
                      </a:cubicBezTo>
                      <a:cubicBezTo>
                        <a:pt x="153" y="85"/>
                        <a:pt x="267" y="18"/>
                        <a:pt x="397" y="17"/>
                      </a:cubicBezTo>
                      <a:lnTo>
                        <a:pt x="94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11"/>
                <p:cNvSpPr/>
                <p:nvPr/>
              </p:nvSpPr>
              <p:spPr>
                <a:xfrm>
                  <a:off x="5311080" y="3122640"/>
                  <a:ext cx="127080" cy="885960"/>
                </a:xfrm>
                <a:custGeom>
                  <a:rect b="b" l="l" r="r" t="t"/>
                  <a:pathLst>
                    <a:path extrusionOk="0" h="2461" w="353">
                      <a:moveTo>
                        <a:pt x="311" y="0"/>
                      </a:moveTo>
                      <a:lnTo>
                        <a:pt x="294" y="0"/>
                      </a:lnTo>
                      <a:cubicBezTo>
                        <a:pt x="215" y="0"/>
                        <a:pt x="141" y="34"/>
                        <a:pt x="86" y="96"/>
                      </a:cubicBezTo>
                      <a:cubicBezTo>
                        <a:pt x="31" y="158"/>
                        <a:pt x="0" y="239"/>
                        <a:pt x="0" y="326"/>
                      </a:cubicBezTo>
                      <a:lnTo>
                        <a:pt x="40" y="1698"/>
                      </a:lnTo>
                      <a:cubicBezTo>
                        <a:pt x="41" y="1973"/>
                        <a:pt x="143" y="2239"/>
                        <a:pt x="322" y="2428"/>
                      </a:cubicBezTo>
                      <a:lnTo>
                        <a:pt x="353" y="2461"/>
                      </a:lnTo>
                      <a:lnTo>
                        <a:pt x="352" y="2415"/>
                      </a:lnTo>
                      <a:lnTo>
                        <a:pt x="312" y="17"/>
                      </a:lnTo>
                      <a:lnTo>
                        <a:pt x="311" y="0"/>
                      </a:lnTo>
                      <a:moveTo>
                        <a:pt x="294" y="17"/>
                      </a:moveTo>
                      <a:lnTo>
                        <a:pt x="335" y="2416"/>
                      </a:lnTo>
                      <a:cubicBezTo>
                        <a:pt x="158" y="2229"/>
                        <a:pt x="58" y="1969"/>
                        <a:pt x="58" y="1697"/>
                      </a:cubicBezTo>
                      <a:lnTo>
                        <a:pt x="18" y="326"/>
                      </a:lnTo>
                      <a:cubicBezTo>
                        <a:pt x="18" y="156"/>
                        <a:pt x="141" y="17"/>
                        <a:pt x="294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1"/>
                <p:cNvSpPr/>
                <p:nvPr/>
              </p:nvSpPr>
              <p:spPr>
                <a:xfrm>
                  <a:off x="4625280" y="3123000"/>
                  <a:ext cx="126000" cy="885960"/>
                </a:xfrm>
                <a:custGeom>
                  <a:rect b="b" l="l" r="r" t="t"/>
                  <a:pathLst>
                    <a:path extrusionOk="0" h="2461" w="350">
                      <a:moveTo>
                        <a:pt x="56" y="0"/>
                      </a:moveTo>
                      <a:lnTo>
                        <a:pt x="56" y="0"/>
                      </a:lnTo>
                      <a:lnTo>
                        <a:pt x="39" y="0"/>
                      </a:lnTo>
                      <a:lnTo>
                        <a:pt x="39" y="17"/>
                      </a:lnTo>
                      <a:lnTo>
                        <a:pt x="1" y="2416"/>
                      </a:lnTo>
                      <a:lnTo>
                        <a:pt x="0" y="2461"/>
                      </a:lnTo>
                      <a:lnTo>
                        <a:pt x="31" y="2428"/>
                      </a:lnTo>
                      <a:cubicBezTo>
                        <a:pt x="210" y="2239"/>
                        <a:pt x="312" y="1972"/>
                        <a:pt x="312" y="1697"/>
                      </a:cubicBezTo>
                      <a:lnTo>
                        <a:pt x="350" y="327"/>
                      </a:lnTo>
                      <a:cubicBezTo>
                        <a:pt x="350" y="239"/>
                        <a:pt x="320" y="158"/>
                        <a:pt x="265" y="96"/>
                      </a:cubicBezTo>
                      <a:cubicBezTo>
                        <a:pt x="209" y="34"/>
                        <a:pt x="135" y="0"/>
                        <a:pt x="56" y="0"/>
                      </a:cubicBezTo>
                      <a:moveTo>
                        <a:pt x="56" y="17"/>
                      </a:moveTo>
                      <a:cubicBezTo>
                        <a:pt x="209" y="17"/>
                        <a:pt x="333" y="156"/>
                        <a:pt x="332" y="326"/>
                      </a:cubicBezTo>
                      <a:lnTo>
                        <a:pt x="294" y="1697"/>
                      </a:lnTo>
                      <a:cubicBezTo>
                        <a:pt x="294" y="1969"/>
                        <a:pt x="195" y="2229"/>
                        <a:pt x="18" y="2416"/>
                      </a:cubicBezTo>
                      <a:lnTo>
                        <a:pt x="56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1"/>
                <p:cNvSpPr/>
                <p:nvPr/>
              </p:nvSpPr>
              <p:spPr>
                <a:xfrm>
                  <a:off x="4775400" y="3925080"/>
                  <a:ext cx="511560" cy="101880"/>
                </a:xfrm>
                <a:custGeom>
                  <a:rect b="b" l="l" r="r" t="t"/>
                  <a:pathLst>
                    <a:path extrusionOk="0" h="283" w="1421">
                      <a:moveTo>
                        <a:pt x="1421" y="0"/>
                      </a:moveTo>
                      <a:lnTo>
                        <a:pt x="1379" y="13"/>
                      </a:lnTo>
                      <a:cubicBezTo>
                        <a:pt x="1377" y="14"/>
                        <a:pt x="1132" y="91"/>
                        <a:pt x="712" y="91"/>
                      </a:cubicBezTo>
                      <a:lnTo>
                        <a:pt x="710" y="91"/>
                      </a:lnTo>
                      <a:cubicBezTo>
                        <a:pt x="291" y="91"/>
                        <a:pt x="47" y="15"/>
                        <a:pt x="44" y="14"/>
                      </a:cubicBezTo>
                      <a:lnTo>
                        <a:pt x="0" y="0"/>
                      </a:lnTo>
                      <a:lnTo>
                        <a:pt x="24" y="40"/>
                      </a:lnTo>
                      <a:lnTo>
                        <a:pt x="116" y="197"/>
                      </a:lnTo>
                      <a:lnTo>
                        <a:pt x="119" y="202"/>
                      </a:lnTo>
                      <a:lnTo>
                        <a:pt x="125" y="204"/>
                      </a:lnTo>
                      <a:cubicBezTo>
                        <a:pt x="133" y="207"/>
                        <a:pt x="342" y="283"/>
                        <a:pt x="709" y="283"/>
                      </a:cubicBezTo>
                      <a:lnTo>
                        <a:pt x="712" y="283"/>
                      </a:lnTo>
                      <a:cubicBezTo>
                        <a:pt x="1059" y="283"/>
                        <a:pt x="1275" y="214"/>
                        <a:pt x="1299" y="207"/>
                      </a:cubicBezTo>
                      <a:cubicBezTo>
                        <a:pt x="1303" y="205"/>
                        <a:pt x="1306" y="204"/>
                        <a:pt x="1306" y="204"/>
                      </a:cubicBezTo>
                      <a:lnTo>
                        <a:pt x="1313" y="202"/>
                      </a:lnTo>
                      <a:lnTo>
                        <a:pt x="1317" y="196"/>
                      </a:lnTo>
                      <a:lnTo>
                        <a:pt x="1400" y="38"/>
                      </a:lnTo>
                      <a:lnTo>
                        <a:pt x="1421" y="0"/>
                      </a:lnTo>
                      <a:moveTo>
                        <a:pt x="1385" y="30"/>
                      </a:moveTo>
                      <a:lnTo>
                        <a:pt x="1301" y="187"/>
                      </a:lnTo>
                      <a:cubicBezTo>
                        <a:pt x="1301" y="187"/>
                        <a:pt x="1299" y="188"/>
                        <a:pt x="1293" y="190"/>
                      </a:cubicBezTo>
                      <a:cubicBezTo>
                        <a:pt x="1250" y="204"/>
                        <a:pt x="1041" y="266"/>
                        <a:pt x="713" y="266"/>
                      </a:cubicBezTo>
                      <a:lnTo>
                        <a:pt x="712" y="266"/>
                      </a:lnTo>
                      <a:cubicBezTo>
                        <a:pt x="711" y="266"/>
                        <a:pt x="710" y="266"/>
                        <a:pt x="709" y="266"/>
                      </a:cubicBezTo>
                      <a:cubicBezTo>
                        <a:pt x="341" y="266"/>
                        <a:pt x="131" y="188"/>
                        <a:pt x="131" y="188"/>
                      </a:cubicBezTo>
                      <a:lnTo>
                        <a:pt x="39" y="31"/>
                      </a:lnTo>
                      <a:cubicBezTo>
                        <a:pt x="39" y="31"/>
                        <a:pt x="283" y="109"/>
                        <a:pt x="710" y="109"/>
                      </a:cubicBezTo>
                      <a:lnTo>
                        <a:pt x="712" y="109"/>
                      </a:lnTo>
                      <a:cubicBezTo>
                        <a:pt x="1140" y="109"/>
                        <a:pt x="1385" y="30"/>
                        <a:pt x="1385" y="3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11"/>
                <p:cNvSpPr/>
                <p:nvPr/>
              </p:nvSpPr>
              <p:spPr>
                <a:xfrm>
                  <a:off x="4815720" y="2678040"/>
                  <a:ext cx="430920" cy="293760"/>
                </a:xfrm>
                <a:custGeom>
                  <a:rect b="b" l="l" r="r" t="t"/>
                  <a:pathLst>
                    <a:path extrusionOk="0" h="816" w="1197">
                      <a:moveTo>
                        <a:pt x="1197" y="0"/>
                      </a:moveTo>
                      <a:lnTo>
                        <a:pt x="1179" y="0"/>
                      </a:lnTo>
                      <a:lnTo>
                        <a:pt x="17" y="1"/>
                      </a:lnTo>
                      <a:lnTo>
                        <a:pt x="0" y="1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816"/>
                      </a:lnTo>
                      <a:lnTo>
                        <a:pt x="32" y="765"/>
                      </a:lnTo>
                      <a:cubicBezTo>
                        <a:pt x="97" y="664"/>
                        <a:pt x="206" y="603"/>
                        <a:pt x="326" y="603"/>
                      </a:cubicBezTo>
                      <a:lnTo>
                        <a:pt x="871" y="603"/>
                      </a:lnTo>
                      <a:cubicBezTo>
                        <a:pt x="991" y="603"/>
                        <a:pt x="1101" y="664"/>
                        <a:pt x="1165" y="765"/>
                      </a:cubicBezTo>
                      <a:lnTo>
                        <a:pt x="1197" y="816"/>
                      </a:lnTo>
                      <a:lnTo>
                        <a:pt x="1197" y="755"/>
                      </a:lnTo>
                      <a:lnTo>
                        <a:pt x="1197" y="18"/>
                      </a:lnTo>
                      <a:lnTo>
                        <a:pt x="1197" y="0"/>
                      </a:lnTo>
                      <a:moveTo>
                        <a:pt x="1179" y="18"/>
                      </a:moveTo>
                      <a:lnTo>
                        <a:pt x="1180" y="755"/>
                      </a:lnTo>
                      <a:cubicBezTo>
                        <a:pt x="1115" y="653"/>
                        <a:pt x="1001" y="586"/>
                        <a:pt x="871" y="586"/>
                      </a:cubicBezTo>
                      <a:lnTo>
                        <a:pt x="871" y="586"/>
                      </a:lnTo>
                      <a:lnTo>
                        <a:pt x="326" y="586"/>
                      </a:lnTo>
                      <a:cubicBezTo>
                        <a:pt x="196" y="586"/>
                        <a:pt x="82" y="654"/>
                        <a:pt x="17" y="755"/>
                      </a:cubicBezTo>
                      <a:lnTo>
                        <a:pt x="17" y="18"/>
                      </a:lnTo>
                      <a:lnTo>
                        <a:pt x="1179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1"/>
                <p:cNvSpPr/>
                <p:nvPr/>
              </p:nvSpPr>
              <p:spPr>
                <a:xfrm>
                  <a:off x="4472640" y="2716200"/>
                  <a:ext cx="326520" cy="1801080"/>
                </a:xfrm>
                <a:custGeom>
                  <a:rect b="b" l="l" r="r" t="t"/>
                  <a:pathLst>
                    <a:path extrusionOk="0" h="5003" w="907">
                      <a:moveTo>
                        <a:pt x="904" y="0"/>
                      </a:moveTo>
                      <a:lnTo>
                        <a:pt x="887" y="0"/>
                      </a:lnTo>
                      <a:lnTo>
                        <a:pt x="811" y="1"/>
                      </a:lnTo>
                      <a:cubicBezTo>
                        <a:pt x="475" y="1"/>
                        <a:pt x="202" y="274"/>
                        <a:pt x="202" y="609"/>
                      </a:cubicBezTo>
                      <a:lnTo>
                        <a:pt x="197" y="852"/>
                      </a:lnTo>
                      <a:cubicBezTo>
                        <a:pt x="116" y="857"/>
                        <a:pt x="52" y="924"/>
                        <a:pt x="52" y="1006"/>
                      </a:cubicBezTo>
                      <a:lnTo>
                        <a:pt x="53" y="1547"/>
                      </a:lnTo>
                      <a:cubicBezTo>
                        <a:pt x="53" y="1621"/>
                        <a:pt x="106" y="1684"/>
                        <a:pt x="178" y="1698"/>
                      </a:cubicBezTo>
                      <a:lnTo>
                        <a:pt x="148" y="2977"/>
                      </a:lnTo>
                      <a:cubicBezTo>
                        <a:pt x="109" y="2979"/>
                        <a:pt x="73" y="2995"/>
                        <a:pt x="45" y="3022"/>
                      </a:cubicBezTo>
                      <a:cubicBezTo>
                        <a:pt x="16" y="3051"/>
                        <a:pt x="0" y="3090"/>
                        <a:pt x="0" y="3131"/>
                      </a:cubicBezTo>
                      <a:lnTo>
                        <a:pt x="0" y="3673"/>
                      </a:lnTo>
                      <a:cubicBezTo>
                        <a:pt x="0" y="3758"/>
                        <a:pt x="70" y="3827"/>
                        <a:pt x="155" y="3827"/>
                      </a:cubicBezTo>
                      <a:lnTo>
                        <a:pt x="201" y="3827"/>
                      </a:lnTo>
                      <a:lnTo>
                        <a:pt x="276" y="4288"/>
                      </a:lnTo>
                      <a:cubicBezTo>
                        <a:pt x="328" y="4613"/>
                        <a:pt x="555" y="4878"/>
                        <a:pt x="883" y="4995"/>
                      </a:cubicBezTo>
                      <a:lnTo>
                        <a:pt x="906" y="5003"/>
                      </a:lnTo>
                      <a:lnTo>
                        <a:pt x="906" y="4978"/>
                      </a:lnTo>
                      <a:lnTo>
                        <a:pt x="906" y="4889"/>
                      </a:lnTo>
                      <a:lnTo>
                        <a:pt x="906" y="4878"/>
                      </a:lnTo>
                      <a:lnTo>
                        <a:pt x="896" y="4873"/>
                      </a:lnTo>
                      <a:cubicBezTo>
                        <a:pt x="893" y="4872"/>
                        <a:pt x="682" y="4784"/>
                        <a:pt x="601" y="4700"/>
                      </a:cubicBezTo>
                      <a:cubicBezTo>
                        <a:pt x="556" y="4653"/>
                        <a:pt x="531" y="4590"/>
                        <a:pt x="531" y="4522"/>
                      </a:cubicBezTo>
                      <a:lnTo>
                        <a:pt x="530" y="4468"/>
                      </a:lnTo>
                      <a:cubicBezTo>
                        <a:pt x="530" y="4450"/>
                        <a:pt x="539" y="4437"/>
                        <a:pt x="546" y="4431"/>
                      </a:cubicBezTo>
                      <a:cubicBezTo>
                        <a:pt x="556" y="4422"/>
                        <a:pt x="569" y="4416"/>
                        <a:pt x="583" y="4416"/>
                      </a:cubicBezTo>
                      <a:cubicBezTo>
                        <a:pt x="592" y="4416"/>
                        <a:pt x="606" y="4419"/>
                        <a:pt x="619" y="4432"/>
                      </a:cubicBezTo>
                      <a:lnTo>
                        <a:pt x="877" y="4656"/>
                      </a:lnTo>
                      <a:lnTo>
                        <a:pt x="907" y="4681"/>
                      </a:lnTo>
                      <a:lnTo>
                        <a:pt x="907" y="4643"/>
                      </a:lnTo>
                      <a:lnTo>
                        <a:pt x="906" y="3546"/>
                      </a:lnTo>
                      <a:lnTo>
                        <a:pt x="906" y="3541"/>
                      </a:lnTo>
                      <a:lnTo>
                        <a:pt x="903" y="3537"/>
                      </a:lnTo>
                      <a:lnTo>
                        <a:pt x="814" y="3384"/>
                      </a:lnTo>
                      <a:lnTo>
                        <a:pt x="823" y="2746"/>
                      </a:lnTo>
                      <a:lnTo>
                        <a:pt x="834" y="1978"/>
                      </a:lnTo>
                      <a:lnTo>
                        <a:pt x="848" y="945"/>
                      </a:lnTo>
                      <a:cubicBezTo>
                        <a:pt x="849" y="881"/>
                        <a:pt x="867" y="819"/>
                        <a:pt x="902" y="765"/>
                      </a:cubicBezTo>
                      <a:lnTo>
                        <a:pt x="904" y="760"/>
                      </a:lnTo>
                      <a:lnTo>
                        <a:pt x="904" y="755"/>
                      </a:lnTo>
                      <a:lnTo>
                        <a:pt x="904" y="18"/>
                      </a:lnTo>
                      <a:lnTo>
                        <a:pt x="904" y="0"/>
                      </a:lnTo>
                      <a:moveTo>
                        <a:pt x="887" y="18"/>
                      </a:moveTo>
                      <a:lnTo>
                        <a:pt x="887" y="755"/>
                      </a:lnTo>
                      <a:cubicBezTo>
                        <a:pt x="852" y="810"/>
                        <a:pt x="831" y="875"/>
                        <a:pt x="831" y="945"/>
                      </a:cubicBezTo>
                      <a:lnTo>
                        <a:pt x="816" y="1978"/>
                      </a:lnTo>
                      <a:lnTo>
                        <a:pt x="805" y="2745"/>
                      </a:lnTo>
                      <a:lnTo>
                        <a:pt x="796" y="3389"/>
                      </a:lnTo>
                      <a:lnTo>
                        <a:pt x="888" y="3546"/>
                      </a:lnTo>
                      <a:lnTo>
                        <a:pt x="889" y="4643"/>
                      </a:lnTo>
                      <a:lnTo>
                        <a:pt x="631" y="4419"/>
                      </a:lnTo>
                      <a:cubicBezTo>
                        <a:pt x="617" y="4405"/>
                        <a:pt x="600" y="4399"/>
                        <a:pt x="583" y="4399"/>
                      </a:cubicBezTo>
                      <a:cubicBezTo>
                        <a:pt x="547" y="4399"/>
                        <a:pt x="513" y="4426"/>
                        <a:pt x="513" y="4468"/>
                      </a:cubicBezTo>
                      <a:lnTo>
                        <a:pt x="513" y="4522"/>
                      </a:lnTo>
                      <a:cubicBezTo>
                        <a:pt x="513" y="4593"/>
                        <a:pt x="540" y="4662"/>
                        <a:pt x="589" y="4712"/>
                      </a:cubicBezTo>
                      <a:cubicBezTo>
                        <a:pt x="673" y="4800"/>
                        <a:pt x="889" y="4889"/>
                        <a:pt x="889" y="4889"/>
                      </a:cubicBezTo>
                      <a:lnTo>
                        <a:pt x="889" y="4978"/>
                      </a:lnTo>
                      <a:cubicBezTo>
                        <a:pt x="582" y="4869"/>
                        <a:pt x="348" y="4622"/>
                        <a:pt x="293" y="4285"/>
                      </a:cubicBezTo>
                      <a:lnTo>
                        <a:pt x="216" y="3809"/>
                      </a:lnTo>
                      <a:lnTo>
                        <a:pt x="155" y="3809"/>
                      </a:lnTo>
                      <a:cubicBezTo>
                        <a:pt x="79" y="3809"/>
                        <a:pt x="18" y="3748"/>
                        <a:pt x="18" y="3673"/>
                      </a:cubicBezTo>
                      <a:lnTo>
                        <a:pt x="18" y="3131"/>
                      </a:lnTo>
                      <a:cubicBezTo>
                        <a:pt x="18" y="3056"/>
                        <a:pt x="79" y="2995"/>
                        <a:pt x="154" y="2995"/>
                      </a:cubicBezTo>
                      <a:lnTo>
                        <a:pt x="165" y="2995"/>
                      </a:lnTo>
                      <a:lnTo>
                        <a:pt x="196" y="1682"/>
                      </a:lnTo>
                      <a:cubicBezTo>
                        <a:pt x="126" y="1677"/>
                        <a:pt x="70" y="1619"/>
                        <a:pt x="71" y="1547"/>
                      </a:cubicBezTo>
                      <a:lnTo>
                        <a:pt x="70" y="1006"/>
                      </a:lnTo>
                      <a:cubicBezTo>
                        <a:pt x="70" y="930"/>
                        <a:pt x="131" y="869"/>
                        <a:pt x="206" y="869"/>
                      </a:cubicBezTo>
                      <a:lnTo>
                        <a:pt x="214" y="869"/>
                      </a:lnTo>
                      <a:lnTo>
                        <a:pt x="220" y="609"/>
                      </a:lnTo>
                      <a:cubicBezTo>
                        <a:pt x="220" y="283"/>
                        <a:pt x="484" y="18"/>
                        <a:pt x="811" y="18"/>
                      </a:cubicBezTo>
                      <a:lnTo>
                        <a:pt x="887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11"/>
                <p:cNvSpPr/>
                <p:nvPr/>
              </p:nvSpPr>
              <p:spPr>
                <a:xfrm>
                  <a:off x="4816080" y="4011480"/>
                  <a:ext cx="431280" cy="531000"/>
                </a:xfrm>
                <a:custGeom>
                  <a:rect b="b" l="l" r="r" t="t"/>
                  <a:pathLst>
                    <a:path extrusionOk="0" h="1475" w="1198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1" y="1101"/>
                      </a:lnTo>
                      <a:lnTo>
                        <a:pt x="1" y="1109"/>
                      </a:lnTo>
                      <a:lnTo>
                        <a:pt x="8" y="1115"/>
                      </a:lnTo>
                      <a:lnTo>
                        <a:pt x="109" y="1193"/>
                      </a:lnTo>
                      <a:cubicBezTo>
                        <a:pt x="121" y="1206"/>
                        <a:pt x="128" y="1223"/>
                        <a:pt x="128" y="1242"/>
                      </a:cubicBezTo>
                      <a:cubicBezTo>
                        <a:pt x="128" y="1260"/>
                        <a:pt x="121" y="1278"/>
                        <a:pt x="107" y="1291"/>
                      </a:cubicBezTo>
                      <a:cubicBezTo>
                        <a:pt x="94" y="1304"/>
                        <a:pt x="77" y="1311"/>
                        <a:pt x="59" y="1311"/>
                      </a:cubicBezTo>
                      <a:cubicBezTo>
                        <a:pt x="51" y="1311"/>
                        <a:pt x="42" y="1310"/>
                        <a:pt x="34" y="1306"/>
                      </a:cubicBezTo>
                      <a:cubicBezTo>
                        <a:pt x="31" y="1305"/>
                        <a:pt x="29" y="1304"/>
                        <a:pt x="27" y="1303"/>
                      </a:cubicBezTo>
                      <a:lnTo>
                        <a:pt x="1" y="1290"/>
                      </a:lnTo>
                      <a:lnTo>
                        <a:pt x="1" y="1319"/>
                      </a:lnTo>
                      <a:lnTo>
                        <a:pt x="1" y="1403"/>
                      </a:lnTo>
                      <a:lnTo>
                        <a:pt x="1" y="1416"/>
                      </a:lnTo>
                      <a:lnTo>
                        <a:pt x="12" y="1420"/>
                      </a:lnTo>
                      <a:cubicBezTo>
                        <a:pt x="113" y="1456"/>
                        <a:pt x="218" y="1475"/>
                        <a:pt x="325" y="1475"/>
                      </a:cubicBezTo>
                      <a:lnTo>
                        <a:pt x="328" y="1475"/>
                      </a:lnTo>
                      <a:lnTo>
                        <a:pt x="872" y="1475"/>
                      </a:lnTo>
                      <a:cubicBezTo>
                        <a:pt x="979" y="1474"/>
                        <a:pt x="1085" y="1456"/>
                        <a:pt x="1187" y="1420"/>
                      </a:cubicBezTo>
                      <a:lnTo>
                        <a:pt x="1198" y="1416"/>
                      </a:lnTo>
                      <a:lnTo>
                        <a:pt x="1198" y="1403"/>
                      </a:lnTo>
                      <a:lnTo>
                        <a:pt x="1198" y="1318"/>
                      </a:lnTo>
                      <a:lnTo>
                        <a:pt x="1198" y="1290"/>
                      </a:lnTo>
                      <a:lnTo>
                        <a:pt x="1173" y="1303"/>
                      </a:lnTo>
                      <a:cubicBezTo>
                        <a:pt x="1171" y="1303"/>
                        <a:pt x="1170" y="1304"/>
                        <a:pt x="1169" y="1304"/>
                      </a:cubicBezTo>
                      <a:cubicBezTo>
                        <a:pt x="1167" y="1305"/>
                        <a:pt x="1166" y="1305"/>
                        <a:pt x="1165" y="1306"/>
                      </a:cubicBezTo>
                      <a:cubicBezTo>
                        <a:pt x="1157" y="1309"/>
                        <a:pt x="1149" y="1311"/>
                        <a:pt x="1140" y="1311"/>
                      </a:cubicBezTo>
                      <a:cubicBezTo>
                        <a:pt x="1102" y="1311"/>
                        <a:pt x="1071" y="1279"/>
                        <a:pt x="1071" y="1241"/>
                      </a:cubicBezTo>
                      <a:cubicBezTo>
                        <a:pt x="1071" y="1223"/>
                        <a:pt x="1078" y="1206"/>
                        <a:pt x="1090" y="1193"/>
                      </a:cubicBezTo>
                      <a:lnTo>
                        <a:pt x="1190" y="1132"/>
                      </a:lnTo>
                      <a:lnTo>
                        <a:pt x="1198" y="1127"/>
                      </a:lnTo>
                      <a:lnTo>
                        <a:pt x="1198" y="1117"/>
                      </a:lnTo>
                      <a:lnTo>
                        <a:pt x="1198" y="28"/>
                      </a:lnTo>
                      <a:lnTo>
                        <a:pt x="1198" y="3"/>
                      </a:lnTo>
                      <a:lnTo>
                        <a:pt x="1175" y="11"/>
                      </a:lnTo>
                      <a:cubicBezTo>
                        <a:pt x="1152" y="19"/>
                        <a:pt x="940" y="86"/>
                        <a:pt x="600" y="86"/>
                      </a:cubicBezTo>
                      <a:lnTo>
                        <a:pt x="596" y="86"/>
                      </a:lnTo>
                      <a:cubicBezTo>
                        <a:pt x="236" y="86"/>
                        <a:pt x="26" y="10"/>
                        <a:pt x="24" y="9"/>
                      </a:cubicBezTo>
                      <a:lnTo>
                        <a:pt x="0" y="0"/>
                      </a:lnTo>
                      <a:moveTo>
                        <a:pt x="18" y="26"/>
                      </a:moveTo>
                      <a:cubicBezTo>
                        <a:pt x="18" y="26"/>
                        <a:pt x="228" y="104"/>
                        <a:pt x="596" y="104"/>
                      </a:cubicBezTo>
                      <a:cubicBezTo>
                        <a:pt x="597" y="104"/>
                        <a:pt x="598" y="104"/>
                        <a:pt x="599" y="104"/>
                      </a:cubicBezTo>
                      <a:lnTo>
                        <a:pt x="600" y="104"/>
                      </a:lnTo>
                      <a:cubicBezTo>
                        <a:pt x="928" y="104"/>
                        <a:pt x="1138" y="42"/>
                        <a:pt x="1180" y="28"/>
                      </a:cubicBezTo>
                      <a:lnTo>
                        <a:pt x="1180" y="1117"/>
                      </a:lnTo>
                      <a:lnTo>
                        <a:pt x="1079" y="1180"/>
                      </a:lnTo>
                      <a:cubicBezTo>
                        <a:pt x="1063" y="1196"/>
                        <a:pt x="1053" y="1218"/>
                        <a:pt x="1053" y="1241"/>
                      </a:cubicBezTo>
                      <a:cubicBezTo>
                        <a:pt x="1054" y="1291"/>
                        <a:pt x="1094" y="1328"/>
                        <a:pt x="1140" y="1328"/>
                      </a:cubicBezTo>
                      <a:cubicBezTo>
                        <a:pt x="1150" y="1328"/>
                        <a:pt x="1161" y="1326"/>
                        <a:pt x="1172" y="1322"/>
                      </a:cubicBezTo>
                      <a:cubicBezTo>
                        <a:pt x="1175" y="1321"/>
                        <a:pt x="1178" y="1320"/>
                        <a:pt x="1181" y="1318"/>
                      </a:cubicBezTo>
                      <a:lnTo>
                        <a:pt x="1181" y="1403"/>
                      </a:lnTo>
                      <a:cubicBezTo>
                        <a:pt x="1084" y="1438"/>
                        <a:pt x="979" y="1457"/>
                        <a:pt x="872" y="1457"/>
                      </a:cubicBezTo>
                      <a:lnTo>
                        <a:pt x="328" y="1457"/>
                      </a:lnTo>
                      <a:cubicBezTo>
                        <a:pt x="327" y="1457"/>
                        <a:pt x="326" y="1457"/>
                        <a:pt x="325" y="1457"/>
                      </a:cubicBezTo>
                      <a:cubicBezTo>
                        <a:pt x="218" y="1457"/>
                        <a:pt x="114" y="1438"/>
                        <a:pt x="18" y="1403"/>
                      </a:cubicBezTo>
                      <a:lnTo>
                        <a:pt x="19" y="1319"/>
                      </a:lnTo>
                      <a:cubicBezTo>
                        <a:pt x="22" y="1320"/>
                        <a:pt x="24" y="1322"/>
                        <a:pt x="27" y="1323"/>
                      </a:cubicBezTo>
                      <a:cubicBezTo>
                        <a:pt x="38" y="1327"/>
                        <a:pt x="49" y="1329"/>
                        <a:pt x="59" y="1329"/>
                      </a:cubicBezTo>
                      <a:cubicBezTo>
                        <a:pt x="105" y="1329"/>
                        <a:pt x="146" y="1291"/>
                        <a:pt x="146" y="1242"/>
                      </a:cubicBezTo>
                      <a:cubicBezTo>
                        <a:pt x="146" y="1218"/>
                        <a:pt x="137" y="1196"/>
                        <a:pt x="120" y="1180"/>
                      </a:cubicBezTo>
                      <a:lnTo>
                        <a:pt x="19" y="1101"/>
                      </a:lnTo>
                      <a:lnTo>
                        <a:pt x="18" y="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11"/>
                <p:cNvSpPr/>
                <p:nvPr/>
              </p:nvSpPr>
              <p:spPr>
                <a:xfrm>
                  <a:off x="5259240" y="2716200"/>
                  <a:ext cx="326520" cy="1801080"/>
                </a:xfrm>
                <a:custGeom>
                  <a:rect b="b" l="l" r="r" t="t"/>
                  <a:pathLst>
                    <a:path extrusionOk="0" h="5003" w="907">
                      <a:moveTo>
                        <a:pt x="93" y="0"/>
                      </a:moveTo>
                      <a:lnTo>
                        <a:pt x="93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760"/>
                      </a:lnTo>
                      <a:lnTo>
                        <a:pt x="3" y="764"/>
                      </a:lnTo>
                      <a:cubicBezTo>
                        <a:pt x="37" y="819"/>
                        <a:pt x="56" y="881"/>
                        <a:pt x="57" y="945"/>
                      </a:cubicBezTo>
                      <a:lnTo>
                        <a:pt x="72" y="1977"/>
                      </a:lnTo>
                      <a:lnTo>
                        <a:pt x="84" y="2745"/>
                      </a:lnTo>
                      <a:lnTo>
                        <a:pt x="93" y="3384"/>
                      </a:lnTo>
                      <a:lnTo>
                        <a:pt x="4" y="3539"/>
                      </a:lnTo>
                      <a:lnTo>
                        <a:pt x="2" y="3543"/>
                      </a:lnTo>
                      <a:lnTo>
                        <a:pt x="2" y="3548"/>
                      </a:lnTo>
                      <a:lnTo>
                        <a:pt x="2" y="4676"/>
                      </a:lnTo>
                      <a:lnTo>
                        <a:pt x="2" y="4718"/>
                      </a:lnTo>
                      <a:lnTo>
                        <a:pt x="33" y="4688"/>
                      </a:lnTo>
                      <a:lnTo>
                        <a:pt x="290" y="4431"/>
                      </a:lnTo>
                      <a:cubicBezTo>
                        <a:pt x="302" y="4418"/>
                        <a:pt x="316" y="4416"/>
                        <a:pt x="326" y="4416"/>
                      </a:cubicBezTo>
                      <a:cubicBezTo>
                        <a:pt x="351" y="4416"/>
                        <a:pt x="378" y="4435"/>
                        <a:pt x="378" y="4467"/>
                      </a:cubicBezTo>
                      <a:lnTo>
                        <a:pt x="378" y="4521"/>
                      </a:lnTo>
                      <a:cubicBezTo>
                        <a:pt x="378" y="4589"/>
                        <a:pt x="353" y="4652"/>
                        <a:pt x="307" y="4699"/>
                      </a:cubicBezTo>
                      <a:cubicBezTo>
                        <a:pt x="228" y="4782"/>
                        <a:pt x="130" y="4827"/>
                        <a:pt x="11" y="4876"/>
                      </a:cubicBezTo>
                      <a:lnTo>
                        <a:pt x="0" y="4881"/>
                      </a:lnTo>
                      <a:lnTo>
                        <a:pt x="0" y="4893"/>
                      </a:lnTo>
                      <a:lnTo>
                        <a:pt x="3" y="4979"/>
                      </a:lnTo>
                      <a:lnTo>
                        <a:pt x="3" y="5003"/>
                      </a:lnTo>
                      <a:lnTo>
                        <a:pt x="26" y="4995"/>
                      </a:lnTo>
                      <a:cubicBezTo>
                        <a:pt x="354" y="4877"/>
                        <a:pt x="581" y="4612"/>
                        <a:pt x="633" y="4286"/>
                      </a:cubicBezTo>
                      <a:lnTo>
                        <a:pt x="706" y="3826"/>
                      </a:lnTo>
                      <a:lnTo>
                        <a:pt x="753" y="3826"/>
                      </a:lnTo>
                      <a:cubicBezTo>
                        <a:pt x="838" y="3825"/>
                        <a:pt x="907" y="3756"/>
                        <a:pt x="907" y="3671"/>
                      </a:cubicBezTo>
                      <a:lnTo>
                        <a:pt x="907" y="3130"/>
                      </a:lnTo>
                      <a:cubicBezTo>
                        <a:pt x="907" y="3047"/>
                        <a:pt x="841" y="2979"/>
                        <a:pt x="759" y="2976"/>
                      </a:cubicBezTo>
                      <a:lnTo>
                        <a:pt x="728" y="1697"/>
                      </a:lnTo>
                      <a:cubicBezTo>
                        <a:pt x="799" y="1683"/>
                        <a:pt x="853" y="1619"/>
                        <a:pt x="853" y="1546"/>
                      </a:cubicBezTo>
                      <a:lnTo>
                        <a:pt x="853" y="1004"/>
                      </a:lnTo>
                      <a:cubicBezTo>
                        <a:pt x="852" y="923"/>
                        <a:pt x="788" y="856"/>
                        <a:pt x="708" y="851"/>
                      </a:cubicBezTo>
                      <a:lnTo>
                        <a:pt x="702" y="608"/>
                      </a:lnTo>
                      <a:cubicBezTo>
                        <a:pt x="702" y="446"/>
                        <a:pt x="639" y="293"/>
                        <a:pt x="524" y="178"/>
                      </a:cubicBezTo>
                      <a:cubicBezTo>
                        <a:pt x="409" y="63"/>
                        <a:pt x="256" y="0"/>
                        <a:pt x="93" y="0"/>
                      </a:cubicBezTo>
                      <a:moveTo>
                        <a:pt x="93" y="18"/>
                      </a:moveTo>
                      <a:cubicBezTo>
                        <a:pt x="420" y="18"/>
                        <a:pt x="685" y="282"/>
                        <a:pt x="685" y="608"/>
                      </a:cubicBezTo>
                      <a:lnTo>
                        <a:pt x="691" y="868"/>
                      </a:lnTo>
                      <a:lnTo>
                        <a:pt x="698" y="868"/>
                      </a:lnTo>
                      <a:cubicBezTo>
                        <a:pt x="774" y="868"/>
                        <a:pt x="835" y="929"/>
                        <a:pt x="835" y="1004"/>
                      </a:cubicBezTo>
                      <a:lnTo>
                        <a:pt x="835" y="1546"/>
                      </a:lnTo>
                      <a:cubicBezTo>
                        <a:pt x="835" y="1617"/>
                        <a:pt x="780" y="1676"/>
                        <a:pt x="710" y="1681"/>
                      </a:cubicBezTo>
                      <a:lnTo>
                        <a:pt x="742" y="2993"/>
                      </a:lnTo>
                      <a:lnTo>
                        <a:pt x="753" y="2993"/>
                      </a:lnTo>
                      <a:lnTo>
                        <a:pt x="753" y="2993"/>
                      </a:lnTo>
                      <a:cubicBezTo>
                        <a:pt x="828" y="2993"/>
                        <a:pt x="889" y="3054"/>
                        <a:pt x="889" y="3130"/>
                      </a:cubicBezTo>
                      <a:lnTo>
                        <a:pt x="889" y="3671"/>
                      </a:lnTo>
                      <a:cubicBezTo>
                        <a:pt x="889" y="3747"/>
                        <a:pt x="828" y="3808"/>
                        <a:pt x="753" y="3808"/>
                      </a:cubicBezTo>
                      <a:lnTo>
                        <a:pt x="691" y="3808"/>
                      </a:lnTo>
                      <a:lnTo>
                        <a:pt x="615" y="4284"/>
                      </a:lnTo>
                      <a:cubicBezTo>
                        <a:pt x="561" y="4621"/>
                        <a:pt x="327" y="4868"/>
                        <a:pt x="20" y="4978"/>
                      </a:cubicBezTo>
                      <a:lnTo>
                        <a:pt x="18" y="4893"/>
                      </a:lnTo>
                      <a:lnTo>
                        <a:pt x="18" y="4893"/>
                      </a:lnTo>
                      <a:cubicBezTo>
                        <a:pt x="131" y="4845"/>
                        <a:pt x="236" y="4799"/>
                        <a:pt x="320" y="4712"/>
                      </a:cubicBezTo>
                      <a:cubicBezTo>
                        <a:pt x="369" y="4661"/>
                        <a:pt x="396" y="4592"/>
                        <a:pt x="396" y="4521"/>
                      </a:cubicBezTo>
                      <a:lnTo>
                        <a:pt x="396" y="4467"/>
                      </a:lnTo>
                      <a:cubicBezTo>
                        <a:pt x="396" y="4426"/>
                        <a:pt x="361" y="4398"/>
                        <a:pt x="326" y="4398"/>
                      </a:cubicBezTo>
                      <a:cubicBezTo>
                        <a:pt x="309" y="4398"/>
                        <a:pt x="291" y="4404"/>
                        <a:pt x="277" y="4418"/>
                      </a:cubicBezTo>
                      <a:lnTo>
                        <a:pt x="20" y="4676"/>
                      </a:lnTo>
                      <a:lnTo>
                        <a:pt x="19" y="3548"/>
                      </a:lnTo>
                      <a:lnTo>
                        <a:pt x="111" y="3388"/>
                      </a:lnTo>
                      <a:lnTo>
                        <a:pt x="101" y="2745"/>
                      </a:lnTo>
                      <a:lnTo>
                        <a:pt x="90" y="1977"/>
                      </a:lnTo>
                      <a:lnTo>
                        <a:pt x="74" y="944"/>
                      </a:lnTo>
                      <a:cubicBezTo>
                        <a:pt x="73" y="874"/>
                        <a:pt x="53" y="810"/>
                        <a:pt x="18" y="755"/>
                      </a:cubicBezTo>
                      <a:lnTo>
                        <a:pt x="18" y="18"/>
                      </a:lnTo>
                      <a:lnTo>
                        <a:pt x="93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5" name="Google Shape;255;p11"/>
              <p:cNvGrpSpPr/>
              <p:nvPr/>
            </p:nvGrpSpPr>
            <p:grpSpPr>
              <a:xfrm rot="-1799782">
                <a:off x="6513545" y="594601"/>
                <a:ext cx="1009711" cy="1691233"/>
                <a:chOff x="4472640" y="2678040"/>
                <a:chExt cx="1113120" cy="1864440"/>
              </a:xfrm>
            </p:grpSpPr>
            <p:sp>
              <p:nvSpPr>
                <p:cNvPr id="256" name="Google Shape;256;p11"/>
                <p:cNvSpPr/>
                <p:nvPr/>
              </p:nvSpPr>
              <p:spPr>
                <a:xfrm>
                  <a:off x="5290200" y="2775600"/>
                  <a:ext cx="148680" cy="181080"/>
                </a:xfrm>
                <a:custGeom>
                  <a:rect b="b" l="l" r="r" t="t"/>
                  <a:pathLst>
                    <a:path extrusionOk="0" h="503" w="413">
                      <a:moveTo>
                        <a:pt x="108" y="0"/>
                      </a:moveTo>
                      <a:lnTo>
                        <a:pt x="108" y="0"/>
                      </a:lnTo>
                      <a:cubicBezTo>
                        <a:pt x="79" y="0"/>
                        <a:pt x="51" y="11"/>
                        <a:pt x="31" y="31"/>
                      </a:cubicBezTo>
                      <a:cubicBezTo>
                        <a:pt x="11" y="52"/>
                        <a:pt x="0" y="79"/>
                        <a:pt x="0" y="108"/>
                      </a:cubicBezTo>
                      <a:lnTo>
                        <a:pt x="0" y="148"/>
                      </a:lnTo>
                      <a:cubicBezTo>
                        <a:pt x="0" y="176"/>
                        <a:pt x="11" y="204"/>
                        <a:pt x="31" y="224"/>
                      </a:cubicBezTo>
                      <a:lnTo>
                        <a:pt x="289" y="481"/>
                      </a:lnTo>
                      <a:cubicBezTo>
                        <a:pt x="303" y="495"/>
                        <a:pt x="321" y="503"/>
                        <a:pt x="340" y="503"/>
                      </a:cubicBezTo>
                      <a:cubicBezTo>
                        <a:pt x="358" y="503"/>
                        <a:pt x="377" y="496"/>
                        <a:pt x="390" y="483"/>
                      </a:cubicBezTo>
                      <a:cubicBezTo>
                        <a:pt x="405" y="469"/>
                        <a:pt x="413" y="450"/>
                        <a:pt x="413" y="430"/>
                      </a:cubicBezTo>
                      <a:lnTo>
                        <a:pt x="413" y="344"/>
                      </a:lnTo>
                      <a:cubicBezTo>
                        <a:pt x="413" y="176"/>
                        <a:pt x="293" y="32"/>
                        <a:pt x="128" y="1"/>
                      </a:cubicBezTo>
                      <a:cubicBezTo>
                        <a:pt x="122" y="0"/>
                        <a:pt x="115" y="0"/>
                        <a:pt x="108" y="0"/>
                      </a:cubicBezTo>
                      <a:moveTo>
                        <a:pt x="108" y="17"/>
                      </a:moveTo>
                      <a:cubicBezTo>
                        <a:pt x="114" y="17"/>
                        <a:pt x="119" y="18"/>
                        <a:pt x="125" y="19"/>
                      </a:cubicBezTo>
                      <a:cubicBezTo>
                        <a:pt x="279" y="47"/>
                        <a:pt x="395" y="182"/>
                        <a:pt x="395" y="344"/>
                      </a:cubicBezTo>
                      <a:lnTo>
                        <a:pt x="395" y="430"/>
                      </a:lnTo>
                      <a:cubicBezTo>
                        <a:pt x="395" y="463"/>
                        <a:pt x="368" y="485"/>
                        <a:pt x="340" y="485"/>
                      </a:cubicBezTo>
                      <a:cubicBezTo>
                        <a:pt x="326" y="485"/>
                        <a:pt x="313" y="480"/>
                        <a:pt x="301" y="469"/>
                      </a:cubicBezTo>
                      <a:lnTo>
                        <a:pt x="44" y="211"/>
                      </a:lnTo>
                      <a:cubicBezTo>
                        <a:pt x="27" y="194"/>
                        <a:pt x="17" y="172"/>
                        <a:pt x="17" y="148"/>
                      </a:cubicBezTo>
                      <a:lnTo>
                        <a:pt x="17" y="108"/>
                      </a:lnTo>
                      <a:cubicBezTo>
                        <a:pt x="17" y="84"/>
                        <a:pt x="27" y="61"/>
                        <a:pt x="44" y="44"/>
                      </a:cubicBezTo>
                      <a:cubicBezTo>
                        <a:pt x="61" y="27"/>
                        <a:pt x="84" y="17"/>
                        <a:pt x="108" y="1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11"/>
                <p:cNvSpPr/>
                <p:nvPr/>
              </p:nvSpPr>
              <p:spPr>
                <a:xfrm>
                  <a:off x="4623480" y="2775960"/>
                  <a:ext cx="148680" cy="181080"/>
                </a:xfrm>
                <a:custGeom>
                  <a:rect b="b" l="l" r="r" t="t"/>
                  <a:pathLst>
                    <a:path extrusionOk="0" h="503" w="413">
                      <a:moveTo>
                        <a:pt x="305" y="0"/>
                      </a:moveTo>
                      <a:lnTo>
                        <a:pt x="305" y="0"/>
                      </a:lnTo>
                      <a:cubicBezTo>
                        <a:pt x="298" y="0"/>
                        <a:pt x="291" y="0"/>
                        <a:pt x="284" y="2"/>
                      </a:cubicBezTo>
                      <a:cubicBezTo>
                        <a:pt x="119" y="32"/>
                        <a:pt x="0" y="176"/>
                        <a:pt x="0" y="344"/>
                      </a:cubicBezTo>
                      <a:lnTo>
                        <a:pt x="0" y="430"/>
                      </a:lnTo>
                      <a:cubicBezTo>
                        <a:pt x="0" y="476"/>
                        <a:pt x="37" y="503"/>
                        <a:pt x="73" y="503"/>
                      </a:cubicBezTo>
                      <a:cubicBezTo>
                        <a:pt x="92" y="503"/>
                        <a:pt x="110" y="495"/>
                        <a:pt x="124" y="481"/>
                      </a:cubicBezTo>
                      <a:lnTo>
                        <a:pt x="381" y="224"/>
                      </a:lnTo>
                      <a:cubicBezTo>
                        <a:pt x="401" y="203"/>
                        <a:pt x="413" y="176"/>
                        <a:pt x="413" y="148"/>
                      </a:cubicBezTo>
                      <a:lnTo>
                        <a:pt x="413" y="108"/>
                      </a:lnTo>
                      <a:cubicBezTo>
                        <a:pt x="413" y="79"/>
                        <a:pt x="401" y="51"/>
                        <a:pt x="381" y="31"/>
                      </a:cubicBezTo>
                      <a:cubicBezTo>
                        <a:pt x="361" y="11"/>
                        <a:pt x="334" y="0"/>
                        <a:pt x="305" y="0"/>
                      </a:cubicBezTo>
                      <a:moveTo>
                        <a:pt x="305" y="17"/>
                      </a:moveTo>
                      <a:cubicBezTo>
                        <a:pt x="329" y="17"/>
                        <a:pt x="351" y="27"/>
                        <a:pt x="369" y="44"/>
                      </a:cubicBezTo>
                      <a:cubicBezTo>
                        <a:pt x="385" y="61"/>
                        <a:pt x="395" y="84"/>
                        <a:pt x="395" y="108"/>
                      </a:cubicBezTo>
                      <a:lnTo>
                        <a:pt x="395" y="148"/>
                      </a:lnTo>
                      <a:cubicBezTo>
                        <a:pt x="395" y="171"/>
                        <a:pt x="385" y="194"/>
                        <a:pt x="369" y="211"/>
                      </a:cubicBezTo>
                      <a:lnTo>
                        <a:pt x="111" y="469"/>
                      </a:lnTo>
                      <a:cubicBezTo>
                        <a:pt x="100" y="480"/>
                        <a:pt x="86" y="485"/>
                        <a:pt x="73" y="485"/>
                      </a:cubicBezTo>
                      <a:cubicBezTo>
                        <a:pt x="45" y="485"/>
                        <a:pt x="18" y="463"/>
                        <a:pt x="18" y="430"/>
                      </a:cubicBezTo>
                      <a:lnTo>
                        <a:pt x="18" y="344"/>
                      </a:lnTo>
                      <a:cubicBezTo>
                        <a:pt x="17" y="182"/>
                        <a:pt x="134" y="47"/>
                        <a:pt x="287" y="19"/>
                      </a:cubicBezTo>
                      <a:cubicBezTo>
                        <a:pt x="293" y="18"/>
                        <a:pt x="299" y="17"/>
                        <a:pt x="305" y="1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4784760" y="3699000"/>
                  <a:ext cx="493560" cy="246600"/>
                </a:xfrm>
                <a:custGeom>
                  <a:rect b="b" l="l" r="r" t="t"/>
                  <a:pathLst>
                    <a:path extrusionOk="0" h="685" w="1371">
                      <a:moveTo>
                        <a:pt x="1362" y="0"/>
                      </a:moveTo>
                      <a:lnTo>
                        <a:pt x="1344" y="0"/>
                      </a:lnTo>
                      <a:lnTo>
                        <a:pt x="26" y="0"/>
                      </a:lnTo>
                      <a:lnTo>
                        <a:pt x="9" y="0"/>
                      </a:lnTo>
                      <a:lnTo>
                        <a:pt x="9" y="17"/>
                      </a:lnTo>
                      <a:lnTo>
                        <a:pt x="0" y="595"/>
                      </a:lnTo>
                      <a:lnTo>
                        <a:pt x="0" y="609"/>
                      </a:lnTo>
                      <a:lnTo>
                        <a:pt x="13" y="613"/>
                      </a:lnTo>
                      <a:cubicBezTo>
                        <a:pt x="16" y="613"/>
                        <a:pt x="300" y="685"/>
                        <a:pt x="680" y="685"/>
                      </a:cubicBezTo>
                      <a:lnTo>
                        <a:pt x="684" y="685"/>
                      </a:lnTo>
                      <a:cubicBezTo>
                        <a:pt x="1067" y="684"/>
                        <a:pt x="1354" y="613"/>
                        <a:pt x="1357" y="613"/>
                      </a:cubicBezTo>
                      <a:lnTo>
                        <a:pt x="1371" y="609"/>
                      </a:lnTo>
                      <a:lnTo>
                        <a:pt x="1370" y="595"/>
                      </a:lnTo>
                      <a:lnTo>
                        <a:pt x="1362" y="17"/>
                      </a:lnTo>
                      <a:lnTo>
                        <a:pt x="1362" y="0"/>
                      </a:lnTo>
                      <a:moveTo>
                        <a:pt x="1344" y="17"/>
                      </a:moveTo>
                      <a:lnTo>
                        <a:pt x="1353" y="595"/>
                      </a:lnTo>
                      <a:cubicBezTo>
                        <a:pt x="1353" y="595"/>
                        <a:pt x="1069" y="666"/>
                        <a:pt x="684" y="667"/>
                      </a:cubicBezTo>
                      <a:cubicBezTo>
                        <a:pt x="683" y="667"/>
                        <a:pt x="682" y="667"/>
                        <a:pt x="680" y="667"/>
                      </a:cubicBezTo>
                      <a:cubicBezTo>
                        <a:pt x="297" y="667"/>
                        <a:pt x="18" y="595"/>
                        <a:pt x="18" y="595"/>
                      </a:cubicBezTo>
                      <a:lnTo>
                        <a:pt x="26" y="17"/>
                      </a:lnTo>
                      <a:lnTo>
                        <a:pt x="1344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1"/>
                <p:cNvSpPr/>
                <p:nvPr/>
              </p:nvSpPr>
              <p:spPr>
                <a:xfrm>
                  <a:off x="4786920" y="3451680"/>
                  <a:ext cx="489600" cy="231120"/>
                </a:xfrm>
                <a:custGeom>
                  <a:rect b="b" l="l" r="r" t="t"/>
                  <a:pathLst>
                    <a:path extrusionOk="0" h="642" w="1360">
                      <a:moveTo>
                        <a:pt x="1351" y="0"/>
                      </a:moveTo>
                      <a:lnTo>
                        <a:pt x="1333" y="0"/>
                      </a:lnTo>
                      <a:lnTo>
                        <a:pt x="27" y="1"/>
                      </a:lnTo>
                      <a:lnTo>
                        <a:pt x="10" y="1"/>
                      </a:lnTo>
                      <a:lnTo>
                        <a:pt x="9" y="18"/>
                      </a:lnTo>
                      <a:lnTo>
                        <a:pt x="0" y="624"/>
                      </a:lnTo>
                      <a:lnTo>
                        <a:pt x="0" y="642"/>
                      </a:lnTo>
                      <a:lnTo>
                        <a:pt x="18" y="642"/>
                      </a:lnTo>
                      <a:lnTo>
                        <a:pt x="1343" y="642"/>
                      </a:lnTo>
                      <a:lnTo>
                        <a:pt x="1360" y="642"/>
                      </a:lnTo>
                      <a:lnTo>
                        <a:pt x="1360" y="624"/>
                      </a:lnTo>
                      <a:lnTo>
                        <a:pt x="1351" y="18"/>
                      </a:lnTo>
                      <a:lnTo>
                        <a:pt x="1351" y="0"/>
                      </a:lnTo>
                      <a:moveTo>
                        <a:pt x="1333" y="18"/>
                      </a:moveTo>
                      <a:lnTo>
                        <a:pt x="1343" y="624"/>
                      </a:lnTo>
                      <a:lnTo>
                        <a:pt x="18" y="625"/>
                      </a:lnTo>
                      <a:lnTo>
                        <a:pt x="27" y="18"/>
                      </a:lnTo>
                      <a:lnTo>
                        <a:pt x="1333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1"/>
                <p:cNvSpPr/>
                <p:nvPr/>
              </p:nvSpPr>
              <p:spPr>
                <a:xfrm>
                  <a:off x="4790160" y="2920680"/>
                  <a:ext cx="482400" cy="514080"/>
                </a:xfrm>
                <a:custGeom>
                  <a:rect b="b" l="l" r="r" t="t"/>
                  <a:pathLst>
                    <a:path extrusionOk="0" h="1428" w="1340">
                      <a:moveTo>
                        <a:pt x="423" y="149"/>
                      </a:moveTo>
                      <a:lnTo>
                        <a:pt x="916" y="149"/>
                      </a:lnTo>
                      <a:cubicBezTo>
                        <a:pt x="1052" y="149"/>
                        <a:pt x="1164" y="259"/>
                        <a:pt x="1166" y="395"/>
                      </a:cubicBezTo>
                      <a:lnTo>
                        <a:pt x="1169" y="621"/>
                      </a:lnTo>
                      <a:lnTo>
                        <a:pt x="170" y="622"/>
                      </a:lnTo>
                      <a:lnTo>
                        <a:pt x="173" y="396"/>
                      </a:lnTo>
                      <a:cubicBezTo>
                        <a:pt x="175" y="260"/>
                        <a:pt x="287" y="149"/>
                        <a:pt x="423" y="149"/>
                      </a:cubicBezTo>
                      <a:moveTo>
                        <a:pt x="942" y="0"/>
                      </a:moveTo>
                      <a:lnTo>
                        <a:pt x="942" y="0"/>
                      </a:lnTo>
                      <a:lnTo>
                        <a:pt x="397" y="0"/>
                      </a:lnTo>
                      <a:cubicBezTo>
                        <a:pt x="265" y="0"/>
                        <a:pt x="144" y="66"/>
                        <a:pt x="73" y="178"/>
                      </a:cubicBezTo>
                      <a:cubicBezTo>
                        <a:pt x="36" y="238"/>
                        <a:pt x="15" y="307"/>
                        <a:pt x="15" y="376"/>
                      </a:cubicBezTo>
                      <a:lnTo>
                        <a:pt x="0" y="1410"/>
                      </a:lnTo>
                      <a:lnTo>
                        <a:pt x="0" y="1428"/>
                      </a:lnTo>
                      <a:lnTo>
                        <a:pt x="18" y="1428"/>
                      </a:lnTo>
                      <a:lnTo>
                        <a:pt x="1322" y="1427"/>
                      </a:lnTo>
                      <a:lnTo>
                        <a:pt x="1340" y="1427"/>
                      </a:lnTo>
                      <a:lnTo>
                        <a:pt x="1340" y="1409"/>
                      </a:lnTo>
                      <a:lnTo>
                        <a:pt x="1324" y="376"/>
                      </a:lnTo>
                      <a:cubicBezTo>
                        <a:pt x="1323" y="306"/>
                        <a:pt x="1303" y="237"/>
                        <a:pt x="1265" y="178"/>
                      </a:cubicBezTo>
                      <a:cubicBezTo>
                        <a:pt x="1195" y="66"/>
                        <a:pt x="1074" y="0"/>
                        <a:pt x="942" y="0"/>
                      </a:cubicBezTo>
                      <a:moveTo>
                        <a:pt x="423" y="132"/>
                      </a:moveTo>
                      <a:lnTo>
                        <a:pt x="423" y="132"/>
                      </a:lnTo>
                      <a:cubicBezTo>
                        <a:pt x="276" y="132"/>
                        <a:pt x="158" y="249"/>
                        <a:pt x="156" y="395"/>
                      </a:cubicBezTo>
                      <a:lnTo>
                        <a:pt x="152" y="639"/>
                      </a:lnTo>
                      <a:lnTo>
                        <a:pt x="1187" y="639"/>
                      </a:lnTo>
                      <a:lnTo>
                        <a:pt x="1184" y="395"/>
                      </a:lnTo>
                      <a:cubicBezTo>
                        <a:pt x="1181" y="249"/>
                        <a:pt x="1062" y="131"/>
                        <a:pt x="916" y="131"/>
                      </a:cubicBezTo>
                      <a:lnTo>
                        <a:pt x="916" y="131"/>
                      </a:lnTo>
                      <a:lnTo>
                        <a:pt x="423" y="132"/>
                      </a:lnTo>
                      <a:moveTo>
                        <a:pt x="942" y="17"/>
                      </a:moveTo>
                      <a:cubicBezTo>
                        <a:pt x="1072" y="17"/>
                        <a:pt x="1186" y="85"/>
                        <a:pt x="1251" y="187"/>
                      </a:cubicBezTo>
                      <a:cubicBezTo>
                        <a:pt x="1285" y="242"/>
                        <a:pt x="1306" y="306"/>
                        <a:pt x="1307" y="376"/>
                      </a:cubicBezTo>
                      <a:lnTo>
                        <a:pt x="1322" y="1409"/>
                      </a:lnTo>
                      <a:lnTo>
                        <a:pt x="18" y="1410"/>
                      </a:lnTo>
                      <a:lnTo>
                        <a:pt x="32" y="377"/>
                      </a:lnTo>
                      <a:cubicBezTo>
                        <a:pt x="33" y="307"/>
                        <a:pt x="54" y="242"/>
                        <a:pt x="88" y="187"/>
                      </a:cubicBezTo>
                      <a:cubicBezTo>
                        <a:pt x="153" y="85"/>
                        <a:pt x="267" y="18"/>
                        <a:pt x="397" y="17"/>
                      </a:cubicBezTo>
                      <a:lnTo>
                        <a:pt x="942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11"/>
                <p:cNvSpPr/>
                <p:nvPr/>
              </p:nvSpPr>
              <p:spPr>
                <a:xfrm>
                  <a:off x="5311080" y="3122640"/>
                  <a:ext cx="127080" cy="885960"/>
                </a:xfrm>
                <a:custGeom>
                  <a:rect b="b" l="l" r="r" t="t"/>
                  <a:pathLst>
                    <a:path extrusionOk="0" h="2461" w="353">
                      <a:moveTo>
                        <a:pt x="311" y="0"/>
                      </a:moveTo>
                      <a:lnTo>
                        <a:pt x="294" y="0"/>
                      </a:lnTo>
                      <a:cubicBezTo>
                        <a:pt x="215" y="0"/>
                        <a:pt x="141" y="34"/>
                        <a:pt x="86" y="96"/>
                      </a:cubicBezTo>
                      <a:cubicBezTo>
                        <a:pt x="31" y="158"/>
                        <a:pt x="0" y="239"/>
                        <a:pt x="0" y="326"/>
                      </a:cubicBezTo>
                      <a:lnTo>
                        <a:pt x="40" y="1698"/>
                      </a:lnTo>
                      <a:cubicBezTo>
                        <a:pt x="41" y="1973"/>
                        <a:pt x="143" y="2239"/>
                        <a:pt x="322" y="2428"/>
                      </a:cubicBezTo>
                      <a:lnTo>
                        <a:pt x="353" y="2461"/>
                      </a:lnTo>
                      <a:lnTo>
                        <a:pt x="352" y="2415"/>
                      </a:lnTo>
                      <a:lnTo>
                        <a:pt x="312" y="17"/>
                      </a:lnTo>
                      <a:lnTo>
                        <a:pt x="311" y="0"/>
                      </a:lnTo>
                      <a:moveTo>
                        <a:pt x="294" y="17"/>
                      </a:moveTo>
                      <a:lnTo>
                        <a:pt x="335" y="2416"/>
                      </a:lnTo>
                      <a:cubicBezTo>
                        <a:pt x="158" y="2229"/>
                        <a:pt x="58" y="1969"/>
                        <a:pt x="58" y="1697"/>
                      </a:cubicBezTo>
                      <a:lnTo>
                        <a:pt x="18" y="326"/>
                      </a:lnTo>
                      <a:cubicBezTo>
                        <a:pt x="18" y="156"/>
                        <a:pt x="141" y="17"/>
                        <a:pt x="294" y="1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4625280" y="3123000"/>
                  <a:ext cx="126000" cy="885960"/>
                </a:xfrm>
                <a:custGeom>
                  <a:rect b="b" l="l" r="r" t="t"/>
                  <a:pathLst>
                    <a:path extrusionOk="0" h="2461" w="350">
                      <a:moveTo>
                        <a:pt x="56" y="0"/>
                      </a:moveTo>
                      <a:lnTo>
                        <a:pt x="56" y="0"/>
                      </a:lnTo>
                      <a:lnTo>
                        <a:pt x="39" y="0"/>
                      </a:lnTo>
                      <a:lnTo>
                        <a:pt x="39" y="17"/>
                      </a:lnTo>
                      <a:lnTo>
                        <a:pt x="1" y="2416"/>
                      </a:lnTo>
                      <a:lnTo>
                        <a:pt x="0" y="2461"/>
                      </a:lnTo>
                      <a:lnTo>
                        <a:pt x="31" y="2428"/>
                      </a:lnTo>
                      <a:cubicBezTo>
                        <a:pt x="210" y="2239"/>
                        <a:pt x="312" y="1972"/>
                        <a:pt x="312" y="1697"/>
                      </a:cubicBezTo>
                      <a:lnTo>
                        <a:pt x="350" y="327"/>
                      </a:lnTo>
                      <a:cubicBezTo>
                        <a:pt x="350" y="239"/>
                        <a:pt x="320" y="158"/>
                        <a:pt x="265" y="96"/>
                      </a:cubicBezTo>
                      <a:cubicBezTo>
                        <a:pt x="209" y="34"/>
                        <a:pt x="135" y="0"/>
                        <a:pt x="56" y="0"/>
                      </a:cubicBezTo>
                      <a:moveTo>
                        <a:pt x="56" y="17"/>
                      </a:moveTo>
                      <a:cubicBezTo>
                        <a:pt x="209" y="17"/>
                        <a:pt x="333" y="156"/>
                        <a:pt x="332" y="326"/>
                      </a:cubicBezTo>
                      <a:lnTo>
                        <a:pt x="294" y="1697"/>
                      </a:lnTo>
                      <a:cubicBezTo>
                        <a:pt x="294" y="1969"/>
                        <a:pt x="195" y="2229"/>
                        <a:pt x="18" y="2416"/>
                      </a:cubicBezTo>
                      <a:lnTo>
                        <a:pt x="56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4775400" y="3925080"/>
                  <a:ext cx="511560" cy="101880"/>
                </a:xfrm>
                <a:custGeom>
                  <a:rect b="b" l="l" r="r" t="t"/>
                  <a:pathLst>
                    <a:path extrusionOk="0" h="283" w="1421">
                      <a:moveTo>
                        <a:pt x="1421" y="0"/>
                      </a:moveTo>
                      <a:lnTo>
                        <a:pt x="1379" y="13"/>
                      </a:lnTo>
                      <a:cubicBezTo>
                        <a:pt x="1377" y="14"/>
                        <a:pt x="1132" y="91"/>
                        <a:pt x="712" y="91"/>
                      </a:cubicBezTo>
                      <a:lnTo>
                        <a:pt x="710" y="91"/>
                      </a:lnTo>
                      <a:cubicBezTo>
                        <a:pt x="291" y="91"/>
                        <a:pt x="47" y="15"/>
                        <a:pt x="44" y="14"/>
                      </a:cubicBezTo>
                      <a:lnTo>
                        <a:pt x="0" y="0"/>
                      </a:lnTo>
                      <a:lnTo>
                        <a:pt x="24" y="40"/>
                      </a:lnTo>
                      <a:lnTo>
                        <a:pt x="116" y="197"/>
                      </a:lnTo>
                      <a:lnTo>
                        <a:pt x="119" y="202"/>
                      </a:lnTo>
                      <a:lnTo>
                        <a:pt x="125" y="204"/>
                      </a:lnTo>
                      <a:cubicBezTo>
                        <a:pt x="133" y="207"/>
                        <a:pt x="342" y="283"/>
                        <a:pt x="709" y="283"/>
                      </a:cubicBezTo>
                      <a:lnTo>
                        <a:pt x="712" y="283"/>
                      </a:lnTo>
                      <a:cubicBezTo>
                        <a:pt x="1059" y="283"/>
                        <a:pt x="1275" y="214"/>
                        <a:pt x="1299" y="207"/>
                      </a:cubicBezTo>
                      <a:cubicBezTo>
                        <a:pt x="1303" y="205"/>
                        <a:pt x="1306" y="204"/>
                        <a:pt x="1306" y="204"/>
                      </a:cubicBezTo>
                      <a:lnTo>
                        <a:pt x="1313" y="202"/>
                      </a:lnTo>
                      <a:lnTo>
                        <a:pt x="1317" y="196"/>
                      </a:lnTo>
                      <a:lnTo>
                        <a:pt x="1400" y="38"/>
                      </a:lnTo>
                      <a:lnTo>
                        <a:pt x="1421" y="0"/>
                      </a:lnTo>
                      <a:moveTo>
                        <a:pt x="1385" y="30"/>
                      </a:moveTo>
                      <a:lnTo>
                        <a:pt x="1301" y="187"/>
                      </a:lnTo>
                      <a:cubicBezTo>
                        <a:pt x="1301" y="187"/>
                        <a:pt x="1299" y="188"/>
                        <a:pt x="1293" y="190"/>
                      </a:cubicBezTo>
                      <a:cubicBezTo>
                        <a:pt x="1250" y="204"/>
                        <a:pt x="1041" y="266"/>
                        <a:pt x="713" y="266"/>
                      </a:cubicBezTo>
                      <a:lnTo>
                        <a:pt x="712" y="266"/>
                      </a:lnTo>
                      <a:cubicBezTo>
                        <a:pt x="711" y="266"/>
                        <a:pt x="710" y="266"/>
                        <a:pt x="709" y="266"/>
                      </a:cubicBezTo>
                      <a:cubicBezTo>
                        <a:pt x="341" y="266"/>
                        <a:pt x="131" y="188"/>
                        <a:pt x="131" y="188"/>
                      </a:cubicBezTo>
                      <a:lnTo>
                        <a:pt x="39" y="31"/>
                      </a:lnTo>
                      <a:cubicBezTo>
                        <a:pt x="39" y="31"/>
                        <a:pt x="283" y="109"/>
                        <a:pt x="710" y="109"/>
                      </a:cubicBezTo>
                      <a:lnTo>
                        <a:pt x="712" y="109"/>
                      </a:lnTo>
                      <a:cubicBezTo>
                        <a:pt x="1140" y="109"/>
                        <a:pt x="1385" y="30"/>
                        <a:pt x="1385" y="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11"/>
                <p:cNvSpPr/>
                <p:nvPr/>
              </p:nvSpPr>
              <p:spPr>
                <a:xfrm>
                  <a:off x="4815720" y="2678040"/>
                  <a:ext cx="430920" cy="293760"/>
                </a:xfrm>
                <a:custGeom>
                  <a:rect b="b" l="l" r="r" t="t"/>
                  <a:pathLst>
                    <a:path extrusionOk="0" h="816" w="1197">
                      <a:moveTo>
                        <a:pt x="1197" y="0"/>
                      </a:moveTo>
                      <a:lnTo>
                        <a:pt x="1179" y="0"/>
                      </a:lnTo>
                      <a:lnTo>
                        <a:pt x="17" y="1"/>
                      </a:lnTo>
                      <a:lnTo>
                        <a:pt x="0" y="1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816"/>
                      </a:lnTo>
                      <a:lnTo>
                        <a:pt x="32" y="765"/>
                      </a:lnTo>
                      <a:cubicBezTo>
                        <a:pt x="97" y="664"/>
                        <a:pt x="206" y="603"/>
                        <a:pt x="326" y="603"/>
                      </a:cubicBezTo>
                      <a:lnTo>
                        <a:pt x="871" y="603"/>
                      </a:lnTo>
                      <a:cubicBezTo>
                        <a:pt x="991" y="603"/>
                        <a:pt x="1101" y="664"/>
                        <a:pt x="1165" y="765"/>
                      </a:cubicBezTo>
                      <a:lnTo>
                        <a:pt x="1197" y="816"/>
                      </a:lnTo>
                      <a:lnTo>
                        <a:pt x="1197" y="755"/>
                      </a:lnTo>
                      <a:lnTo>
                        <a:pt x="1197" y="18"/>
                      </a:lnTo>
                      <a:lnTo>
                        <a:pt x="1197" y="0"/>
                      </a:lnTo>
                      <a:moveTo>
                        <a:pt x="1179" y="18"/>
                      </a:moveTo>
                      <a:lnTo>
                        <a:pt x="1180" y="755"/>
                      </a:lnTo>
                      <a:cubicBezTo>
                        <a:pt x="1115" y="653"/>
                        <a:pt x="1001" y="586"/>
                        <a:pt x="871" y="586"/>
                      </a:cubicBezTo>
                      <a:lnTo>
                        <a:pt x="871" y="586"/>
                      </a:lnTo>
                      <a:lnTo>
                        <a:pt x="326" y="586"/>
                      </a:lnTo>
                      <a:cubicBezTo>
                        <a:pt x="196" y="586"/>
                        <a:pt x="82" y="654"/>
                        <a:pt x="17" y="755"/>
                      </a:cubicBezTo>
                      <a:lnTo>
                        <a:pt x="17" y="18"/>
                      </a:lnTo>
                      <a:lnTo>
                        <a:pt x="1179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11"/>
                <p:cNvSpPr/>
                <p:nvPr/>
              </p:nvSpPr>
              <p:spPr>
                <a:xfrm>
                  <a:off x="4472640" y="2716200"/>
                  <a:ext cx="326520" cy="1801080"/>
                </a:xfrm>
                <a:custGeom>
                  <a:rect b="b" l="l" r="r" t="t"/>
                  <a:pathLst>
                    <a:path extrusionOk="0" h="5003" w="907">
                      <a:moveTo>
                        <a:pt x="904" y="0"/>
                      </a:moveTo>
                      <a:lnTo>
                        <a:pt x="887" y="0"/>
                      </a:lnTo>
                      <a:lnTo>
                        <a:pt x="811" y="1"/>
                      </a:lnTo>
                      <a:cubicBezTo>
                        <a:pt x="475" y="1"/>
                        <a:pt x="202" y="274"/>
                        <a:pt x="202" y="609"/>
                      </a:cubicBezTo>
                      <a:lnTo>
                        <a:pt x="197" y="852"/>
                      </a:lnTo>
                      <a:cubicBezTo>
                        <a:pt x="116" y="857"/>
                        <a:pt x="52" y="924"/>
                        <a:pt x="52" y="1006"/>
                      </a:cubicBezTo>
                      <a:lnTo>
                        <a:pt x="53" y="1547"/>
                      </a:lnTo>
                      <a:cubicBezTo>
                        <a:pt x="53" y="1621"/>
                        <a:pt x="106" y="1684"/>
                        <a:pt x="178" y="1698"/>
                      </a:cubicBezTo>
                      <a:lnTo>
                        <a:pt x="148" y="2977"/>
                      </a:lnTo>
                      <a:cubicBezTo>
                        <a:pt x="109" y="2979"/>
                        <a:pt x="73" y="2995"/>
                        <a:pt x="45" y="3022"/>
                      </a:cubicBezTo>
                      <a:cubicBezTo>
                        <a:pt x="16" y="3051"/>
                        <a:pt x="0" y="3090"/>
                        <a:pt x="0" y="3131"/>
                      </a:cubicBezTo>
                      <a:lnTo>
                        <a:pt x="0" y="3673"/>
                      </a:lnTo>
                      <a:cubicBezTo>
                        <a:pt x="0" y="3758"/>
                        <a:pt x="70" y="3827"/>
                        <a:pt x="155" y="3827"/>
                      </a:cubicBezTo>
                      <a:lnTo>
                        <a:pt x="201" y="3827"/>
                      </a:lnTo>
                      <a:lnTo>
                        <a:pt x="276" y="4288"/>
                      </a:lnTo>
                      <a:cubicBezTo>
                        <a:pt x="328" y="4613"/>
                        <a:pt x="555" y="4878"/>
                        <a:pt x="883" y="4995"/>
                      </a:cubicBezTo>
                      <a:lnTo>
                        <a:pt x="906" y="5003"/>
                      </a:lnTo>
                      <a:lnTo>
                        <a:pt x="906" y="4978"/>
                      </a:lnTo>
                      <a:lnTo>
                        <a:pt x="906" y="4889"/>
                      </a:lnTo>
                      <a:lnTo>
                        <a:pt x="906" y="4878"/>
                      </a:lnTo>
                      <a:lnTo>
                        <a:pt x="896" y="4873"/>
                      </a:lnTo>
                      <a:cubicBezTo>
                        <a:pt x="893" y="4872"/>
                        <a:pt x="682" y="4784"/>
                        <a:pt x="601" y="4700"/>
                      </a:cubicBezTo>
                      <a:cubicBezTo>
                        <a:pt x="556" y="4653"/>
                        <a:pt x="531" y="4590"/>
                        <a:pt x="531" y="4522"/>
                      </a:cubicBezTo>
                      <a:lnTo>
                        <a:pt x="530" y="4468"/>
                      </a:lnTo>
                      <a:cubicBezTo>
                        <a:pt x="530" y="4450"/>
                        <a:pt x="539" y="4437"/>
                        <a:pt x="546" y="4431"/>
                      </a:cubicBezTo>
                      <a:cubicBezTo>
                        <a:pt x="556" y="4422"/>
                        <a:pt x="569" y="4416"/>
                        <a:pt x="583" y="4416"/>
                      </a:cubicBezTo>
                      <a:cubicBezTo>
                        <a:pt x="592" y="4416"/>
                        <a:pt x="606" y="4419"/>
                        <a:pt x="619" y="4432"/>
                      </a:cubicBezTo>
                      <a:lnTo>
                        <a:pt x="877" y="4656"/>
                      </a:lnTo>
                      <a:lnTo>
                        <a:pt x="907" y="4681"/>
                      </a:lnTo>
                      <a:lnTo>
                        <a:pt x="907" y="4643"/>
                      </a:lnTo>
                      <a:lnTo>
                        <a:pt x="906" y="3546"/>
                      </a:lnTo>
                      <a:lnTo>
                        <a:pt x="906" y="3541"/>
                      </a:lnTo>
                      <a:lnTo>
                        <a:pt x="903" y="3537"/>
                      </a:lnTo>
                      <a:lnTo>
                        <a:pt x="814" y="3384"/>
                      </a:lnTo>
                      <a:lnTo>
                        <a:pt x="823" y="2746"/>
                      </a:lnTo>
                      <a:lnTo>
                        <a:pt x="834" y="1978"/>
                      </a:lnTo>
                      <a:lnTo>
                        <a:pt x="848" y="945"/>
                      </a:lnTo>
                      <a:cubicBezTo>
                        <a:pt x="849" y="881"/>
                        <a:pt x="867" y="819"/>
                        <a:pt x="902" y="765"/>
                      </a:cubicBezTo>
                      <a:lnTo>
                        <a:pt x="904" y="760"/>
                      </a:lnTo>
                      <a:lnTo>
                        <a:pt x="904" y="755"/>
                      </a:lnTo>
                      <a:lnTo>
                        <a:pt x="904" y="18"/>
                      </a:lnTo>
                      <a:lnTo>
                        <a:pt x="904" y="0"/>
                      </a:lnTo>
                      <a:moveTo>
                        <a:pt x="887" y="18"/>
                      </a:moveTo>
                      <a:lnTo>
                        <a:pt x="887" y="755"/>
                      </a:lnTo>
                      <a:cubicBezTo>
                        <a:pt x="852" y="810"/>
                        <a:pt x="831" y="875"/>
                        <a:pt x="831" y="945"/>
                      </a:cubicBezTo>
                      <a:lnTo>
                        <a:pt x="816" y="1978"/>
                      </a:lnTo>
                      <a:lnTo>
                        <a:pt x="805" y="2745"/>
                      </a:lnTo>
                      <a:lnTo>
                        <a:pt x="796" y="3389"/>
                      </a:lnTo>
                      <a:lnTo>
                        <a:pt x="888" y="3546"/>
                      </a:lnTo>
                      <a:lnTo>
                        <a:pt x="889" y="4643"/>
                      </a:lnTo>
                      <a:lnTo>
                        <a:pt x="631" y="4419"/>
                      </a:lnTo>
                      <a:cubicBezTo>
                        <a:pt x="617" y="4405"/>
                        <a:pt x="600" y="4399"/>
                        <a:pt x="583" y="4399"/>
                      </a:cubicBezTo>
                      <a:cubicBezTo>
                        <a:pt x="547" y="4399"/>
                        <a:pt x="513" y="4426"/>
                        <a:pt x="513" y="4468"/>
                      </a:cubicBezTo>
                      <a:lnTo>
                        <a:pt x="513" y="4522"/>
                      </a:lnTo>
                      <a:cubicBezTo>
                        <a:pt x="513" y="4593"/>
                        <a:pt x="540" y="4662"/>
                        <a:pt x="589" y="4712"/>
                      </a:cubicBezTo>
                      <a:cubicBezTo>
                        <a:pt x="673" y="4800"/>
                        <a:pt x="889" y="4889"/>
                        <a:pt x="889" y="4889"/>
                      </a:cubicBezTo>
                      <a:lnTo>
                        <a:pt x="889" y="4978"/>
                      </a:lnTo>
                      <a:cubicBezTo>
                        <a:pt x="582" y="4869"/>
                        <a:pt x="348" y="4622"/>
                        <a:pt x="293" y="4285"/>
                      </a:cubicBezTo>
                      <a:lnTo>
                        <a:pt x="216" y="3809"/>
                      </a:lnTo>
                      <a:lnTo>
                        <a:pt x="155" y="3809"/>
                      </a:lnTo>
                      <a:cubicBezTo>
                        <a:pt x="79" y="3809"/>
                        <a:pt x="18" y="3748"/>
                        <a:pt x="18" y="3673"/>
                      </a:cubicBezTo>
                      <a:lnTo>
                        <a:pt x="18" y="3131"/>
                      </a:lnTo>
                      <a:cubicBezTo>
                        <a:pt x="18" y="3056"/>
                        <a:pt x="79" y="2995"/>
                        <a:pt x="154" y="2995"/>
                      </a:cubicBezTo>
                      <a:lnTo>
                        <a:pt x="165" y="2995"/>
                      </a:lnTo>
                      <a:lnTo>
                        <a:pt x="196" y="1682"/>
                      </a:lnTo>
                      <a:cubicBezTo>
                        <a:pt x="126" y="1677"/>
                        <a:pt x="70" y="1619"/>
                        <a:pt x="71" y="1547"/>
                      </a:cubicBezTo>
                      <a:lnTo>
                        <a:pt x="70" y="1006"/>
                      </a:lnTo>
                      <a:cubicBezTo>
                        <a:pt x="70" y="930"/>
                        <a:pt x="131" y="869"/>
                        <a:pt x="206" y="869"/>
                      </a:cubicBezTo>
                      <a:lnTo>
                        <a:pt x="214" y="869"/>
                      </a:lnTo>
                      <a:lnTo>
                        <a:pt x="220" y="609"/>
                      </a:lnTo>
                      <a:cubicBezTo>
                        <a:pt x="220" y="283"/>
                        <a:pt x="484" y="18"/>
                        <a:pt x="811" y="18"/>
                      </a:cubicBezTo>
                      <a:lnTo>
                        <a:pt x="887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4816080" y="4011480"/>
                  <a:ext cx="431280" cy="531000"/>
                </a:xfrm>
                <a:custGeom>
                  <a:rect b="b" l="l" r="r" t="t"/>
                  <a:pathLst>
                    <a:path extrusionOk="0" h="1475" w="1198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1" y="1101"/>
                      </a:lnTo>
                      <a:lnTo>
                        <a:pt x="1" y="1109"/>
                      </a:lnTo>
                      <a:lnTo>
                        <a:pt x="8" y="1115"/>
                      </a:lnTo>
                      <a:lnTo>
                        <a:pt x="109" y="1193"/>
                      </a:lnTo>
                      <a:cubicBezTo>
                        <a:pt x="121" y="1206"/>
                        <a:pt x="128" y="1223"/>
                        <a:pt x="128" y="1242"/>
                      </a:cubicBezTo>
                      <a:cubicBezTo>
                        <a:pt x="128" y="1260"/>
                        <a:pt x="121" y="1278"/>
                        <a:pt x="107" y="1291"/>
                      </a:cubicBezTo>
                      <a:cubicBezTo>
                        <a:pt x="94" y="1304"/>
                        <a:pt x="77" y="1311"/>
                        <a:pt x="59" y="1311"/>
                      </a:cubicBezTo>
                      <a:cubicBezTo>
                        <a:pt x="51" y="1311"/>
                        <a:pt x="42" y="1310"/>
                        <a:pt x="34" y="1306"/>
                      </a:cubicBezTo>
                      <a:cubicBezTo>
                        <a:pt x="31" y="1305"/>
                        <a:pt x="29" y="1304"/>
                        <a:pt x="27" y="1303"/>
                      </a:cubicBezTo>
                      <a:lnTo>
                        <a:pt x="1" y="1290"/>
                      </a:lnTo>
                      <a:lnTo>
                        <a:pt x="1" y="1319"/>
                      </a:lnTo>
                      <a:lnTo>
                        <a:pt x="1" y="1403"/>
                      </a:lnTo>
                      <a:lnTo>
                        <a:pt x="1" y="1416"/>
                      </a:lnTo>
                      <a:lnTo>
                        <a:pt x="12" y="1420"/>
                      </a:lnTo>
                      <a:cubicBezTo>
                        <a:pt x="113" y="1456"/>
                        <a:pt x="218" y="1475"/>
                        <a:pt x="325" y="1475"/>
                      </a:cubicBezTo>
                      <a:lnTo>
                        <a:pt x="328" y="1475"/>
                      </a:lnTo>
                      <a:lnTo>
                        <a:pt x="872" y="1475"/>
                      </a:lnTo>
                      <a:cubicBezTo>
                        <a:pt x="979" y="1474"/>
                        <a:pt x="1085" y="1456"/>
                        <a:pt x="1187" y="1420"/>
                      </a:cubicBezTo>
                      <a:lnTo>
                        <a:pt x="1198" y="1416"/>
                      </a:lnTo>
                      <a:lnTo>
                        <a:pt x="1198" y="1403"/>
                      </a:lnTo>
                      <a:lnTo>
                        <a:pt x="1198" y="1318"/>
                      </a:lnTo>
                      <a:lnTo>
                        <a:pt x="1198" y="1290"/>
                      </a:lnTo>
                      <a:lnTo>
                        <a:pt x="1173" y="1303"/>
                      </a:lnTo>
                      <a:cubicBezTo>
                        <a:pt x="1171" y="1303"/>
                        <a:pt x="1170" y="1304"/>
                        <a:pt x="1169" y="1304"/>
                      </a:cubicBezTo>
                      <a:cubicBezTo>
                        <a:pt x="1167" y="1305"/>
                        <a:pt x="1166" y="1305"/>
                        <a:pt x="1165" y="1306"/>
                      </a:cubicBezTo>
                      <a:cubicBezTo>
                        <a:pt x="1157" y="1309"/>
                        <a:pt x="1149" y="1311"/>
                        <a:pt x="1140" y="1311"/>
                      </a:cubicBezTo>
                      <a:cubicBezTo>
                        <a:pt x="1102" y="1311"/>
                        <a:pt x="1071" y="1279"/>
                        <a:pt x="1071" y="1241"/>
                      </a:cubicBezTo>
                      <a:cubicBezTo>
                        <a:pt x="1071" y="1223"/>
                        <a:pt x="1078" y="1206"/>
                        <a:pt x="1090" y="1193"/>
                      </a:cubicBezTo>
                      <a:lnTo>
                        <a:pt x="1190" y="1132"/>
                      </a:lnTo>
                      <a:lnTo>
                        <a:pt x="1198" y="1127"/>
                      </a:lnTo>
                      <a:lnTo>
                        <a:pt x="1198" y="1117"/>
                      </a:lnTo>
                      <a:lnTo>
                        <a:pt x="1198" y="28"/>
                      </a:lnTo>
                      <a:lnTo>
                        <a:pt x="1198" y="3"/>
                      </a:lnTo>
                      <a:lnTo>
                        <a:pt x="1175" y="11"/>
                      </a:lnTo>
                      <a:cubicBezTo>
                        <a:pt x="1152" y="19"/>
                        <a:pt x="940" y="86"/>
                        <a:pt x="600" y="86"/>
                      </a:cubicBezTo>
                      <a:lnTo>
                        <a:pt x="596" y="86"/>
                      </a:lnTo>
                      <a:cubicBezTo>
                        <a:pt x="236" y="86"/>
                        <a:pt x="26" y="10"/>
                        <a:pt x="24" y="9"/>
                      </a:cubicBezTo>
                      <a:lnTo>
                        <a:pt x="0" y="0"/>
                      </a:lnTo>
                      <a:moveTo>
                        <a:pt x="18" y="26"/>
                      </a:moveTo>
                      <a:cubicBezTo>
                        <a:pt x="18" y="26"/>
                        <a:pt x="228" y="104"/>
                        <a:pt x="596" y="104"/>
                      </a:cubicBezTo>
                      <a:cubicBezTo>
                        <a:pt x="597" y="104"/>
                        <a:pt x="598" y="104"/>
                        <a:pt x="599" y="104"/>
                      </a:cubicBezTo>
                      <a:lnTo>
                        <a:pt x="600" y="104"/>
                      </a:lnTo>
                      <a:cubicBezTo>
                        <a:pt x="928" y="104"/>
                        <a:pt x="1138" y="42"/>
                        <a:pt x="1180" y="28"/>
                      </a:cubicBezTo>
                      <a:lnTo>
                        <a:pt x="1180" y="1117"/>
                      </a:lnTo>
                      <a:lnTo>
                        <a:pt x="1079" y="1180"/>
                      </a:lnTo>
                      <a:cubicBezTo>
                        <a:pt x="1063" y="1196"/>
                        <a:pt x="1053" y="1218"/>
                        <a:pt x="1053" y="1241"/>
                      </a:cubicBezTo>
                      <a:cubicBezTo>
                        <a:pt x="1054" y="1291"/>
                        <a:pt x="1094" y="1328"/>
                        <a:pt x="1140" y="1328"/>
                      </a:cubicBezTo>
                      <a:cubicBezTo>
                        <a:pt x="1150" y="1328"/>
                        <a:pt x="1161" y="1326"/>
                        <a:pt x="1172" y="1322"/>
                      </a:cubicBezTo>
                      <a:cubicBezTo>
                        <a:pt x="1175" y="1321"/>
                        <a:pt x="1178" y="1320"/>
                        <a:pt x="1181" y="1318"/>
                      </a:cubicBezTo>
                      <a:lnTo>
                        <a:pt x="1181" y="1403"/>
                      </a:lnTo>
                      <a:cubicBezTo>
                        <a:pt x="1084" y="1438"/>
                        <a:pt x="979" y="1457"/>
                        <a:pt x="872" y="1457"/>
                      </a:cubicBezTo>
                      <a:lnTo>
                        <a:pt x="328" y="1457"/>
                      </a:lnTo>
                      <a:cubicBezTo>
                        <a:pt x="327" y="1457"/>
                        <a:pt x="326" y="1457"/>
                        <a:pt x="325" y="1457"/>
                      </a:cubicBezTo>
                      <a:cubicBezTo>
                        <a:pt x="218" y="1457"/>
                        <a:pt x="114" y="1438"/>
                        <a:pt x="18" y="1403"/>
                      </a:cubicBezTo>
                      <a:lnTo>
                        <a:pt x="19" y="1319"/>
                      </a:lnTo>
                      <a:cubicBezTo>
                        <a:pt x="22" y="1320"/>
                        <a:pt x="24" y="1322"/>
                        <a:pt x="27" y="1323"/>
                      </a:cubicBezTo>
                      <a:cubicBezTo>
                        <a:pt x="38" y="1327"/>
                        <a:pt x="49" y="1329"/>
                        <a:pt x="59" y="1329"/>
                      </a:cubicBezTo>
                      <a:cubicBezTo>
                        <a:pt x="105" y="1329"/>
                        <a:pt x="146" y="1291"/>
                        <a:pt x="146" y="1242"/>
                      </a:cubicBezTo>
                      <a:cubicBezTo>
                        <a:pt x="146" y="1218"/>
                        <a:pt x="137" y="1196"/>
                        <a:pt x="120" y="1180"/>
                      </a:cubicBezTo>
                      <a:lnTo>
                        <a:pt x="19" y="1101"/>
                      </a:lnTo>
                      <a:lnTo>
                        <a:pt x="18" y="2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5259240" y="2716200"/>
                  <a:ext cx="326520" cy="1801080"/>
                </a:xfrm>
                <a:custGeom>
                  <a:rect b="b" l="l" r="r" t="t"/>
                  <a:pathLst>
                    <a:path extrusionOk="0" h="5003" w="907">
                      <a:moveTo>
                        <a:pt x="93" y="0"/>
                      </a:moveTo>
                      <a:lnTo>
                        <a:pt x="93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760"/>
                      </a:lnTo>
                      <a:lnTo>
                        <a:pt x="3" y="764"/>
                      </a:lnTo>
                      <a:cubicBezTo>
                        <a:pt x="37" y="819"/>
                        <a:pt x="56" y="881"/>
                        <a:pt x="57" y="945"/>
                      </a:cubicBezTo>
                      <a:lnTo>
                        <a:pt x="72" y="1977"/>
                      </a:lnTo>
                      <a:lnTo>
                        <a:pt x="84" y="2745"/>
                      </a:lnTo>
                      <a:lnTo>
                        <a:pt x="93" y="3384"/>
                      </a:lnTo>
                      <a:lnTo>
                        <a:pt x="4" y="3539"/>
                      </a:lnTo>
                      <a:lnTo>
                        <a:pt x="2" y="3543"/>
                      </a:lnTo>
                      <a:lnTo>
                        <a:pt x="2" y="3548"/>
                      </a:lnTo>
                      <a:lnTo>
                        <a:pt x="2" y="4676"/>
                      </a:lnTo>
                      <a:lnTo>
                        <a:pt x="2" y="4718"/>
                      </a:lnTo>
                      <a:lnTo>
                        <a:pt x="33" y="4688"/>
                      </a:lnTo>
                      <a:lnTo>
                        <a:pt x="290" y="4431"/>
                      </a:lnTo>
                      <a:cubicBezTo>
                        <a:pt x="302" y="4418"/>
                        <a:pt x="316" y="4416"/>
                        <a:pt x="326" y="4416"/>
                      </a:cubicBezTo>
                      <a:cubicBezTo>
                        <a:pt x="351" y="4416"/>
                        <a:pt x="378" y="4435"/>
                        <a:pt x="378" y="4467"/>
                      </a:cubicBezTo>
                      <a:lnTo>
                        <a:pt x="378" y="4521"/>
                      </a:lnTo>
                      <a:cubicBezTo>
                        <a:pt x="378" y="4589"/>
                        <a:pt x="353" y="4652"/>
                        <a:pt x="307" y="4699"/>
                      </a:cubicBezTo>
                      <a:cubicBezTo>
                        <a:pt x="228" y="4782"/>
                        <a:pt x="130" y="4827"/>
                        <a:pt x="11" y="4876"/>
                      </a:cubicBezTo>
                      <a:lnTo>
                        <a:pt x="0" y="4881"/>
                      </a:lnTo>
                      <a:lnTo>
                        <a:pt x="0" y="4893"/>
                      </a:lnTo>
                      <a:lnTo>
                        <a:pt x="3" y="4979"/>
                      </a:lnTo>
                      <a:lnTo>
                        <a:pt x="3" y="5003"/>
                      </a:lnTo>
                      <a:lnTo>
                        <a:pt x="26" y="4995"/>
                      </a:lnTo>
                      <a:cubicBezTo>
                        <a:pt x="354" y="4877"/>
                        <a:pt x="581" y="4612"/>
                        <a:pt x="633" y="4286"/>
                      </a:cubicBezTo>
                      <a:lnTo>
                        <a:pt x="706" y="3826"/>
                      </a:lnTo>
                      <a:lnTo>
                        <a:pt x="753" y="3826"/>
                      </a:lnTo>
                      <a:cubicBezTo>
                        <a:pt x="838" y="3825"/>
                        <a:pt x="907" y="3756"/>
                        <a:pt x="907" y="3671"/>
                      </a:cubicBezTo>
                      <a:lnTo>
                        <a:pt x="907" y="3130"/>
                      </a:lnTo>
                      <a:cubicBezTo>
                        <a:pt x="907" y="3047"/>
                        <a:pt x="841" y="2979"/>
                        <a:pt x="759" y="2976"/>
                      </a:cubicBezTo>
                      <a:lnTo>
                        <a:pt x="728" y="1697"/>
                      </a:lnTo>
                      <a:cubicBezTo>
                        <a:pt x="799" y="1683"/>
                        <a:pt x="853" y="1619"/>
                        <a:pt x="853" y="1546"/>
                      </a:cubicBezTo>
                      <a:lnTo>
                        <a:pt x="853" y="1004"/>
                      </a:lnTo>
                      <a:cubicBezTo>
                        <a:pt x="852" y="923"/>
                        <a:pt x="788" y="856"/>
                        <a:pt x="708" y="851"/>
                      </a:cubicBezTo>
                      <a:lnTo>
                        <a:pt x="702" y="608"/>
                      </a:lnTo>
                      <a:cubicBezTo>
                        <a:pt x="702" y="446"/>
                        <a:pt x="639" y="293"/>
                        <a:pt x="524" y="178"/>
                      </a:cubicBezTo>
                      <a:cubicBezTo>
                        <a:pt x="409" y="63"/>
                        <a:pt x="256" y="0"/>
                        <a:pt x="93" y="0"/>
                      </a:cubicBezTo>
                      <a:moveTo>
                        <a:pt x="93" y="18"/>
                      </a:moveTo>
                      <a:cubicBezTo>
                        <a:pt x="420" y="18"/>
                        <a:pt x="685" y="282"/>
                        <a:pt x="685" y="608"/>
                      </a:cubicBezTo>
                      <a:lnTo>
                        <a:pt x="691" y="868"/>
                      </a:lnTo>
                      <a:lnTo>
                        <a:pt x="698" y="868"/>
                      </a:lnTo>
                      <a:cubicBezTo>
                        <a:pt x="774" y="868"/>
                        <a:pt x="835" y="929"/>
                        <a:pt x="835" y="1004"/>
                      </a:cubicBezTo>
                      <a:lnTo>
                        <a:pt x="835" y="1546"/>
                      </a:lnTo>
                      <a:cubicBezTo>
                        <a:pt x="835" y="1617"/>
                        <a:pt x="780" y="1676"/>
                        <a:pt x="710" y="1681"/>
                      </a:cubicBezTo>
                      <a:lnTo>
                        <a:pt x="742" y="2993"/>
                      </a:lnTo>
                      <a:lnTo>
                        <a:pt x="753" y="2993"/>
                      </a:lnTo>
                      <a:lnTo>
                        <a:pt x="753" y="2993"/>
                      </a:lnTo>
                      <a:cubicBezTo>
                        <a:pt x="828" y="2993"/>
                        <a:pt x="889" y="3054"/>
                        <a:pt x="889" y="3130"/>
                      </a:cubicBezTo>
                      <a:lnTo>
                        <a:pt x="889" y="3671"/>
                      </a:lnTo>
                      <a:cubicBezTo>
                        <a:pt x="889" y="3747"/>
                        <a:pt x="828" y="3808"/>
                        <a:pt x="753" y="3808"/>
                      </a:cubicBezTo>
                      <a:lnTo>
                        <a:pt x="691" y="3808"/>
                      </a:lnTo>
                      <a:lnTo>
                        <a:pt x="615" y="4284"/>
                      </a:lnTo>
                      <a:cubicBezTo>
                        <a:pt x="561" y="4621"/>
                        <a:pt x="327" y="4868"/>
                        <a:pt x="20" y="4978"/>
                      </a:cubicBezTo>
                      <a:lnTo>
                        <a:pt x="18" y="4893"/>
                      </a:lnTo>
                      <a:lnTo>
                        <a:pt x="18" y="4893"/>
                      </a:lnTo>
                      <a:cubicBezTo>
                        <a:pt x="131" y="4845"/>
                        <a:pt x="236" y="4799"/>
                        <a:pt x="320" y="4712"/>
                      </a:cubicBezTo>
                      <a:cubicBezTo>
                        <a:pt x="369" y="4661"/>
                        <a:pt x="396" y="4592"/>
                        <a:pt x="396" y="4521"/>
                      </a:cubicBezTo>
                      <a:lnTo>
                        <a:pt x="396" y="4467"/>
                      </a:lnTo>
                      <a:cubicBezTo>
                        <a:pt x="396" y="4426"/>
                        <a:pt x="361" y="4398"/>
                        <a:pt x="326" y="4398"/>
                      </a:cubicBezTo>
                      <a:cubicBezTo>
                        <a:pt x="309" y="4398"/>
                        <a:pt x="291" y="4404"/>
                        <a:pt x="277" y="4418"/>
                      </a:cubicBezTo>
                      <a:lnTo>
                        <a:pt x="20" y="4676"/>
                      </a:lnTo>
                      <a:lnTo>
                        <a:pt x="19" y="3548"/>
                      </a:lnTo>
                      <a:lnTo>
                        <a:pt x="111" y="3388"/>
                      </a:lnTo>
                      <a:lnTo>
                        <a:pt x="101" y="2745"/>
                      </a:lnTo>
                      <a:lnTo>
                        <a:pt x="90" y="1977"/>
                      </a:lnTo>
                      <a:lnTo>
                        <a:pt x="74" y="944"/>
                      </a:lnTo>
                      <a:cubicBezTo>
                        <a:pt x="73" y="874"/>
                        <a:pt x="53" y="810"/>
                        <a:pt x="18" y="755"/>
                      </a:cubicBezTo>
                      <a:lnTo>
                        <a:pt x="18" y="18"/>
                      </a:lnTo>
                      <a:lnTo>
                        <a:pt x="93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8" name="Google Shape;268;p11"/>
            <p:cNvGrpSpPr/>
            <p:nvPr/>
          </p:nvGrpSpPr>
          <p:grpSpPr>
            <a:xfrm rot="3599956">
              <a:off x="6532938" y="2775354"/>
              <a:ext cx="1874059" cy="1490184"/>
              <a:chOff x="7060875" y="171998"/>
              <a:chExt cx="1874100" cy="1490216"/>
            </a:xfrm>
          </p:grpSpPr>
          <p:grpSp>
            <p:nvGrpSpPr>
              <p:cNvPr id="269" name="Google Shape;269;p11"/>
              <p:cNvGrpSpPr/>
              <p:nvPr/>
            </p:nvGrpSpPr>
            <p:grpSpPr>
              <a:xfrm rot="8999923">
                <a:off x="7445771" y="371715"/>
                <a:ext cx="1091191" cy="1090783"/>
                <a:chOff x="5604480" y="3862800"/>
                <a:chExt cx="1352880" cy="1352520"/>
              </a:xfrm>
            </p:grpSpPr>
            <p:sp>
              <p:nvSpPr>
                <p:cNvPr id="270" name="Google Shape;270;p11"/>
                <p:cNvSpPr/>
                <p:nvPr/>
              </p:nvSpPr>
              <p:spPr>
                <a:xfrm>
                  <a:off x="5810040" y="4077000"/>
                  <a:ext cx="942120" cy="933120"/>
                </a:xfrm>
                <a:custGeom>
                  <a:rect b="b" l="l" r="r" t="t"/>
                  <a:pathLst>
                    <a:path extrusionOk="0" h="2592" w="2617">
                      <a:moveTo>
                        <a:pt x="1319" y="2592"/>
                      </a:moveTo>
                      <a:cubicBezTo>
                        <a:pt x="970" y="2595"/>
                        <a:pt x="640" y="2461"/>
                        <a:pt x="391" y="2217"/>
                      </a:cubicBezTo>
                      <a:cubicBezTo>
                        <a:pt x="-124" y="1711"/>
                        <a:pt x="-131" y="881"/>
                        <a:pt x="375" y="366"/>
                      </a:cubicBezTo>
                      <a:cubicBezTo>
                        <a:pt x="555" y="182"/>
                        <a:pt x="783" y="57"/>
                        <a:pt x="1035" y="3"/>
                      </a:cubicBezTo>
                      <a:cubicBezTo>
                        <a:pt x="1113" y="-13"/>
                        <a:pt x="1190" y="37"/>
                        <a:pt x="1207" y="115"/>
                      </a:cubicBezTo>
                      <a:cubicBezTo>
                        <a:pt x="1224" y="194"/>
                        <a:pt x="1174" y="271"/>
                        <a:pt x="1095" y="288"/>
                      </a:cubicBezTo>
                      <a:cubicBezTo>
                        <a:pt x="900" y="329"/>
                        <a:pt x="722" y="427"/>
                        <a:pt x="582" y="570"/>
                      </a:cubicBezTo>
                      <a:cubicBezTo>
                        <a:pt x="189" y="970"/>
                        <a:pt x="194" y="1616"/>
                        <a:pt x="594" y="2009"/>
                      </a:cubicBezTo>
                      <a:cubicBezTo>
                        <a:pt x="789" y="2200"/>
                        <a:pt x="1045" y="2304"/>
                        <a:pt x="1317" y="2301"/>
                      </a:cubicBezTo>
                      <a:cubicBezTo>
                        <a:pt x="1589" y="2299"/>
                        <a:pt x="1843" y="2191"/>
                        <a:pt x="2034" y="1997"/>
                      </a:cubicBezTo>
                      <a:cubicBezTo>
                        <a:pt x="2225" y="1803"/>
                        <a:pt x="2328" y="1546"/>
                        <a:pt x="2326" y="1274"/>
                      </a:cubicBezTo>
                      <a:cubicBezTo>
                        <a:pt x="2324" y="1002"/>
                        <a:pt x="2215" y="748"/>
                        <a:pt x="2022" y="557"/>
                      </a:cubicBezTo>
                      <a:cubicBezTo>
                        <a:pt x="1914" y="452"/>
                        <a:pt x="1788" y="373"/>
                        <a:pt x="1648" y="324"/>
                      </a:cubicBezTo>
                      <a:cubicBezTo>
                        <a:pt x="1572" y="297"/>
                        <a:pt x="1532" y="214"/>
                        <a:pt x="1559" y="138"/>
                      </a:cubicBezTo>
                      <a:cubicBezTo>
                        <a:pt x="1586" y="62"/>
                        <a:pt x="1668" y="23"/>
                        <a:pt x="1744" y="49"/>
                      </a:cubicBezTo>
                      <a:cubicBezTo>
                        <a:pt x="1925" y="113"/>
                        <a:pt x="2087" y="214"/>
                        <a:pt x="2225" y="350"/>
                      </a:cubicBezTo>
                      <a:cubicBezTo>
                        <a:pt x="2475" y="595"/>
                        <a:pt x="2613" y="922"/>
                        <a:pt x="2617" y="1272"/>
                      </a:cubicBezTo>
                      <a:cubicBezTo>
                        <a:pt x="2620" y="1621"/>
                        <a:pt x="2486" y="1951"/>
                        <a:pt x="2241" y="2201"/>
                      </a:cubicBezTo>
                      <a:cubicBezTo>
                        <a:pt x="1996" y="2450"/>
                        <a:pt x="1669" y="2589"/>
                        <a:pt x="1319" y="259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11"/>
                <p:cNvSpPr/>
                <p:nvPr/>
              </p:nvSpPr>
              <p:spPr>
                <a:xfrm>
                  <a:off x="6140880" y="4068000"/>
                  <a:ext cx="331920" cy="128520"/>
                </a:xfrm>
                <a:custGeom>
                  <a:rect b="b" l="l" r="r" t="t"/>
                  <a:pathLst>
                    <a:path extrusionOk="0" h="357" w="922">
                      <a:moveTo>
                        <a:pt x="778" y="357"/>
                      </a:moveTo>
                      <a:cubicBezTo>
                        <a:pt x="762" y="357"/>
                        <a:pt x="745" y="354"/>
                        <a:pt x="729" y="349"/>
                      </a:cubicBezTo>
                      <a:cubicBezTo>
                        <a:pt x="551" y="286"/>
                        <a:pt x="360" y="274"/>
                        <a:pt x="176" y="313"/>
                      </a:cubicBezTo>
                      <a:cubicBezTo>
                        <a:pt x="97" y="329"/>
                        <a:pt x="20" y="279"/>
                        <a:pt x="4" y="201"/>
                      </a:cubicBezTo>
                      <a:cubicBezTo>
                        <a:pt x="-13" y="122"/>
                        <a:pt x="37" y="45"/>
                        <a:pt x="116" y="28"/>
                      </a:cubicBezTo>
                      <a:cubicBezTo>
                        <a:pt x="352" y="-22"/>
                        <a:pt x="598" y="-6"/>
                        <a:pt x="825" y="74"/>
                      </a:cubicBezTo>
                      <a:cubicBezTo>
                        <a:pt x="901" y="101"/>
                        <a:pt x="941" y="184"/>
                        <a:pt x="914" y="260"/>
                      </a:cubicBezTo>
                      <a:cubicBezTo>
                        <a:pt x="893" y="319"/>
                        <a:pt x="838" y="356"/>
                        <a:pt x="778" y="3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11"/>
                <p:cNvSpPr/>
                <p:nvPr/>
              </p:nvSpPr>
              <p:spPr>
                <a:xfrm>
                  <a:off x="5604480" y="4263840"/>
                  <a:ext cx="1352880" cy="951480"/>
                </a:xfrm>
                <a:custGeom>
                  <a:rect b="b" l="l" r="r" t="t"/>
                  <a:pathLst>
                    <a:path extrusionOk="0" h="2643" w="3758">
                      <a:moveTo>
                        <a:pt x="1895" y="2643"/>
                      </a:moveTo>
                      <a:cubicBezTo>
                        <a:pt x="1394" y="2647"/>
                        <a:pt x="920" y="2456"/>
                        <a:pt x="562" y="2104"/>
                      </a:cubicBezTo>
                      <a:cubicBezTo>
                        <a:pt x="287" y="1833"/>
                        <a:pt x="104" y="1490"/>
                        <a:pt x="33" y="1113"/>
                      </a:cubicBezTo>
                      <a:cubicBezTo>
                        <a:pt x="-36" y="743"/>
                        <a:pt x="5" y="366"/>
                        <a:pt x="153" y="22"/>
                      </a:cubicBezTo>
                      <a:cubicBezTo>
                        <a:pt x="161" y="4"/>
                        <a:pt x="182" y="-5"/>
                        <a:pt x="201" y="3"/>
                      </a:cubicBezTo>
                      <a:cubicBezTo>
                        <a:pt x="219" y="11"/>
                        <a:pt x="228" y="32"/>
                        <a:pt x="220" y="51"/>
                      </a:cubicBezTo>
                      <a:cubicBezTo>
                        <a:pt x="-77" y="740"/>
                        <a:pt x="78" y="1526"/>
                        <a:pt x="613" y="2052"/>
                      </a:cubicBezTo>
                      <a:cubicBezTo>
                        <a:pt x="957" y="2390"/>
                        <a:pt x="1412" y="2574"/>
                        <a:pt x="1895" y="2570"/>
                      </a:cubicBezTo>
                      <a:cubicBezTo>
                        <a:pt x="2377" y="2566"/>
                        <a:pt x="2829" y="2374"/>
                        <a:pt x="3167" y="2030"/>
                      </a:cubicBezTo>
                      <a:cubicBezTo>
                        <a:pt x="3556" y="1633"/>
                        <a:pt x="3740" y="1089"/>
                        <a:pt x="3671" y="537"/>
                      </a:cubicBezTo>
                      <a:cubicBezTo>
                        <a:pt x="3668" y="517"/>
                        <a:pt x="3682" y="499"/>
                        <a:pt x="3702" y="497"/>
                      </a:cubicBezTo>
                      <a:cubicBezTo>
                        <a:pt x="3722" y="494"/>
                        <a:pt x="3740" y="508"/>
                        <a:pt x="3743" y="528"/>
                      </a:cubicBezTo>
                      <a:cubicBezTo>
                        <a:pt x="3815" y="1103"/>
                        <a:pt x="3624" y="1669"/>
                        <a:pt x="3219" y="2081"/>
                      </a:cubicBezTo>
                      <a:cubicBezTo>
                        <a:pt x="2867" y="2439"/>
                        <a:pt x="2397" y="2638"/>
                        <a:pt x="1895" y="26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11"/>
                <p:cNvSpPr/>
                <p:nvPr/>
              </p:nvSpPr>
              <p:spPr>
                <a:xfrm>
                  <a:off x="6090120" y="3862800"/>
                  <a:ext cx="450000" cy="73440"/>
                </a:xfrm>
                <a:custGeom>
                  <a:rect b="b" l="l" r="r" t="t"/>
                  <a:pathLst>
                    <a:path extrusionOk="0" h="204" w="1250">
                      <a:moveTo>
                        <a:pt x="1214" y="204"/>
                      </a:moveTo>
                      <a:cubicBezTo>
                        <a:pt x="1210" y="204"/>
                        <a:pt x="1205" y="203"/>
                        <a:pt x="1200" y="201"/>
                      </a:cubicBezTo>
                      <a:cubicBezTo>
                        <a:pt x="836" y="56"/>
                        <a:pt x="426" y="33"/>
                        <a:pt x="46" y="138"/>
                      </a:cubicBezTo>
                      <a:cubicBezTo>
                        <a:pt x="27" y="143"/>
                        <a:pt x="7" y="132"/>
                        <a:pt x="2" y="113"/>
                      </a:cubicBezTo>
                      <a:cubicBezTo>
                        <a:pt x="-4" y="94"/>
                        <a:pt x="7" y="74"/>
                        <a:pt x="27" y="68"/>
                      </a:cubicBezTo>
                      <a:cubicBezTo>
                        <a:pt x="421" y="-41"/>
                        <a:pt x="848" y="-18"/>
                        <a:pt x="1227" y="134"/>
                      </a:cubicBezTo>
                      <a:cubicBezTo>
                        <a:pt x="1246" y="141"/>
                        <a:pt x="1255" y="162"/>
                        <a:pt x="1248" y="181"/>
                      </a:cubicBezTo>
                      <a:cubicBezTo>
                        <a:pt x="1242" y="195"/>
                        <a:pt x="1228" y="204"/>
                        <a:pt x="1214" y="20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28425" lIns="90000" spcFirstLastPara="1" rIns="90000" wrap="square" tIns="28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11"/>
                <p:cNvSpPr/>
                <p:nvPr/>
              </p:nvSpPr>
              <p:spPr>
                <a:xfrm>
                  <a:off x="5739120" y="4004280"/>
                  <a:ext cx="145080" cy="147240"/>
                </a:xfrm>
                <a:custGeom>
                  <a:rect b="b" l="l" r="r" t="t"/>
                  <a:pathLst>
                    <a:path extrusionOk="0" h="409" w="403">
                      <a:moveTo>
                        <a:pt x="36" y="409"/>
                      </a:moveTo>
                      <a:cubicBezTo>
                        <a:pt x="29" y="409"/>
                        <a:pt x="21" y="407"/>
                        <a:pt x="14" y="402"/>
                      </a:cubicBezTo>
                      <a:cubicBezTo>
                        <a:pt x="-2" y="390"/>
                        <a:pt x="-5" y="367"/>
                        <a:pt x="7" y="351"/>
                      </a:cubicBezTo>
                      <a:cubicBezTo>
                        <a:pt x="56" y="288"/>
                        <a:pt x="109" y="226"/>
                        <a:pt x="165" y="169"/>
                      </a:cubicBezTo>
                      <a:cubicBezTo>
                        <a:pt x="222" y="111"/>
                        <a:pt x="282" y="57"/>
                        <a:pt x="345" y="8"/>
                      </a:cubicBezTo>
                      <a:cubicBezTo>
                        <a:pt x="360" y="-5"/>
                        <a:pt x="383" y="-2"/>
                        <a:pt x="396" y="14"/>
                      </a:cubicBezTo>
                      <a:cubicBezTo>
                        <a:pt x="408" y="30"/>
                        <a:pt x="405" y="53"/>
                        <a:pt x="390" y="65"/>
                      </a:cubicBezTo>
                      <a:cubicBezTo>
                        <a:pt x="329" y="113"/>
                        <a:pt x="271" y="165"/>
                        <a:pt x="217" y="220"/>
                      </a:cubicBezTo>
                      <a:cubicBezTo>
                        <a:pt x="163" y="275"/>
                        <a:pt x="112" y="334"/>
                        <a:pt x="65" y="395"/>
                      </a:cubicBezTo>
                      <a:cubicBezTo>
                        <a:pt x="58" y="405"/>
                        <a:pt x="47" y="409"/>
                        <a:pt x="36" y="4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11"/>
                <p:cNvSpPr/>
                <p:nvPr/>
              </p:nvSpPr>
              <p:spPr>
                <a:xfrm>
                  <a:off x="5680080" y="3937680"/>
                  <a:ext cx="1202040" cy="1202400"/>
                </a:xfrm>
                <a:custGeom>
                  <a:rect b="b" l="l" r="r" t="t"/>
                  <a:pathLst>
                    <a:path extrusionOk="0" h="3340" w="3339">
                      <a:moveTo>
                        <a:pt x="1684" y="3340"/>
                      </a:moveTo>
                      <a:cubicBezTo>
                        <a:pt x="1238" y="3344"/>
                        <a:pt x="816" y="3174"/>
                        <a:pt x="498" y="2862"/>
                      </a:cubicBezTo>
                      <a:cubicBezTo>
                        <a:pt x="-159" y="2216"/>
                        <a:pt x="-168" y="1156"/>
                        <a:pt x="478" y="500"/>
                      </a:cubicBezTo>
                      <a:cubicBezTo>
                        <a:pt x="790" y="182"/>
                        <a:pt x="1208" y="4"/>
                        <a:pt x="1654" y="0"/>
                      </a:cubicBezTo>
                      <a:cubicBezTo>
                        <a:pt x="2100" y="-4"/>
                        <a:pt x="2522" y="166"/>
                        <a:pt x="2840" y="479"/>
                      </a:cubicBezTo>
                      <a:cubicBezTo>
                        <a:pt x="3152" y="787"/>
                        <a:pt x="3330" y="1197"/>
                        <a:pt x="3339" y="1635"/>
                      </a:cubicBezTo>
                      <a:lnTo>
                        <a:pt x="3330" y="1636"/>
                      </a:lnTo>
                      <a:cubicBezTo>
                        <a:pt x="3321" y="1200"/>
                        <a:pt x="3145" y="791"/>
                        <a:pt x="2833" y="486"/>
                      </a:cubicBezTo>
                      <a:cubicBezTo>
                        <a:pt x="2517" y="175"/>
                        <a:pt x="2098" y="5"/>
                        <a:pt x="1654" y="9"/>
                      </a:cubicBezTo>
                      <a:cubicBezTo>
                        <a:pt x="1211" y="13"/>
                        <a:pt x="795" y="190"/>
                        <a:pt x="484" y="506"/>
                      </a:cubicBezTo>
                      <a:cubicBezTo>
                        <a:pt x="-158" y="1159"/>
                        <a:pt x="-149" y="2213"/>
                        <a:pt x="505" y="2855"/>
                      </a:cubicBezTo>
                      <a:cubicBezTo>
                        <a:pt x="821" y="3166"/>
                        <a:pt x="1240" y="3335"/>
                        <a:pt x="1684" y="3331"/>
                      </a:cubicBezTo>
                      <a:cubicBezTo>
                        <a:pt x="2127" y="3328"/>
                        <a:pt x="2543" y="3151"/>
                        <a:pt x="2854" y="2835"/>
                      </a:cubicBezTo>
                      <a:cubicBezTo>
                        <a:pt x="2940" y="2747"/>
                        <a:pt x="3016" y="2650"/>
                        <a:pt x="3080" y="2547"/>
                      </a:cubicBezTo>
                      <a:lnTo>
                        <a:pt x="3088" y="2552"/>
                      </a:lnTo>
                      <a:cubicBezTo>
                        <a:pt x="3024" y="2656"/>
                        <a:pt x="2947" y="2753"/>
                        <a:pt x="2860" y="2841"/>
                      </a:cubicBezTo>
                      <a:cubicBezTo>
                        <a:pt x="2548" y="3159"/>
                        <a:pt x="2130" y="3337"/>
                        <a:pt x="1684" y="334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11"/>
                <p:cNvSpPr/>
                <p:nvPr/>
              </p:nvSpPr>
              <p:spPr>
                <a:xfrm>
                  <a:off x="6257520" y="4515840"/>
                  <a:ext cx="46800" cy="46440"/>
                </a:xfrm>
                <a:custGeom>
                  <a:rect b="b" l="l" r="r" t="t"/>
                  <a:pathLst>
                    <a:path extrusionOk="0" h="129" w="130">
                      <a:moveTo>
                        <a:pt x="19" y="19"/>
                      </a:moveTo>
                      <a:cubicBezTo>
                        <a:pt x="44" y="-7"/>
                        <a:pt x="85" y="-7"/>
                        <a:pt x="111" y="18"/>
                      </a:cubicBezTo>
                      <a:cubicBezTo>
                        <a:pt x="136" y="43"/>
                        <a:pt x="136" y="84"/>
                        <a:pt x="111" y="110"/>
                      </a:cubicBezTo>
                      <a:cubicBezTo>
                        <a:pt x="86" y="135"/>
                        <a:pt x="45" y="135"/>
                        <a:pt x="20" y="111"/>
                      </a:cubicBezTo>
                      <a:cubicBezTo>
                        <a:pt x="-6" y="86"/>
                        <a:pt x="-6" y="44"/>
                        <a:pt x="19" y="1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1425" lIns="90000" spcFirstLastPara="1" rIns="90000" wrap="square" tIns="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277" name="Google Shape;277;p11"/>
              <p:cNvCxnSpPr/>
              <p:nvPr/>
            </p:nvCxnSpPr>
            <p:spPr>
              <a:xfrm rot="10800000">
                <a:off x="7060875" y="293104"/>
                <a:ext cx="944100" cy="629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78" name="Google Shape;278;p11"/>
              <p:cNvCxnSpPr/>
              <p:nvPr/>
            </p:nvCxnSpPr>
            <p:spPr>
              <a:xfrm>
                <a:off x="8004975" y="915650"/>
                <a:ext cx="930000" cy="1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13"/>
          <p:cNvGrpSpPr/>
          <p:nvPr/>
        </p:nvGrpSpPr>
        <p:grpSpPr>
          <a:xfrm>
            <a:off x="-635744" y="-762375"/>
            <a:ext cx="14352795" cy="8384397"/>
            <a:chOff x="-635744" y="-762375"/>
            <a:chExt cx="14352795" cy="8384397"/>
          </a:xfrm>
        </p:grpSpPr>
        <p:pic>
          <p:nvPicPr>
            <p:cNvPr id="282" name="Google Shape;282;p13"/>
            <p:cNvPicPr preferRelativeResize="0"/>
            <p:nvPr/>
          </p:nvPicPr>
          <p:blipFill rotWithShape="1">
            <a:blip r:embed="rId2">
              <a:alphaModFix/>
            </a:blip>
            <a:srcRect b="0" l="0" r="36752" t="0"/>
            <a:stretch/>
          </p:blipFill>
          <p:spPr>
            <a:xfrm flipH="1" rot="10546103">
              <a:off x="-510325" y="3786177"/>
              <a:ext cx="5977373" cy="3620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4266148" y="-762375"/>
              <a:ext cx="9450902" cy="36202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4" name="Google Shape;284;p13"/>
            <p:cNvGrpSpPr/>
            <p:nvPr/>
          </p:nvGrpSpPr>
          <p:grpSpPr>
            <a:xfrm rot="5400000">
              <a:off x="8228452" y="4336472"/>
              <a:ext cx="469800" cy="65160"/>
              <a:chOff x="9146520" y="317880"/>
              <a:chExt cx="469800" cy="65160"/>
            </a:xfrm>
          </p:grpSpPr>
          <p:sp>
            <p:nvSpPr>
              <p:cNvPr id="285" name="Google Shape;285;p13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8" name="Google Shape;288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84483" y="4483150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" name="Google Shape;289;p13"/>
          <p:cNvGrpSpPr/>
          <p:nvPr/>
        </p:nvGrpSpPr>
        <p:grpSpPr>
          <a:xfrm>
            <a:off x="7060875" y="171998"/>
            <a:ext cx="1874100" cy="1490216"/>
            <a:chOff x="7060875" y="171998"/>
            <a:chExt cx="1874100" cy="1490216"/>
          </a:xfrm>
        </p:grpSpPr>
        <p:grpSp>
          <p:nvGrpSpPr>
            <p:cNvPr id="290" name="Google Shape;290;p13"/>
            <p:cNvGrpSpPr/>
            <p:nvPr/>
          </p:nvGrpSpPr>
          <p:grpSpPr>
            <a:xfrm rot="8999923">
              <a:off x="7445771" y="371715"/>
              <a:ext cx="1091191" cy="1090783"/>
              <a:chOff x="5604480" y="3862800"/>
              <a:chExt cx="1352880" cy="1352520"/>
            </a:xfrm>
          </p:grpSpPr>
          <p:sp>
            <p:nvSpPr>
              <p:cNvPr id="291" name="Google Shape;291;p13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rect b="b" l="l" r="r" t="t"/>
                <a:pathLst>
                  <a:path extrusionOk="0" h="2592" w="2617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rect b="b" l="l" r="r" t="t"/>
                <a:pathLst>
                  <a:path extrusionOk="0" h="357" w="922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rect b="b" l="l" r="r" t="t"/>
                <a:pathLst>
                  <a:path extrusionOk="0" h="2643" w="3758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rect b="b" l="l" r="r" t="t"/>
                <a:pathLst>
                  <a:path extrusionOk="0" h="204" w="125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rect b="b" l="l" r="r" t="t"/>
                <a:pathLst>
                  <a:path extrusionOk="0" h="409" w="403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rect b="b" l="l" r="r" t="t"/>
                <a:pathLst>
                  <a:path extrusionOk="0" h="3340" w="3339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rect b="b" l="l" r="r" t="t"/>
                <a:pathLst>
                  <a:path extrusionOk="0" h="129" w="13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1425" lIns="90000" spcFirstLastPara="1" rIns="90000" wrap="square" tIns="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98" name="Google Shape;298;p13"/>
            <p:cNvCxnSpPr/>
            <p:nvPr/>
          </p:nvCxnSpPr>
          <p:spPr>
            <a:xfrm rot="10800000">
              <a:off x="7060875" y="293104"/>
              <a:ext cx="944100" cy="62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99" name="Google Shape;299;p13"/>
            <p:cNvCxnSpPr/>
            <p:nvPr/>
          </p:nvCxnSpPr>
          <p:spPr>
            <a:xfrm>
              <a:off x="8004975" y="915650"/>
              <a:ext cx="930000" cy="1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sp>
        <p:nvSpPr>
          <p:cNvPr id="300" name="Google Shape;300;p13"/>
          <p:cNvSpPr txBox="1"/>
          <p:nvPr>
            <p:ph hasCustomPrompt="1" type="title"/>
          </p:nvPr>
        </p:nvSpPr>
        <p:spPr>
          <a:xfrm>
            <a:off x="720000" y="1677348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1" name="Google Shape;301;p13"/>
          <p:cNvSpPr txBox="1"/>
          <p:nvPr>
            <p:ph hasCustomPrompt="1" idx="2" type="title"/>
          </p:nvPr>
        </p:nvSpPr>
        <p:spPr>
          <a:xfrm>
            <a:off x="3372138" y="1677352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2" name="Google Shape;302;p13"/>
          <p:cNvSpPr txBox="1"/>
          <p:nvPr>
            <p:ph hasCustomPrompt="1" idx="3" type="title"/>
          </p:nvPr>
        </p:nvSpPr>
        <p:spPr>
          <a:xfrm>
            <a:off x="720000" y="2978959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3" name="Google Shape;303;p13"/>
          <p:cNvSpPr txBox="1"/>
          <p:nvPr>
            <p:ph hasCustomPrompt="1" idx="4" type="title"/>
          </p:nvPr>
        </p:nvSpPr>
        <p:spPr>
          <a:xfrm>
            <a:off x="6024288" y="1677362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4" name="Google Shape;304;p13"/>
          <p:cNvSpPr txBox="1"/>
          <p:nvPr>
            <p:ph hasCustomPrompt="1" idx="5" type="title"/>
          </p:nvPr>
        </p:nvSpPr>
        <p:spPr>
          <a:xfrm>
            <a:off x="3372150" y="2978969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5" name="Google Shape;305;p13"/>
          <p:cNvSpPr txBox="1"/>
          <p:nvPr>
            <p:ph hasCustomPrompt="1" idx="6" type="title"/>
          </p:nvPr>
        </p:nvSpPr>
        <p:spPr>
          <a:xfrm>
            <a:off x="6024288" y="29789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3"/>
          <p:cNvSpPr txBox="1"/>
          <p:nvPr>
            <p:ph idx="1" type="subTitle"/>
          </p:nvPr>
        </p:nvSpPr>
        <p:spPr>
          <a:xfrm>
            <a:off x="720000" y="2201625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7" name="Google Shape;307;p13"/>
          <p:cNvSpPr txBox="1"/>
          <p:nvPr>
            <p:ph idx="7" type="subTitle"/>
          </p:nvPr>
        </p:nvSpPr>
        <p:spPr>
          <a:xfrm>
            <a:off x="720000" y="3503228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8" name="Google Shape;308;p13"/>
          <p:cNvSpPr txBox="1"/>
          <p:nvPr>
            <p:ph idx="8" type="subTitle"/>
          </p:nvPr>
        </p:nvSpPr>
        <p:spPr>
          <a:xfrm>
            <a:off x="3372161" y="3503249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9" name="Google Shape;309;p13"/>
          <p:cNvSpPr txBox="1"/>
          <p:nvPr>
            <p:ph idx="9" type="subTitle"/>
          </p:nvPr>
        </p:nvSpPr>
        <p:spPr>
          <a:xfrm>
            <a:off x="3372149" y="2201675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0" name="Google Shape;310;p13"/>
          <p:cNvSpPr txBox="1"/>
          <p:nvPr>
            <p:ph idx="13" type="subTitle"/>
          </p:nvPr>
        </p:nvSpPr>
        <p:spPr>
          <a:xfrm>
            <a:off x="6024299" y="2201675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1" name="Google Shape;311;p13"/>
          <p:cNvSpPr txBox="1"/>
          <p:nvPr>
            <p:ph idx="14" type="subTitle"/>
          </p:nvPr>
        </p:nvSpPr>
        <p:spPr>
          <a:xfrm>
            <a:off x="6024299" y="3503296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2" name="Google Shape;312;p13"/>
          <p:cNvSpPr txBox="1"/>
          <p:nvPr>
            <p:ph idx="15" type="title"/>
          </p:nvPr>
        </p:nvSpPr>
        <p:spPr>
          <a:xfrm>
            <a:off x="720000" y="539500"/>
            <a:ext cx="530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4"/>
          <p:cNvGrpSpPr/>
          <p:nvPr/>
        </p:nvGrpSpPr>
        <p:grpSpPr>
          <a:xfrm>
            <a:off x="-1843936" y="-605557"/>
            <a:ext cx="11437264" cy="10028158"/>
            <a:chOff x="-1843936" y="-605557"/>
            <a:chExt cx="11437264" cy="10028158"/>
          </a:xfrm>
        </p:grpSpPr>
        <p:pic>
          <p:nvPicPr>
            <p:cNvPr id="315" name="Google Shape;315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5400002">
              <a:off x="2659597" y="2488872"/>
              <a:ext cx="10028158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843936" y="1331596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7" name="Google Shape;317;p14"/>
            <p:cNvGrpSpPr/>
            <p:nvPr/>
          </p:nvGrpSpPr>
          <p:grpSpPr>
            <a:xfrm>
              <a:off x="4337098" y="214966"/>
              <a:ext cx="469800" cy="65160"/>
              <a:chOff x="9146520" y="317880"/>
              <a:chExt cx="469800" cy="65160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1" name="Google Shape;321;p14"/>
          <p:cNvSpPr txBox="1"/>
          <p:nvPr>
            <p:ph idx="1" type="subTitle"/>
          </p:nvPr>
        </p:nvSpPr>
        <p:spPr>
          <a:xfrm>
            <a:off x="3671775" y="1591600"/>
            <a:ext cx="23331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p14"/>
          <p:cNvSpPr/>
          <p:nvPr>
            <p:ph idx="2" type="pic"/>
          </p:nvPr>
        </p:nvSpPr>
        <p:spPr>
          <a:xfrm>
            <a:off x="713225" y="539500"/>
            <a:ext cx="2801100" cy="40647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14"/>
          <p:cNvSpPr/>
          <p:nvPr>
            <p:ph idx="3" type="pic"/>
          </p:nvPr>
        </p:nvSpPr>
        <p:spPr>
          <a:xfrm>
            <a:off x="6162325" y="539500"/>
            <a:ext cx="2268600" cy="21042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14"/>
          <p:cNvSpPr/>
          <p:nvPr>
            <p:ph idx="4" type="pic"/>
          </p:nvPr>
        </p:nvSpPr>
        <p:spPr>
          <a:xfrm>
            <a:off x="3671775" y="2823325"/>
            <a:ext cx="4740300" cy="1780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14"/>
          <p:cNvSpPr txBox="1"/>
          <p:nvPr>
            <p:ph type="title"/>
          </p:nvPr>
        </p:nvSpPr>
        <p:spPr>
          <a:xfrm>
            <a:off x="3671775" y="539500"/>
            <a:ext cx="23331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0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"/>
          <p:cNvSpPr txBox="1"/>
          <p:nvPr>
            <p:ph idx="1" type="body"/>
          </p:nvPr>
        </p:nvSpPr>
        <p:spPr>
          <a:xfrm>
            <a:off x="720000" y="1215750"/>
            <a:ext cx="374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Char char="●"/>
              <a:defRPr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28" name="Google Shape;328;p1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9" name="Google Shape;329;p15"/>
          <p:cNvSpPr txBox="1"/>
          <p:nvPr>
            <p:ph idx="2" type="body"/>
          </p:nvPr>
        </p:nvSpPr>
        <p:spPr>
          <a:xfrm>
            <a:off x="4682275" y="1833025"/>
            <a:ext cx="3748500" cy="27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Kantumruy Pro Medium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Kantumruy Pro Medium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Kantumruy Pro Medium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Kantumruy Pro Medium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Kantumruy Pro Medium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Kantumruy Pro Medium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Kantumruy Pro Medium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Kantumruy Pro Medium"/>
              <a:buChar char="■"/>
              <a:defRPr/>
            </a:lvl9pPr>
          </a:lstStyle>
          <a:p/>
        </p:txBody>
      </p:sp>
      <p:grpSp>
        <p:nvGrpSpPr>
          <p:cNvPr id="330" name="Google Shape;330;p15"/>
          <p:cNvGrpSpPr/>
          <p:nvPr/>
        </p:nvGrpSpPr>
        <p:grpSpPr>
          <a:xfrm>
            <a:off x="4067600" y="205025"/>
            <a:ext cx="5447200" cy="6514700"/>
            <a:chOff x="4067600" y="205025"/>
            <a:chExt cx="5447200" cy="6514700"/>
          </a:xfrm>
        </p:grpSpPr>
        <p:pic>
          <p:nvPicPr>
            <p:cNvPr id="331" name="Google Shape;331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5400000">
              <a:off x="5005424" y="2210350"/>
              <a:ext cx="3571551" cy="5447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2" name="Google Shape;332;p15"/>
            <p:cNvGrpSpPr/>
            <p:nvPr/>
          </p:nvGrpSpPr>
          <p:grpSpPr>
            <a:xfrm>
              <a:off x="7550280" y="205025"/>
              <a:ext cx="989720" cy="984365"/>
              <a:chOff x="7550280" y="205025"/>
              <a:chExt cx="989720" cy="984365"/>
            </a:xfrm>
          </p:grpSpPr>
          <p:grpSp>
            <p:nvGrpSpPr>
              <p:cNvPr id="333" name="Google Shape;333;p15"/>
              <p:cNvGrpSpPr/>
              <p:nvPr/>
            </p:nvGrpSpPr>
            <p:grpSpPr>
              <a:xfrm>
                <a:off x="7550280" y="241510"/>
                <a:ext cx="948240" cy="947880"/>
                <a:chOff x="3374280" y="221760"/>
                <a:chExt cx="948240" cy="947880"/>
              </a:xfrm>
            </p:grpSpPr>
            <p:sp>
              <p:nvSpPr>
                <p:cNvPr id="334" name="Google Shape;334;p15"/>
                <p:cNvSpPr/>
                <p:nvPr/>
              </p:nvSpPr>
              <p:spPr>
                <a:xfrm>
                  <a:off x="3448440" y="295560"/>
                  <a:ext cx="500760" cy="520200"/>
                </a:xfrm>
                <a:custGeom>
                  <a:rect b="b" l="l" r="r" t="t"/>
                  <a:pathLst>
                    <a:path extrusionOk="0" h="1445" w="1391">
                      <a:moveTo>
                        <a:pt x="330" y="1445"/>
                      </a:moveTo>
                      <a:cubicBezTo>
                        <a:pt x="315" y="1446"/>
                        <a:pt x="300" y="1440"/>
                        <a:pt x="288" y="1428"/>
                      </a:cubicBezTo>
                      <a:lnTo>
                        <a:pt x="17" y="1162"/>
                      </a:lnTo>
                      <a:cubicBezTo>
                        <a:pt x="6" y="1151"/>
                        <a:pt x="0" y="1136"/>
                        <a:pt x="0" y="1121"/>
                      </a:cubicBezTo>
                      <a:cubicBezTo>
                        <a:pt x="0" y="1105"/>
                        <a:pt x="6" y="1090"/>
                        <a:pt x="16" y="1079"/>
                      </a:cubicBezTo>
                      <a:lnTo>
                        <a:pt x="1060" y="18"/>
                      </a:lnTo>
                      <a:cubicBezTo>
                        <a:pt x="1083" y="-6"/>
                        <a:pt x="1120" y="-6"/>
                        <a:pt x="1143" y="17"/>
                      </a:cubicBezTo>
                      <a:lnTo>
                        <a:pt x="1373" y="243"/>
                      </a:lnTo>
                      <a:cubicBezTo>
                        <a:pt x="1397" y="266"/>
                        <a:pt x="1397" y="303"/>
                        <a:pt x="1374" y="326"/>
                      </a:cubicBezTo>
                      <a:cubicBezTo>
                        <a:pt x="1351" y="350"/>
                        <a:pt x="1314" y="350"/>
                        <a:pt x="1291" y="327"/>
                      </a:cubicBezTo>
                      <a:lnTo>
                        <a:pt x="1103" y="142"/>
                      </a:lnTo>
                      <a:lnTo>
                        <a:pt x="142" y="1120"/>
                      </a:lnTo>
                      <a:lnTo>
                        <a:pt x="370" y="1345"/>
                      </a:lnTo>
                      <a:cubicBezTo>
                        <a:pt x="394" y="1367"/>
                        <a:pt x="394" y="1405"/>
                        <a:pt x="371" y="1428"/>
                      </a:cubicBezTo>
                      <a:cubicBezTo>
                        <a:pt x="360" y="1439"/>
                        <a:pt x="345" y="1445"/>
                        <a:pt x="330" y="14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15"/>
                <p:cNvSpPr/>
                <p:nvPr/>
              </p:nvSpPr>
              <p:spPr>
                <a:xfrm>
                  <a:off x="3374280" y="221760"/>
                  <a:ext cx="948240" cy="947880"/>
                </a:xfrm>
                <a:custGeom>
                  <a:rect b="b" l="l" r="r" t="t"/>
                  <a:pathLst>
                    <a:path extrusionOk="0" h="2633" w="2634">
                      <a:moveTo>
                        <a:pt x="56" y="1327"/>
                      </a:moveTo>
                      <a:lnTo>
                        <a:pt x="1328" y="2577"/>
                      </a:lnTo>
                      <a:lnTo>
                        <a:pt x="2578" y="1305"/>
                      </a:lnTo>
                      <a:lnTo>
                        <a:pt x="1306" y="55"/>
                      </a:lnTo>
                      <a:lnTo>
                        <a:pt x="56" y="1327"/>
                      </a:lnTo>
                      <a:moveTo>
                        <a:pt x="1328" y="2633"/>
                      </a:moveTo>
                      <a:cubicBezTo>
                        <a:pt x="1322" y="2633"/>
                        <a:pt x="1316" y="2630"/>
                        <a:pt x="1312" y="2626"/>
                      </a:cubicBezTo>
                      <a:lnTo>
                        <a:pt x="7" y="1344"/>
                      </a:lnTo>
                      <a:cubicBezTo>
                        <a:pt x="3" y="1339"/>
                        <a:pt x="0" y="1334"/>
                        <a:pt x="0" y="1328"/>
                      </a:cubicBezTo>
                      <a:cubicBezTo>
                        <a:pt x="0" y="1321"/>
                        <a:pt x="2" y="1316"/>
                        <a:pt x="7" y="1311"/>
                      </a:cubicBezTo>
                      <a:lnTo>
                        <a:pt x="1289" y="6"/>
                      </a:lnTo>
                      <a:cubicBezTo>
                        <a:pt x="1298" y="-2"/>
                        <a:pt x="1313" y="-3"/>
                        <a:pt x="1322" y="6"/>
                      </a:cubicBezTo>
                      <a:lnTo>
                        <a:pt x="2627" y="1288"/>
                      </a:lnTo>
                      <a:cubicBezTo>
                        <a:pt x="2631" y="1293"/>
                        <a:pt x="2634" y="1299"/>
                        <a:pt x="2634" y="1305"/>
                      </a:cubicBezTo>
                      <a:cubicBezTo>
                        <a:pt x="2634" y="1311"/>
                        <a:pt x="2631" y="1317"/>
                        <a:pt x="2627" y="1321"/>
                      </a:cubicBezTo>
                      <a:lnTo>
                        <a:pt x="1345" y="2626"/>
                      </a:lnTo>
                      <a:cubicBezTo>
                        <a:pt x="1340" y="2630"/>
                        <a:pt x="1334" y="2632"/>
                        <a:pt x="1328" y="26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15"/>
                <p:cNvSpPr/>
                <p:nvPr/>
              </p:nvSpPr>
              <p:spPr>
                <a:xfrm>
                  <a:off x="3615120" y="462240"/>
                  <a:ext cx="466560" cy="466560"/>
                </a:xfrm>
                <a:custGeom>
                  <a:rect b="b" l="l" r="r" t="t"/>
                  <a:pathLst>
                    <a:path extrusionOk="0" h="1296" w="1296">
                      <a:moveTo>
                        <a:pt x="11" y="653"/>
                      </a:moveTo>
                      <a:lnTo>
                        <a:pt x="653" y="1285"/>
                      </a:lnTo>
                      <a:lnTo>
                        <a:pt x="1285" y="642"/>
                      </a:lnTo>
                      <a:lnTo>
                        <a:pt x="642" y="11"/>
                      </a:lnTo>
                      <a:lnTo>
                        <a:pt x="11" y="653"/>
                      </a:lnTo>
                      <a:moveTo>
                        <a:pt x="653" y="1296"/>
                      </a:moveTo>
                      <a:cubicBezTo>
                        <a:pt x="652" y="1296"/>
                        <a:pt x="651" y="1296"/>
                        <a:pt x="650" y="1295"/>
                      </a:cubicBezTo>
                      <a:lnTo>
                        <a:pt x="1" y="657"/>
                      </a:lnTo>
                      <a:cubicBezTo>
                        <a:pt x="1" y="656"/>
                        <a:pt x="0" y="655"/>
                        <a:pt x="0" y="654"/>
                      </a:cubicBezTo>
                      <a:cubicBezTo>
                        <a:pt x="0" y="653"/>
                        <a:pt x="1" y="651"/>
                        <a:pt x="1" y="651"/>
                      </a:cubicBezTo>
                      <a:lnTo>
                        <a:pt x="639" y="1"/>
                      </a:lnTo>
                      <a:cubicBezTo>
                        <a:pt x="641" y="0"/>
                        <a:pt x="644" y="0"/>
                        <a:pt x="645" y="1"/>
                      </a:cubicBezTo>
                      <a:lnTo>
                        <a:pt x="1294" y="639"/>
                      </a:lnTo>
                      <a:cubicBezTo>
                        <a:pt x="1295" y="640"/>
                        <a:pt x="1296" y="641"/>
                        <a:pt x="1296" y="642"/>
                      </a:cubicBezTo>
                      <a:cubicBezTo>
                        <a:pt x="1296" y="644"/>
                        <a:pt x="1295" y="645"/>
                        <a:pt x="1294" y="646"/>
                      </a:cubicBezTo>
                      <a:lnTo>
                        <a:pt x="657" y="1294"/>
                      </a:lnTo>
                      <a:cubicBezTo>
                        <a:pt x="656" y="1296"/>
                        <a:pt x="655" y="1296"/>
                        <a:pt x="653" y="12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15"/>
                <p:cNvSpPr/>
                <p:nvPr/>
              </p:nvSpPr>
              <p:spPr>
                <a:xfrm>
                  <a:off x="3639240" y="483480"/>
                  <a:ext cx="609120" cy="612000"/>
                </a:xfrm>
                <a:custGeom>
                  <a:rect b="b" l="l" r="r" t="t"/>
                  <a:pathLst>
                    <a:path extrusionOk="0" h="1700" w="1692">
                      <a:moveTo>
                        <a:pt x="591" y="1700"/>
                      </a:moveTo>
                      <a:cubicBezTo>
                        <a:pt x="575" y="1701"/>
                        <a:pt x="560" y="1695"/>
                        <a:pt x="549" y="1683"/>
                      </a:cubicBezTo>
                      <a:lnTo>
                        <a:pt x="18" y="1162"/>
                      </a:lnTo>
                      <a:cubicBezTo>
                        <a:pt x="-5" y="1139"/>
                        <a:pt x="-5" y="1102"/>
                        <a:pt x="17" y="1078"/>
                      </a:cubicBezTo>
                      <a:cubicBezTo>
                        <a:pt x="40" y="1056"/>
                        <a:pt x="78" y="1055"/>
                        <a:pt x="100" y="1078"/>
                      </a:cubicBezTo>
                      <a:lnTo>
                        <a:pt x="589" y="1558"/>
                      </a:lnTo>
                      <a:lnTo>
                        <a:pt x="1550" y="581"/>
                      </a:lnTo>
                      <a:lnTo>
                        <a:pt x="1061" y="100"/>
                      </a:lnTo>
                      <a:cubicBezTo>
                        <a:pt x="1038" y="77"/>
                        <a:pt x="1038" y="40"/>
                        <a:pt x="1061" y="17"/>
                      </a:cubicBezTo>
                      <a:cubicBezTo>
                        <a:pt x="1083" y="-6"/>
                        <a:pt x="1121" y="-6"/>
                        <a:pt x="1144" y="16"/>
                      </a:cubicBezTo>
                      <a:lnTo>
                        <a:pt x="1675" y="538"/>
                      </a:lnTo>
                      <a:cubicBezTo>
                        <a:pt x="1698" y="561"/>
                        <a:pt x="1698" y="598"/>
                        <a:pt x="1675" y="621"/>
                      </a:cubicBezTo>
                      <a:lnTo>
                        <a:pt x="632" y="1683"/>
                      </a:lnTo>
                      <a:cubicBezTo>
                        <a:pt x="621" y="1694"/>
                        <a:pt x="606" y="1700"/>
                        <a:pt x="591" y="17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p15"/>
                <p:cNvSpPr/>
                <p:nvPr/>
              </p:nvSpPr>
              <p:spPr>
                <a:xfrm>
                  <a:off x="3488605" y="718043"/>
                  <a:ext cx="319680" cy="314640"/>
                </a:xfrm>
                <a:custGeom>
                  <a:rect b="b" l="l" r="r" t="t"/>
                  <a:pathLst>
                    <a:path extrusionOk="0" h="874" w="888">
                      <a:moveTo>
                        <a:pt x="829" y="874"/>
                      </a:moveTo>
                      <a:cubicBezTo>
                        <a:pt x="814" y="874"/>
                        <a:pt x="800" y="868"/>
                        <a:pt x="788" y="857"/>
                      </a:cubicBezTo>
                      <a:lnTo>
                        <a:pt x="18" y="100"/>
                      </a:lnTo>
                      <a:cubicBezTo>
                        <a:pt x="-5" y="78"/>
                        <a:pt x="-6" y="40"/>
                        <a:pt x="17" y="17"/>
                      </a:cubicBezTo>
                      <a:cubicBezTo>
                        <a:pt x="40" y="-6"/>
                        <a:pt x="77" y="-6"/>
                        <a:pt x="100" y="17"/>
                      </a:cubicBezTo>
                      <a:lnTo>
                        <a:pt x="870" y="773"/>
                      </a:lnTo>
                      <a:cubicBezTo>
                        <a:pt x="894" y="796"/>
                        <a:pt x="894" y="833"/>
                        <a:pt x="871" y="857"/>
                      </a:cubicBezTo>
                      <a:cubicBezTo>
                        <a:pt x="860" y="868"/>
                        <a:pt x="845" y="874"/>
                        <a:pt x="829" y="87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339" name="Google Shape;339;p15"/>
              <p:cNvCxnSpPr/>
              <p:nvPr/>
            </p:nvCxnSpPr>
            <p:spPr>
              <a:xfrm flipH="1" rot="10800000">
                <a:off x="8023400" y="205025"/>
                <a:ext cx="5166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16"/>
          <p:cNvGrpSpPr/>
          <p:nvPr/>
        </p:nvGrpSpPr>
        <p:grpSpPr>
          <a:xfrm>
            <a:off x="4266147" y="-762375"/>
            <a:ext cx="9450904" cy="6393659"/>
            <a:chOff x="4266147" y="-762375"/>
            <a:chExt cx="9450904" cy="6393659"/>
          </a:xfrm>
        </p:grpSpPr>
        <p:pic>
          <p:nvPicPr>
            <p:cNvPr id="342" name="Google Shape;342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4266148" y="-762375"/>
              <a:ext cx="9450902" cy="36202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3" name="Google Shape;343;p16"/>
            <p:cNvGrpSpPr/>
            <p:nvPr/>
          </p:nvGrpSpPr>
          <p:grpSpPr>
            <a:xfrm>
              <a:off x="6441130" y="3881472"/>
              <a:ext cx="2200568" cy="1749812"/>
              <a:chOff x="7060875" y="171998"/>
              <a:chExt cx="1874100" cy="1490216"/>
            </a:xfrm>
          </p:grpSpPr>
          <p:grpSp>
            <p:nvGrpSpPr>
              <p:cNvPr id="344" name="Google Shape;344;p16"/>
              <p:cNvGrpSpPr/>
              <p:nvPr/>
            </p:nvGrpSpPr>
            <p:grpSpPr>
              <a:xfrm rot="8999923">
                <a:off x="7445771" y="371715"/>
                <a:ext cx="1091191" cy="1090783"/>
                <a:chOff x="5604480" y="3862800"/>
                <a:chExt cx="1352880" cy="1352520"/>
              </a:xfrm>
            </p:grpSpPr>
            <p:sp>
              <p:nvSpPr>
                <p:cNvPr id="345" name="Google Shape;345;p16"/>
                <p:cNvSpPr/>
                <p:nvPr/>
              </p:nvSpPr>
              <p:spPr>
                <a:xfrm>
                  <a:off x="5810040" y="4077000"/>
                  <a:ext cx="942120" cy="933120"/>
                </a:xfrm>
                <a:custGeom>
                  <a:rect b="b" l="l" r="r" t="t"/>
                  <a:pathLst>
                    <a:path extrusionOk="0" h="2592" w="2617">
                      <a:moveTo>
                        <a:pt x="1319" y="2592"/>
                      </a:moveTo>
                      <a:cubicBezTo>
                        <a:pt x="970" y="2595"/>
                        <a:pt x="640" y="2461"/>
                        <a:pt x="391" y="2217"/>
                      </a:cubicBezTo>
                      <a:cubicBezTo>
                        <a:pt x="-124" y="1711"/>
                        <a:pt x="-131" y="881"/>
                        <a:pt x="375" y="366"/>
                      </a:cubicBezTo>
                      <a:cubicBezTo>
                        <a:pt x="555" y="182"/>
                        <a:pt x="783" y="57"/>
                        <a:pt x="1035" y="3"/>
                      </a:cubicBezTo>
                      <a:cubicBezTo>
                        <a:pt x="1113" y="-13"/>
                        <a:pt x="1190" y="37"/>
                        <a:pt x="1207" y="115"/>
                      </a:cubicBezTo>
                      <a:cubicBezTo>
                        <a:pt x="1224" y="194"/>
                        <a:pt x="1174" y="271"/>
                        <a:pt x="1095" y="288"/>
                      </a:cubicBezTo>
                      <a:cubicBezTo>
                        <a:pt x="900" y="329"/>
                        <a:pt x="722" y="427"/>
                        <a:pt x="582" y="570"/>
                      </a:cubicBezTo>
                      <a:cubicBezTo>
                        <a:pt x="189" y="970"/>
                        <a:pt x="194" y="1616"/>
                        <a:pt x="594" y="2009"/>
                      </a:cubicBezTo>
                      <a:cubicBezTo>
                        <a:pt x="789" y="2200"/>
                        <a:pt x="1045" y="2304"/>
                        <a:pt x="1317" y="2301"/>
                      </a:cubicBezTo>
                      <a:cubicBezTo>
                        <a:pt x="1589" y="2299"/>
                        <a:pt x="1843" y="2191"/>
                        <a:pt x="2034" y="1997"/>
                      </a:cubicBezTo>
                      <a:cubicBezTo>
                        <a:pt x="2225" y="1803"/>
                        <a:pt x="2328" y="1546"/>
                        <a:pt x="2326" y="1274"/>
                      </a:cubicBezTo>
                      <a:cubicBezTo>
                        <a:pt x="2324" y="1002"/>
                        <a:pt x="2215" y="748"/>
                        <a:pt x="2022" y="557"/>
                      </a:cubicBezTo>
                      <a:cubicBezTo>
                        <a:pt x="1914" y="452"/>
                        <a:pt x="1788" y="373"/>
                        <a:pt x="1648" y="324"/>
                      </a:cubicBezTo>
                      <a:cubicBezTo>
                        <a:pt x="1572" y="297"/>
                        <a:pt x="1532" y="214"/>
                        <a:pt x="1559" y="138"/>
                      </a:cubicBezTo>
                      <a:cubicBezTo>
                        <a:pt x="1586" y="62"/>
                        <a:pt x="1668" y="23"/>
                        <a:pt x="1744" y="49"/>
                      </a:cubicBezTo>
                      <a:cubicBezTo>
                        <a:pt x="1925" y="113"/>
                        <a:pt x="2087" y="214"/>
                        <a:pt x="2225" y="350"/>
                      </a:cubicBezTo>
                      <a:cubicBezTo>
                        <a:pt x="2475" y="595"/>
                        <a:pt x="2613" y="922"/>
                        <a:pt x="2617" y="1272"/>
                      </a:cubicBezTo>
                      <a:cubicBezTo>
                        <a:pt x="2620" y="1621"/>
                        <a:pt x="2486" y="1951"/>
                        <a:pt x="2241" y="2201"/>
                      </a:cubicBezTo>
                      <a:cubicBezTo>
                        <a:pt x="1996" y="2450"/>
                        <a:pt x="1669" y="2589"/>
                        <a:pt x="1319" y="259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" name="Google Shape;346;p16"/>
                <p:cNvSpPr/>
                <p:nvPr/>
              </p:nvSpPr>
              <p:spPr>
                <a:xfrm>
                  <a:off x="6140880" y="4068000"/>
                  <a:ext cx="331920" cy="128520"/>
                </a:xfrm>
                <a:custGeom>
                  <a:rect b="b" l="l" r="r" t="t"/>
                  <a:pathLst>
                    <a:path extrusionOk="0" h="357" w="922">
                      <a:moveTo>
                        <a:pt x="778" y="357"/>
                      </a:moveTo>
                      <a:cubicBezTo>
                        <a:pt x="762" y="357"/>
                        <a:pt x="745" y="354"/>
                        <a:pt x="729" y="349"/>
                      </a:cubicBezTo>
                      <a:cubicBezTo>
                        <a:pt x="551" y="286"/>
                        <a:pt x="360" y="274"/>
                        <a:pt x="176" y="313"/>
                      </a:cubicBezTo>
                      <a:cubicBezTo>
                        <a:pt x="97" y="329"/>
                        <a:pt x="20" y="279"/>
                        <a:pt x="4" y="201"/>
                      </a:cubicBezTo>
                      <a:cubicBezTo>
                        <a:pt x="-13" y="122"/>
                        <a:pt x="37" y="45"/>
                        <a:pt x="116" y="28"/>
                      </a:cubicBezTo>
                      <a:cubicBezTo>
                        <a:pt x="352" y="-22"/>
                        <a:pt x="598" y="-6"/>
                        <a:pt x="825" y="74"/>
                      </a:cubicBezTo>
                      <a:cubicBezTo>
                        <a:pt x="901" y="101"/>
                        <a:pt x="941" y="184"/>
                        <a:pt x="914" y="260"/>
                      </a:cubicBezTo>
                      <a:cubicBezTo>
                        <a:pt x="893" y="319"/>
                        <a:pt x="838" y="356"/>
                        <a:pt x="778" y="3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16"/>
                <p:cNvSpPr/>
                <p:nvPr/>
              </p:nvSpPr>
              <p:spPr>
                <a:xfrm>
                  <a:off x="5604480" y="4263840"/>
                  <a:ext cx="1352880" cy="951480"/>
                </a:xfrm>
                <a:custGeom>
                  <a:rect b="b" l="l" r="r" t="t"/>
                  <a:pathLst>
                    <a:path extrusionOk="0" h="2643" w="3758">
                      <a:moveTo>
                        <a:pt x="1895" y="2643"/>
                      </a:moveTo>
                      <a:cubicBezTo>
                        <a:pt x="1394" y="2647"/>
                        <a:pt x="920" y="2456"/>
                        <a:pt x="562" y="2104"/>
                      </a:cubicBezTo>
                      <a:cubicBezTo>
                        <a:pt x="287" y="1833"/>
                        <a:pt x="104" y="1490"/>
                        <a:pt x="33" y="1113"/>
                      </a:cubicBezTo>
                      <a:cubicBezTo>
                        <a:pt x="-36" y="743"/>
                        <a:pt x="5" y="366"/>
                        <a:pt x="153" y="22"/>
                      </a:cubicBezTo>
                      <a:cubicBezTo>
                        <a:pt x="161" y="4"/>
                        <a:pt x="182" y="-5"/>
                        <a:pt x="201" y="3"/>
                      </a:cubicBezTo>
                      <a:cubicBezTo>
                        <a:pt x="219" y="11"/>
                        <a:pt x="228" y="32"/>
                        <a:pt x="220" y="51"/>
                      </a:cubicBezTo>
                      <a:cubicBezTo>
                        <a:pt x="-77" y="740"/>
                        <a:pt x="78" y="1526"/>
                        <a:pt x="613" y="2052"/>
                      </a:cubicBezTo>
                      <a:cubicBezTo>
                        <a:pt x="957" y="2390"/>
                        <a:pt x="1412" y="2574"/>
                        <a:pt x="1895" y="2570"/>
                      </a:cubicBezTo>
                      <a:cubicBezTo>
                        <a:pt x="2377" y="2566"/>
                        <a:pt x="2829" y="2374"/>
                        <a:pt x="3167" y="2030"/>
                      </a:cubicBezTo>
                      <a:cubicBezTo>
                        <a:pt x="3556" y="1633"/>
                        <a:pt x="3740" y="1089"/>
                        <a:pt x="3671" y="537"/>
                      </a:cubicBezTo>
                      <a:cubicBezTo>
                        <a:pt x="3668" y="517"/>
                        <a:pt x="3682" y="499"/>
                        <a:pt x="3702" y="497"/>
                      </a:cubicBezTo>
                      <a:cubicBezTo>
                        <a:pt x="3722" y="494"/>
                        <a:pt x="3740" y="508"/>
                        <a:pt x="3743" y="528"/>
                      </a:cubicBezTo>
                      <a:cubicBezTo>
                        <a:pt x="3815" y="1103"/>
                        <a:pt x="3624" y="1669"/>
                        <a:pt x="3219" y="2081"/>
                      </a:cubicBezTo>
                      <a:cubicBezTo>
                        <a:pt x="2867" y="2439"/>
                        <a:pt x="2397" y="2638"/>
                        <a:pt x="1895" y="26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16"/>
                <p:cNvSpPr/>
                <p:nvPr/>
              </p:nvSpPr>
              <p:spPr>
                <a:xfrm>
                  <a:off x="6090120" y="3862800"/>
                  <a:ext cx="450000" cy="73440"/>
                </a:xfrm>
                <a:custGeom>
                  <a:rect b="b" l="l" r="r" t="t"/>
                  <a:pathLst>
                    <a:path extrusionOk="0" h="204" w="1250">
                      <a:moveTo>
                        <a:pt x="1214" y="204"/>
                      </a:moveTo>
                      <a:cubicBezTo>
                        <a:pt x="1210" y="204"/>
                        <a:pt x="1205" y="203"/>
                        <a:pt x="1200" y="201"/>
                      </a:cubicBezTo>
                      <a:cubicBezTo>
                        <a:pt x="836" y="56"/>
                        <a:pt x="426" y="33"/>
                        <a:pt x="46" y="138"/>
                      </a:cubicBezTo>
                      <a:cubicBezTo>
                        <a:pt x="27" y="143"/>
                        <a:pt x="7" y="132"/>
                        <a:pt x="2" y="113"/>
                      </a:cubicBezTo>
                      <a:cubicBezTo>
                        <a:pt x="-4" y="94"/>
                        <a:pt x="7" y="74"/>
                        <a:pt x="27" y="68"/>
                      </a:cubicBezTo>
                      <a:cubicBezTo>
                        <a:pt x="421" y="-41"/>
                        <a:pt x="848" y="-18"/>
                        <a:pt x="1227" y="134"/>
                      </a:cubicBezTo>
                      <a:cubicBezTo>
                        <a:pt x="1246" y="141"/>
                        <a:pt x="1255" y="162"/>
                        <a:pt x="1248" y="181"/>
                      </a:cubicBezTo>
                      <a:cubicBezTo>
                        <a:pt x="1242" y="195"/>
                        <a:pt x="1228" y="204"/>
                        <a:pt x="1214" y="20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28425" lIns="90000" spcFirstLastPara="1" rIns="90000" wrap="square" tIns="28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" name="Google Shape;349;p16"/>
                <p:cNvSpPr/>
                <p:nvPr/>
              </p:nvSpPr>
              <p:spPr>
                <a:xfrm>
                  <a:off x="5739120" y="4004280"/>
                  <a:ext cx="145080" cy="147240"/>
                </a:xfrm>
                <a:custGeom>
                  <a:rect b="b" l="l" r="r" t="t"/>
                  <a:pathLst>
                    <a:path extrusionOk="0" h="409" w="403">
                      <a:moveTo>
                        <a:pt x="36" y="409"/>
                      </a:moveTo>
                      <a:cubicBezTo>
                        <a:pt x="29" y="409"/>
                        <a:pt x="21" y="407"/>
                        <a:pt x="14" y="402"/>
                      </a:cubicBezTo>
                      <a:cubicBezTo>
                        <a:pt x="-2" y="390"/>
                        <a:pt x="-5" y="367"/>
                        <a:pt x="7" y="351"/>
                      </a:cubicBezTo>
                      <a:cubicBezTo>
                        <a:pt x="56" y="288"/>
                        <a:pt x="109" y="226"/>
                        <a:pt x="165" y="169"/>
                      </a:cubicBezTo>
                      <a:cubicBezTo>
                        <a:pt x="222" y="111"/>
                        <a:pt x="282" y="57"/>
                        <a:pt x="345" y="8"/>
                      </a:cubicBezTo>
                      <a:cubicBezTo>
                        <a:pt x="360" y="-5"/>
                        <a:pt x="383" y="-2"/>
                        <a:pt x="396" y="14"/>
                      </a:cubicBezTo>
                      <a:cubicBezTo>
                        <a:pt x="408" y="30"/>
                        <a:pt x="405" y="53"/>
                        <a:pt x="390" y="65"/>
                      </a:cubicBezTo>
                      <a:cubicBezTo>
                        <a:pt x="329" y="113"/>
                        <a:pt x="271" y="165"/>
                        <a:pt x="217" y="220"/>
                      </a:cubicBezTo>
                      <a:cubicBezTo>
                        <a:pt x="163" y="275"/>
                        <a:pt x="112" y="334"/>
                        <a:pt x="65" y="395"/>
                      </a:cubicBezTo>
                      <a:cubicBezTo>
                        <a:pt x="58" y="405"/>
                        <a:pt x="47" y="409"/>
                        <a:pt x="36" y="4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p16"/>
                <p:cNvSpPr/>
                <p:nvPr/>
              </p:nvSpPr>
              <p:spPr>
                <a:xfrm>
                  <a:off x="5680080" y="3937680"/>
                  <a:ext cx="1202040" cy="1202400"/>
                </a:xfrm>
                <a:custGeom>
                  <a:rect b="b" l="l" r="r" t="t"/>
                  <a:pathLst>
                    <a:path extrusionOk="0" h="3340" w="3339">
                      <a:moveTo>
                        <a:pt x="1684" y="3340"/>
                      </a:moveTo>
                      <a:cubicBezTo>
                        <a:pt x="1238" y="3344"/>
                        <a:pt x="816" y="3174"/>
                        <a:pt x="498" y="2862"/>
                      </a:cubicBezTo>
                      <a:cubicBezTo>
                        <a:pt x="-159" y="2216"/>
                        <a:pt x="-168" y="1156"/>
                        <a:pt x="478" y="500"/>
                      </a:cubicBezTo>
                      <a:cubicBezTo>
                        <a:pt x="790" y="182"/>
                        <a:pt x="1208" y="4"/>
                        <a:pt x="1654" y="0"/>
                      </a:cubicBezTo>
                      <a:cubicBezTo>
                        <a:pt x="2100" y="-4"/>
                        <a:pt x="2522" y="166"/>
                        <a:pt x="2840" y="479"/>
                      </a:cubicBezTo>
                      <a:cubicBezTo>
                        <a:pt x="3152" y="787"/>
                        <a:pt x="3330" y="1197"/>
                        <a:pt x="3339" y="1635"/>
                      </a:cubicBezTo>
                      <a:lnTo>
                        <a:pt x="3330" y="1636"/>
                      </a:lnTo>
                      <a:cubicBezTo>
                        <a:pt x="3321" y="1200"/>
                        <a:pt x="3145" y="791"/>
                        <a:pt x="2833" y="486"/>
                      </a:cubicBezTo>
                      <a:cubicBezTo>
                        <a:pt x="2517" y="175"/>
                        <a:pt x="2098" y="5"/>
                        <a:pt x="1654" y="9"/>
                      </a:cubicBezTo>
                      <a:cubicBezTo>
                        <a:pt x="1211" y="13"/>
                        <a:pt x="795" y="190"/>
                        <a:pt x="484" y="506"/>
                      </a:cubicBezTo>
                      <a:cubicBezTo>
                        <a:pt x="-158" y="1159"/>
                        <a:pt x="-149" y="2213"/>
                        <a:pt x="505" y="2855"/>
                      </a:cubicBezTo>
                      <a:cubicBezTo>
                        <a:pt x="821" y="3166"/>
                        <a:pt x="1240" y="3335"/>
                        <a:pt x="1684" y="3331"/>
                      </a:cubicBezTo>
                      <a:cubicBezTo>
                        <a:pt x="2127" y="3328"/>
                        <a:pt x="2543" y="3151"/>
                        <a:pt x="2854" y="2835"/>
                      </a:cubicBezTo>
                      <a:cubicBezTo>
                        <a:pt x="2940" y="2747"/>
                        <a:pt x="3016" y="2650"/>
                        <a:pt x="3080" y="2547"/>
                      </a:cubicBezTo>
                      <a:lnTo>
                        <a:pt x="3088" y="2552"/>
                      </a:lnTo>
                      <a:cubicBezTo>
                        <a:pt x="3024" y="2656"/>
                        <a:pt x="2947" y="2753"/>
                        <a:pt x="2860" y="2841"/>
                      </a:cubicBezTo>
                      <a:cubicBezTo>
                        <a:pt x="2548" y="3159"/>
                        <a:pt x="2130" y="3337"/>
                        <a:pt x="1684" y="334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51;p16"/>
                <p:cNvSpPr/>
                <p:nvPr/>
              </p:nvSpPr>
              <p:spPr>
                <a:xfrm>
                  <a:off x="6257520" y="4515840"/>
                  <a:ext cx="46800" cy="46440"/>
                </a:xfrm>
                <a:custGeom>
                  <a:rect b="b" l="l" r="r" t="t"/>
                  <a:pathLst>
                    <a:path extrusionOk="0" h="129" w="130">
                      <a:moveTo>
                        <a:pt x="19" y="19"/>
                      </a:moveTo>
                      <a:cubicBezTo>
                        <a:pt x="44" y="-7"/>
                        <a:pt x="85" y="-7"/>
                        <a:pt x="111" y="18"/>
                      </a:cubicBezTo>
                      <a:cubicBezTo>
                        <a:pt x="136" y="43"/>
                        <a:pt x="136" y="84"/>
                        <a:pt x="111" y="110"/>
                      </a:cubicBezTo>
                      <a:cubicBezTo>
                        <a:pt x="86" y="135"/>
                        <a:pt x="45" y="135"/>
                        <a:pt x="20" y="111"/>
                      </a:cubicBezTo>
                      <a:cubicBezTo>
                        <a:pt x="-6" y="86"/>
                        <a:pt x="-6" y="44"/>
                        <a:pt x="19" y="1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1425" lIns="90000" spcFirstLastPara="1" rIns="90000" wrap="square" tIns="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352" name="Google Shape;352;p16"/>
              <p:cNvCxnSpPr/>
              <p:nvPr/>
            </p:nvCxnSpPr>
            <p:spPr>
              <a:xfrm rot="10800000">
                <a:off x="7060875" y="293104"/>
                <a:ext cx="944100" cy="629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53" name="Google Shape;353;p16"/>
              <p:cNvCxnSpPr/>
              <p:nvPr/>
            </p:nvCxnSpPr>
            <p:spPr>
              <a:xfrm>
                <a:off x="8004975" y="915650"/>
                <a:ext cx="930000" cy="1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sp>
        <p:nvSpPr>
          <p:cNvPr id="354" name="Google Shape;354;p16"/>
          <p:cNvSpPr txBox="1"/>
          <p:nvPr>
            <p:ph idx="1" type="body"/>
          </p:nvPr>
        </p:nvSpPr>
        <p:spPr>
          <a:xfrm>
            <a:off x="720000" y="1215750"/>
            <a:ext cx="374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Char char="●"/>
              <a:defRPr sz="14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55" name="Google Shape;355;p1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6" name="Google Shape;356;p16"/>
          <p:cNvSpPr txBox="1"/>
          <p:nvPr>
            <p:ph idx="2" type="body"/>
          </p:nvPr>
        </p:nvSpPr>
        <p:spPr>
          <a:xfrm>
            <a:off x="4682275" y="1833025"/>
            <a:ext cx="3748500" cy="27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antumruy Pro Medium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antumruy Pro Medium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antumruy Pro Medium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antumruy Pro Medium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antumruy Pro Medium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antumruy Pro Medium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antumruy Pro Medium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antumruy Pro Mediu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17"/>
          <p:cNvGrpSpPr/>
          <p:nvPr/>
        </p:nvGrpSpPr>
        <p:grpSpPr>
          <a:xfrm>
            <a:off x="1346955" y="-2600674"/>
            <a:ext cx="10262280" cy="9365474"/>
            <a:chOff x="1346955" y="-2600674"/>
            <a:chExt cx="10262280" cy="9365474"/>
          </a:xfrm>
        </p:grpSpPr>
        <p:pic>
          <p:nvPicPr>
            <p:cNvPr id="359" name="Google Shape;359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280618">
              <a:off x="1939725" y="-1910076"/>
              <a:ext cx="9450901" cy="3620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46955" y="4367149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1" name="Google Shape;361;p17"/>
            <p:cNvGrpSpPr/>
            <p:nvPr/>
          </p:nvGrpSpPr>
          <p:grpSpPr>
            <a:xfrm>
              <a:off x="7969773" y="4139591"/>
              <a:ext cx="1510220" cy="1509818"/>
              <a:chOff x="5604480" y="3862800"/>
              <a:chExt cx="1352880" cy="1352520"/>
            </a:xfrm>
          </p:grpSpPr>
          <p:sp>
            <p:nvSpPr>
              <p:cNvPr id="362" name="Google Shape;362;p17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rect b="b" l="l" r="r" t="t"/>
                <a:pathLst>
                  <a:path extrusionOk="0" h="2592" w="2617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17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rect b="b" l="l" r="r" t="t"/>
                <a:pathLst>
                  <a:path extrusionOk="0" h="357" w="922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7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rect b="b" l="l" r="r" t="t"/>
                <a:pathLst>
                  <a:path extrusionOk="0" h="2643" w="3758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7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rect b="b" l="l" r="r" t="t"/>
                <a:pathLst>
                  <a:path extrusionOk="0" h="204" w="125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7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rect b="b" l="l" r="r" t="t"/>
                <a:pathLst>
                  <a:path extrusionOk="0" h="409" w="403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7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rect b="b" l="l" r="r" t="t"/>
                <a:pathLst>
                  <a:path extrusionOk="0" h="3340" w="3339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7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rect b="b" l="l" r="r" t="t"/>
                <a:pathLst>
                  <a:path extrusionOk="0" h="129" w="13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1425" lIns="90000" spcFirstLastPara="1" rIns="90000" wrap="square" tIns="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9" name="Google Shape;369;p17"/>
          <p:cNvSpPr txBox="1"/>
          <p:nvPr>
            <p:ph idx="1" type="subTitle"/>
          </p:nvPr>
        </p:nvSpPr>
        <p:spPr>
          <a:xfrm>
            <a:off x="720000" y="2055925"/>
            <a:ext cx="2265600" cy="18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2" type="subTitle"/>
          </p:nvPr>
        </p:nvSpPr>
        <p:spPr>
          <a:xfrm>
            <a:off x="3439197" y="2055925"/>
            <a:ext cx="2265600" cy="18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1" name="Google Shape;371;p17"/>
          <p:cNvSpPr txBox="1"/>
          <p:nvPr>
            <p:ph idx="3" type="subTitle"/>
          </p:nvPr>
        </p:nvSpPr>
        <p:spPr>
          <a:xfrm>
            <a:off x="6158400" y="2055925"/>
            <a:ext cx="2265600" cy="18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17"/>
          <p:cNvSpPr txBox="1"/>
          <p:nvPr>
            <p:ph idx="4" type="subTitle"/>
          </p:nvPr>
        </p:nvSpPr>
        <p:spPr>
          <a:xfrm>
            <a:off x="720000" y="1667475"/>
            <a:ext cx="22656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3" name="Google Shape;373;p17"/>
          <p:cNvSpPr txBox="1"/>
          <p:nvPr>
            <p:ph idx="5" type="subTitle"/>
          </p:nvPr>
        </p:nvSpPr>
        <p:spPr>
          <a:xfrm>
            <a:off x="3439201" y="1667475"/>
            <a:ext cx="22656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4" name="Google Shape;374;p17"/>
          <p:cNvSpPr txBox="1"/>
          <p:nvPr>
            <p:ph idx="6" type="subTitle"/>
          </p:nvPr>
        </p:nvSpPr>
        <p:spPr>
          <a:xfrm>
            <a:off x="6158401" y="1667475"/>
            <a:ext cx="22656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5" name="Google Shape;375;p17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8"/>
          <p:cNvGrpSpPr/>
          <p:nvPr/>
        </p:nvGrpSpPr>
        <p:grpSpPr>
          <a:xfrm>
            <a:off x="-1987125" y="-3879188"/>
            <a:ext cx="13631819" cy="8776940"/>
            <a:chOff x="-1987125" y="-3879188"/>
            <a:chExt cx="13631819" cy="8776940"/>
          </a:xfrm>
        </p:grpSpPr>
        <p:pic>
          <p:nvPicPr>
            <p:cNvPr id="378" name="Google Shape;378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9000001">
              <a:off x="1921821" y="-1758975"/>
              <a:ext cx="9450901" cy="36202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9" name="Google Shape;379;p18"/>
            <p:cNvGrpSpPr/>
            <p:nvPr/>
          </p:nvGrpSpPr>
          <p:grpSpPr>
            <a:xfrm>
              <a:off x="4337098" y="4832591"/>
              <a:ext cx="469800" cy="65160"/>
              <a:chOff x="9146520" y="317880"/>
              <a:chExt cx="469800" cy="65160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83" name="Google Shape;383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987125" y="1689624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" name="Google Shape;384;p18"/>
          <p:cNvGrpSpPr/>
          <p:nvPr/>
        </p:nvGrpSpPr>
        <p:grpSpPr>
          <a:xfrm rot="-5400233">
            <a:off x="8050937" y="232595"/>
            <a:ext cx="1460926" cy="1453021"/>
            <a:chOff x="7550280" y="205025"/>
            <a:chExt cx="989720" cy="984365"/>
          </a:xfrm>
        </p:grpSpPr>
        <p:grpSp>
          <p:nvGrpSpPr>
            <p:cNvPr id="385" name="Google Shape;385;p18"/>
            <p:cNvGrpSpPr/>
            <p:nvPr/>
          </p:nvGrpSpPr>
          <p:grpSpPr>
            <a:xfrm>
              <a:off x="7550280" y="241510"/>
              <a:ext cx="948240" cy="947880"/>
              <a:chOff x="3374280" y="221760"/>
              <a:chExt cx="948240" cy="947880"/>
            </a:xfrm>
          </p:grpSpPr>
          <p:sp>
            <p:nvSpPr>
              <p:cNvPr id="386" name="Google Shape;386;p18"/>
              <p:cNvSpPr/>
              <p:nvPr/>
            </p:nvSpPr>
            <p:spPr>
              <a:xfrm>
                <a:off x="3448440" y="295560"/>
                <a:ext cx="500760" cy="520200"/>
              </a:xfrm>
              <a:custGeom>
                <a:rect b="b" l="l" r="r" t="t"/>
                <a:pathLst>
                  <a:path extrusionOk="0" h="1445" w="1391">
                    <a:moveTo>
                      <a:pt x="330" y="1445"/>
                    </a:moveTo>
                    <a:cubicBezTo>
                      <a:pt x="315" y="1446"/>
                      <a:pt x="300" y="1440"/>
                      <a:pt x="288" y="1428"/>
                    </a:cubicBezTo>
                    <a:lnTo>
                      <a:pt x="17" y="1162"/>
                    </a:lnTo>
                    <a:cubicBezTo>
                      <a:pt x="6" y="1151"/>
                      <a:pt x="0" y="1136"/>
                      <a:pt x="0" y="1121"/>
                    </a:cubicBezTo>
                    <a:cubicBezTo>
                      <a:pt x="0" y="1105"/>
                      <a:pt x="6" y="1090"/>
                      <a:pt x="16" y="1079"/>
                    </a:cubicBezTo>
                    <a:lnTo>
                      <a:pt x="1060" y="18"/>
                    </a:lnTo>
                    <a:cubicBezTo>
                      <a:pt x="1083" y="-6"/>
                      <a:pt x="1120" y="-6"/>
                      <a:pt x="1143" y="17"/>
                    </a:cubicBezTo>
                    <a:lnTo>
                      <a:pt x="1373" y="243"/>
                    </a:lnTo>
                    <a:cubicBezTo>
                      <a:pt x="1397" y="266"/>
                      <a:pt x="1397" y="303"/>
                      <a:pt x="1374" y="326"/>
                    </a:cubicBezTo>
                    <a:cubicBezTo>
                      <a:pt x="1351" y="350"/>
                      <a:pt x="1314" y="350"/>
                      <a:pt x="1291" y="327"/>
                    </a:cubicBezTo>
                    <a:lnTo>
                      <a:pt x="1103" y="142"/>
                    </a:lnTo>
                    <a:lnTo>
                      <a:pt x="142" y="1120"/>
                    </a:lnTo>
                    <a:lnTo>
                      <a:pt x="370" y="1345"/>
                    </a:lnTo>
                    <a:cubicBezTo>
                      <a:pt x="394" y="1367"/>
                      <a:pt x="394" y="1405"/>
                      <a:pt x="371" y="1428"/>
                    </a:cubicBezTo>
                    <a:cubicBezTo>
                      <a:pt x="360" y="1439"/>
                      <a:pt x="345" y="1445"/>
                      <a:pt x="330" y="14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3374280" y="221760"/>
                <a:ext cx="948240" cy="947880"/>
              </a:xfrm>
              <a:custGeom>
                <a:rect b="b" l="l" r="r" t="t"/>
                <a:pathLst>
                  <a:path extrusionOk="0" h="2633" w="2634">
                    <a:moveTo>
                      <a:pt x="56" y="1327"/>
                    </a:moveTo>
                    <a:lnTo>
                      <a:pt x="1328" y="2577"/>
                    </a:lnTo>
                    <a:lnTo>
                      <a:pt x="2578" y="1305"/>
                    </a:lnTo>
                    <a:lnTo>
                      <a:pt x="1306" y="55"/>
                    </a:lnTo>
                    <a:lnTo>
                      <a:pt x="56" y="1327"/>
                    </a:lnTo>
                    <a:moveTo>
                      <a:pt x="1328" y="2633"/>
                    </a:moveTo>
                    <a:cubicBezTo>
                      <a:pt x="1322" y="2633"/>
                      <a:pt x="1316" y="2630"/>
                      <a:pt x="1312" y="2626"/>
                    </a:cubicBezTo>
                    <a:lnTo>
                      <a:pt x="7" y="1344"/>
                    </a:lnTo>
                    <a:cubicBezTo>
                      <a:pt x="3" y="1339"/>
                      <a:pt x="0" y="1334"/>
                      <a:pt x="0" y="1328"/>
                    </a:cubicBezTo>
                    <a:cubicBezTo>
                      <a:pt x="0" y="1321"/>
                      <a:pt x="2" y="1316"/>
                      <a:pt x="7" y="1311"/>
                    </a:cubicBezTo>
                    <a:lnTo>
                      <a:pt x="1289" y="6"/>
                    </a:lnTo>
                    <a:cubicBezTo>
                      <a:pt x="1298" y="-2"/>
                      <a:pt x="1313" y="-3"/>
                      <a:pt x="1322" y="6"/>
                    </a:cubicBezTo>
                    <a:lnTo>
                      <a:pt x="2627" y="1288"/>
                    </a:lnTo>
                    <a:cubicBezTo>
                      <a:pt x="2631" y="1293"/>
                      <a:pt x="2634" y="1299"/>
                      <a:pt x="2634" y="1305"/>
                    </a:cubicBezTo>
                    <a:cubicBezTo>
                      <a:pt x="2634" y="1311"/>
                      <a:pt x="2631" y="1317"/>
                      <a:pt x="2627" y="1321"/>
                    </a:cubicBezTo>
                    <a:lnTo>
                      <a:pt x="1345" y="2626"/>
                    </a:lnTo>
                    <a:cubicBezTo>
                      <a:pt x="1340" y="2630"/>
                      <a:pt x="1334" y="2632"/>
                      <a:pt x="1328" y="263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18"/>
              <p:cNvSpPr/>
              <p:nvPr/>
            </p:nvSpPr>
            <p:spPr>
              <a:xfrm>
                <a:off x="3615120" y="462240"/>
                <a:ext cx="466560" cy="466560"/>
              </a:xfrm>
              <a:custGeom>
                <a:rect b="b" l="l" r="r" t="t"/>
                <a:pathLst>
                  <a:path extrusionOk="0" h="1296" w="1296">
                    <a:moveTo>
                      <a:pt x="11" y="653"/>
                    </a:moveTo>
                    <a:lnTo>
                      <a:pt x="653" y="1285"/>
                    </a:lnTo>
                    <a:lnTo>
                      <a:pt x="1285" y="642"/>
                    </a:lnTo>
                    <a:lnTo>
                      <a:pt x="642" y="11"/>
                    </a:lnTo>
                    <a:lnTo>
                      <a:pt x="11" y="653"/>
                    </a:lnTo>
                    <a:moveTo>
                      <a:pt x="653" y="1296"/>
                    </a:moveTo>
                    <a:cubicBezTo>
                      <a:pt x="652" y="1296"/>
                      <a:pt x="651" y="1296"/>
                      <a:pt x="650" y="1295"/>
                    </a:cubicBezTo>
                    <a:lnTo>
                      <a:pt x="1" y="657"/>
                    </a:lnTo>
                    <a:cubicBezTo>
                      <a:pt x="1" y="656"/>
                      <a:pt x="0" y="655"/>
                      <a:pt x="0" y="654"/>
                    </a:cubicBezTo>
                    <a:cubicBezTo>
                      <a:pt x="0" y="653"/>
                      <a:pt x="1" y="651"/>
                      <a:pt x="1" y="651"/>
                    </a:cubicBezTo>
                    <a:lnTo>
                      <a:pt x="639" y="1"/>
                    </a:lnTo>
                    <a:cubicBezTo>
                      <a:pt x="641" y="0"/>
                      <a:pt x="644" y="0"/>
                      <a:pt x="645" y="1"/>
                    </a:cubicBezTo>
                    <a:lnTo>
                      <a:pt x="1294" y="639"/>
                    </a:lnTo>
                    <a:cubicBezTo>
                      <a:pt x="1295" y="640"/>
                      <a:pt x="1296" y="641"/>
                      <a:pt x="1296" y="642"/>
                    </a:cubicBezTo>
                    <a:cubicBezTo>
                      <a:pt x="1296" y="644"/>
                      <a:pt x="1295" y="645"/>
                      <a:pt x="1294" y="646"/>
                    </a:cubicBezTo>
                    <a:lnTo>
                      <a:pt x="657" y="1294"/>
                    </a:lnTo>
                    <a:cubicBezTo>
                      <a:pt x="656" y="1296"/>
                      <a:pt x="655" y="1296"/>
                      <a:pt x="653" y="12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3639240" y="483480"/>
                <a:ext cx="609120" cy="612000"/>
              </a:xfrm>
              <a:custGeom>
                <a:rect b="b" l="l" r="r" t="t"/>
                <a:pathLst>
                  <a:path extrusionOk="0" h="1700" w="1692">
                    <a:moveTo>
                      <a:pt x="591" y="1700"/>
                    </a:moveTo>
                    <a:cubicBezTo>
                      <a:pt x="575" y="1701"/>
                      <a:pt x="560" y="1695"/>
                      <a:pt x="549" y="1683"/>
                    </a:cubicBezTo>
                    <a:lnTo>
                      <a:pt x="18" y="1162"/>
                    </a:lnTo>
                    <a:cubicBezTo>
                      <a:pt x="-5" y="1139"/>
                      <a:pt x="-5" y="1102"/>
                      <a:pt x="17" y="1078"/>
                    </a:cubicBezTo>
                    <a:cubicBezTo>
                      <a:pt x="40" y="1056"/>
                      <a:pt x="78" y="1055"/>
                      <a:pt x="100" y="1078"/>
                    </a:cubicBezTo>
                    <a:lnTo>
                      <a:pt x="589" y="1558"/>
                    </a:lnTo>
                    <a:lnTo>
                      <a:pt x="1550" y="581"/>
                    </a:lnTo>
                    <a:lnTo>
                      <a:pt x="1061" y="100"/>
                    </a:lnTo>
                    <a:cubicBezTo>
                      <a:pt x="1038" y="77"/>
                      <a:pt x="1038" y="40"/>
                      <a:pt x="1061" y="17"/>
                    </a:cubicBezTo>
                    <a:cubicBezTo>
                      <a:pt x="1083" y="-6"/>
                      <a:pt x="1121" y="-6"/>
                      <a:pt x="1144" y="16"/>
                    </a:cubicBezTo>
                    <a:lnTo>
                      <a:pt x="1675" y="538"/>
                    </a:lnTo>
                    <a:cubicBezTo>
                      <a:pt x="1698" y="561"/>
                      <a:pt x="1698" y="598"/>
                      <a:pt x="1675" y="621"/>
                    </a:cubicBezTo>
                    <a:lnTo>
                      <a:pt x="632" y="1683"/>
                    </a:lnTo>
                    <a:cubicBezTo>
                      <a:pt x="621" y="1694"/>
                      <a:pt x="606" y="1700"/>
                      <a:pt x="591" y="17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3488605" y="718043"/>
                <a:ext cx="319680" cy="314640"/>
              </a:xfrm>
              <a:custGeom>
                <a:rect b="b" l="l" r="r" t="t"/>
                <a:pathLst>
                  <a:path extrusionOk="0" h="874" w="888">
                    <a:moveTo>
                      <a:pt x="829" y="874"/>
                    </a:moveTo>
                    <a:cubicBezTo>
                      <a:pt x="814" y="874"/>
                      <a:pt x="800" y="868"/>
                      <a:pt x="788" y="857"/>
                    </a:cubicBezTo>
                    <a:lnTo>
                      <a:pt x="18" y="100"/>
                    </a:lnTo>
                    <a:cubicBezTo>
                      <a:pt x="-5" y="78"/>
                      <a:pt x="-6" y="40"/>
                      <a:pt x="17" y="17"/>
                    </a:cubicBezTo>
                    <a:cubicBezTo>
                      <a:pt x="40" y="-6"/>
                      <a:pt x="77" y="-6"/>
                      <a:pt x="100" y="17"/>
                    </a:cubicBezTo>
                    <a:lnTo>
                      <a:pt x="870" y="773"/>
                    </a:lnTo>
                    <a:cubicBezTo>
                      <a:pt x="894" y="796"/>
                      <a:pt x="894" y="833"/>
                      <a:pt x="871" y="857"/>
                    </a:cubicBezTo>
                    <a:cubicBezTo>
                      <a:pt x="860" y="868"/>
                      <a:pt x="845" y="874"/>
                      <a:pt x="829" y="87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91" name="Google Shape;391;p18"/>
            <p:cNvCxnSpPr/>
            <p:nvPr/>
          </p:nvCxnSpPr>
          <p:spPr>
            <a:xfrm flipH="1" rot="10800000">
              <a:off x="8023400" y="205025"/>
              <a:ext cx="516600" cy="51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sp>
        <p:nvSpPr>
          <p:cNvPr id="392" name="Google Shape;392;p18"/>
          <p:cNvSpPr txBox="1"/>
          <p:nvPr>
            <p:ph idx="1" type="subTitle"/>
          </p:nvPr>
        </p:nvSpPr>
        <p:spPr>
          <a:xfrm>
            <a:off x="720000" y="1757850"/>
            <a:ext cx="37794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3" name="Google Shape;393;p18"/>
          <p:cNvSpPr txBox="1"/>
          <p:nvPr>
            <p:ph idx="2" type="subTitle"/>
          </p:nvPr>
        </p:nvSpPr>
        <p:spPr>
          <a:xfrm>
            <a:off x="4644503" y="1757850"/>
            <a:ext cx="37794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4" name="Google Shape;394;p18"/>
          <p:cNvSpPr txBox="1"/>
          <p:nvPr>
            <p:ph idx="3" type="subTitle"/>
          </p:nvPr>
        </p:nvSpPr>
        <p:spPr>
          <a:xfrm>
            <a:off x="720000" y="3418425"/>
            <a:ext cx="37794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8"/>
          <p:cNvSpPr txBox="1"/>
          <p:nvPr>
            <p:ph idx="4" type="subTitle"/>
          </p:nvPr>
        </p:nvSpPr>
        <p:spPr>
          <a:xfrm>
            <a:off x="4644503" y="3418425"/>
            <a:ext cx="37794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6" name="Google Shape;396;p18"/>
          <p:cNvSpPr txBox="1"/>
          <p:nvPr>
            <p:ph idx="5" type="subTitle"/>
          </p:nvPr>
        </p:nvSpPr>
        <p:spPr>
          <a:xfrm>
            <a:off x="720001" y="1372850"/>
            <a:ext cx="37794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97" name="Google Shape;397;p18"/>
          <p:cNvSpPr txBox="1"/>
          <p:nvPr>
            <p:ph idx="6" type="subTitle"/>
          </p:nvPr>
        </p:nvSpPr>
        <p:spPr>
          <a:xfrm>
            <a:off x="720001" y="3033397"/>
            <a:ext cx="37794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98" name="Google Shape;398;p18"/>
          <p:cNvSpPr txBox="1"/>
          <p:nvPr>
            <p:ph idx="7" type="subTitle"/>
          </p:nvPr>
        </p:nvSpPr>
        <p:spPr>
          <a:xfrm>
            <a:off x="4644475" y="1372850"/>
            <a:ext cx="37794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99" name="Google Shape;399;p18"/>
          <p:cNvSpPr txBox="1"/>
          <p:nvPr>
            <p:ph idx="8" type="subTitle"/>
          </p:nvPr>
        </p:nvSpPr>
        <p:spPr>
          <a:xfrm>
            <a:off x="4644475" y="3033397"/>
            <a:ext cx="37794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0" name="Google Shape;400;p18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9"/>
          <p:cNvGrpSpPr/>
          <p:nvPr/>
        </p:nvGrpSpPr>
        <p:grpSpPr>
          <a:xfrm>
            <a:off x="719998" y="-1463200"/>
            <a:ext cx="12150254" cy="8227999"/>
            <a:chOff x="719998" y="-1463200"/>
            <a:chExt cx="12150254" cy="8227999"/>
          </a:xfrm>
        </p:grpSpPr>
        <p:pic>
          <p:nvPicPr>
            <p:cNvPr id="403" name="Google Shape;403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2842098" y="-1463200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4" name="Google Shape;404;p19"/>
            <p:cNvGrpSpPr/>
            <p:nvPr/>
          </p:nvGrpSpPr>
          <p:grpSpPr>
            <a:xfrm>
              <a:off x="719998" y="4832591"/>
              <a:ext cx="469800" cy="65160"/>
              <a:chOff x="9146520" y="317880"/>
              <a:chExt cx="469800" cy="65160"/>
            </a:xfrm>
          </p:grpSpPr>
          <p:sp>
            <p:nvSpPr>
              <p:cNvPr id="405" name="Google Shape;405;p19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08" name="Google Shape;408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07955" y="4367149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" name="Google Shape;409;p19"/>
          <p:cNvSpPr txBox="1"/>
          <p:nvPr>
            <p:ph idx="1" type="subTitle"/>
          </p:nvPr>
        </p:nvSpPr>
        <p:spPr>
          <a:xfrm>
            <a:off x="720000" y="1758586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0" name="Google Shape;410;p19"/>
          <p:cNvSpPr txBox="1"/>
          <p:nvPr>
            <p:ph idx="2" type="subTitle"/>
          </p:nvPr>
        </p:nvSpPr>
        <p:spPr>
          <a:xfrm>
            <a:off x="3455250" y="1758586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19"/>
          <p:cNvSpPr txBox="1"/>
          <p:nvPr>
            <p:ph idx="3" type="subTitle"/>
          </p:nvPr>
        </p:nvSpPr>
        <p:spPr>
          <a:xfrm>
            <a:off x="720000" y="3422157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2" name="Google Shape;412;p19"/>
          <p:cNvSpPr txBox="1"/>
          <p:nvPr>
            <p:ph idx="4" type="subTitle"/>
          </p:nvPr>
        </p:nvSpPr>
        <p:spPr>
          <a:xfrm>
            <a:off x="3455250" y="3422157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3" name="Google Shape;413;p19"/>
          <p:cNvSpPr txBox="1"/>
          <p:nvPr>
            <p:ph idx="5" type="subTitle"/>
          </p:nvPr>
        </p:nvSpPr>
        <p:spPr>
          <a:xfrm>
            <a:off x="6190500" y="1758586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19"/>
          <p:cNvSpPr txBox="1"/>
          <p:nvPr>
            <p:ph idx="6" type="subTitle"/>
          </p:nvPr>
        </p:nvSpPr>
        <p:spPr>
          <a:xfrm>
            <a:off x="6190500" y="3422157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5" name="Google Shape;415;p19"/>
          <p:cNvSpPr txBox="1"/>
          <p:nvPr>
            <p:ph idx="7" type="subTitle"/>
          </p:nvPr>
        </p:nvSpPr>
        <p:spPr>
          <a:xfrm>
            <a:off x="720000" y="1464602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6" name="Google Shape;416;p19"/>
          <p:cNvSpPr txBox="1"/>
          <p:nvPr>
            <p:ph idx="8" type="subTitle"/>
          </p:nvPr>
        </p:nvSpPr>
        <p:spPr>
          <a:xfrm>
            <a:off x="3455250" y="146460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7" name="Google Shape;417;p19"/>
          <p:cNvSpPr txBox="1"/>
          <p:nvPr>
            <p:ph idx="9" type="subTitle"/>
          </p:nvPr>
        </p:nvSpPr>
        <p:spPr>
          <a:xfrm>
            <a:off x="6190500" y="146460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8" name="Google Shape;418;p19"/>
          <p:cNvSpPr txBox="1"/>
          <p:nvPr>
            <p:ph idx="13" type="subTitle"/>
          </p:nvPr>
        </p:nvSpPr>
        <p:spPr>
          <a:xfrm>
            <a:off x="720000" y="3124956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9" name="Google Shape;419;p19"/>
          <p:cNvSpPr txBox="1"/>
          <p:nvPr>
            <p:ph idx="14" type="subTitle"/>
          </p:nvPr>
        </p:nvSpPr>
        <p:spPr>
          <a:xfrm>
            <a:off x="3455250" y="3124960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20" name="Google Shape;420;p19"/>
          <p:cNvSpPr txBox="1"/>
          <p:nvPr>
            <p:ph idx="15" type="subTitle"/>
          </p:nvPr>
        </p:nvSpPr>
        <p:spPr>
          <a:xfrm>
            <a:off x="6190500" y="3124960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Assistant"/>
                <a:ea typeface="Assistant"/>
                <a:cs typeface="Assistant"/>
                <a:sym typeface="Assistan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21" name="Google Shape;421;p19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20"/>
          <p:cNvGrpSpPr/>
          <p:nvPr/>
        </p:nvGrpSpPr>
        <p:grpSpPr>
          <a:xfrm>
            <a:off x="-1141586" y="-235475"/>
            <a:ext cx="11188636" cy="6686186"/>
            <a:chOff x="-1141586" y="-235475"/>
            <a:chExt cx="11188636" cy="6686186"/>
          </a:xfrm>
        </p:grpSpPr>
        <p:pic>
          <p:nvPicPr>
            <p:cNvPr id="424" name="Google Shape;424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6475500" y="-235475"/>
              <a:ext cx="3571551" cy="5447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5" name="Google Shape;425;p20"/>
            <p:cNvGrpSpPr/>
            <p:nvPr/>
          </p:nvGrpSpPr>
          <p:grpSpPr>
            <a:xfrm>
              <a:off x="742273" y="270966"/>
              <a:ext cx="469800" cy="65160"/>
              <a:chOff x="9146520" y="317880"/>
              <a:chExt cx="469800" cy="65160"/>
            </a:xfrm>
          </p:grpSpPr>
          <p:sp>
            <p:nvSpPr>
              <p:cNvPr id="426" name="Google Shape;426;p20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0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9" name="Google Shape;42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141586" y="4053060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0" name="Google Shape;430;p20"/>
          <p:cNvGrpSpPr/>
          <p:nvPr/>
        </p:nvGrpSpPr>
        <p:grpSpPr>
          <a:xfrm rot="-5400000">
            <a:off x="7837611" y="273645"/>
            <a:ext cx="989720" cy="984365"/>
            <a:chOff x="7550280" y="205025"/>
            <a:chExt cx="989720" cy="984365"/>
          </a:xfrm>
        </p:grpSpPr>
        <p:grpSp>
          <p:nvGrpSpPr>
            <p:cNvPr id="431" name="Google Shape;431;p20"/>
            <p:cNvGrpSpPr/>
            <p:nvPr/>
          </p:nvGrpSpPr>
          <p:grpSpPr>
            <a:xfrm>
              <a:off x="7550280" y="241510"/>
              <a:ext cx="948240" cy="947880"/>
              <a:chOff x="3374280" y="221760"/>
              <a:chExt cx="948240" cy="947880"/>
            </a:xfrm>
          </p:grpSpPr>
          <p:sp>
            <p:nvSpPr>
              <p:cNvPr id="432" name="Google Shape;432;p20"/>
              <p:cNvSpPr/>
              <p:nvPr/>
            </p:nvSpPr>
            <p:spPr>
              <a:xfrm>
                <a:off x="3448440" y="295560"/>
                <a:ext cx="500760" cy="520200"/>
              </a:xfrm>
              <a:custGeom>
                <a:rect b="b" l="l" r="r" t="t"/>
                <a:pathLst>
                  <a:path extrusionOk="0" h="1445" w="1391">
                    <a:moveTo>
                      <a:pt x="330" y="1445"/>
                    </a:moveTo>
                    <a:cubicBezTo>
                      <a:pt x="315" y="1446"/>
                      <a:pt x="300" y="1440"/>
                      <a:pt x="288" y="1428"/>
                    </a:cubicBezTo>
                    <a:lnTo>
                      <a:pt x="17" y="1162"/>
                    </a:lnTo>
                    <a:cubicBezTo>
                      <a:pt x="6" y="1151"/>
                      <a:pt x="0" y="1136"/>
                      <a:pt x="0" y="1121"/>
                    </a:cubicBezTo>
                    <a:cubicBezTo>
                      <a:pt x="0" y="1105"/>
                      <a:pt x="6" y="1090"/>
                      <a:pt x="16" y="1079"/>
                    </a:cubicBezTo>
                    <a:lnTo>
                      <a:pt x="1060" y="18"/>
                    </a:lnTo>
                    <a:cubicBezTo>
                      <a:pt x="1083" y="-6"/>
                      <a:pt x="1120" y="-6"/>
                      <a:pt x="1143" y="17"/>
                    </a:cubicBezTo>
                    <a:lnTo>
                      <a:pt x="1373" y="243"/>
                    </a:lnTo>
                    <a:cubicBezTo>
                      <a:pt x="1397" y="266"/>
                      <a:pt x="1397" y="303"/>
                      <a:pt x="1374" y="326"/>
                    </a:cubicBezTo>
                    <a:cubicBezTo>
                      <a:pt x="1351" y="350"/>
                      <a:pt x="1314" y="350"/>
                      <a:pt x="1291" y="327"/>
                    </a:cubicBezTo>
                    <a:lnTo>
                      <a:pt x="1103" y="142"/>
                    </a:lnTo>
                    <a:lnTo>
                      <a:pt x="142" y="1120"/>
                    </a:lnTo>
                    <a:lnTo>
                      <a:pt x="370" y="1345"/>
                    </a:lnTo>
                    <a:cubicBezTo>
                      <a:pt x="394" y="1367"/>
                      <a:pt x="394" y="1405"/>
                      <a:pt x="371" y="1428"/>
                    </a:cubicBezTo>
                    <a:cubicBezTo>
                      <a:pt x="360" y="1439"/>
                      <a:pt x="345" y="1445"/>
                      <a:pt x="330" y="14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0"/>
              <p:cNvSpPr/>
              <p:nvPr/>
            </p:nvSpPr>
            <p:spPr>
              <a:xfrm>
                <a:off x="3374280" y="221760"/>
                <a:ext cx="948240" cy="947880"/>
              </a:xfrm>
              <a:custGeom>
                <a:rect b="b" l="l" r="r" t="t"/>
                <a:pathLst>
                  <a:path extrusionOk="0" h="2633" w="2634">
                    <a:moveTo>
                      <a:pt x="56" y="1327"/>
                    </a:moveTo>
                    <a:lnTo>
                      <a:pt x="1328" y="2577"/>
                    </a:lnTo>
                    <a:lnTo>
                      <a:pt x="2578" y="1305"/>
                    </a:lnTo>
                    <a:lnTo>
                      <a:pt x="1306" y="55"/>
                    </a:lnTo>
                    <a:lnTo>
                      <a:pt x="56" y="1327"/>
                    </a:lnTo>
                    <a:moveTo>
                      <a:pt x="1328" y="2633"/>
                    </a:moveTo>
                    <a:cubicBezTo>
                      <a:pt x="1322" y="2633"/>
                      <a:pt x="1316" y="2630"/>
                      <a:pt x="1312" y="2626"/>
                    </a:cubicBezTo>
                    <a:lnTo>
                      <a:pt x="7" y="1344"/>
                    </a:lnTo>
                    <a:cubicBezTo>
                      <a:pt x="3" y="1339"/>
                      <a:pt x="0" y="1334"/>
                      <a:pt x="0" y="1328"/>
                    </a:cubicBezTo>
                    <a:cubicBezTo>
                      <a:pt x="0" y="1321"/>
                      <a:pt x="2" y="1316"/>
                      <a:pt x="7" y="1311"/>
                    </a:cubicBezTo>
                    <a:lnTo>
                      <a:pt x="1289" y="6"/>
                    </a:lnTo>
                    <a:cubicBezTo>
                      <a:pt x="1298" y="-2"/>
                      <a:pt x="1313" y="-3"/>
                      <a:pt x="1322" y="6"/>
                    </a:cubicBezTo>
                    <a:lnTo>
                      <a:pt x="2627" y="1288"/>
                    </a:lnTo>
                    <a:cubicBezTo>
                      <a:pt x="2631" y="1293"/>
                      <a:pt x="2634" y="1299"/>
                      <a:pt x="2634" y="1305"/>
                    </a:cubicBezTo>
                    <a:cubicBezTo>
                      <a:pt x="2634" y="1311"/>
                      <a:pt x="2631" y="1317"/>
                      <a:pt x="2627" y="1321"/>
                    </a:cubicBezTo>
                    <a:lnTo>
                      <a:pt x="1345" y="2626"/>
                    </a:lnTo>
                    <a:cubicBezTo>
                      <a:pt x="1340" y="2630"/>
                      <a:pt x="1334" y="2632"/>
                      <a:pt x="1328" y="263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0"/>
              <p:cNvSpPr/>
              <p:nvPr/>
            </p:nvSpPr>
            <p:spPr>
              <a:xfrm>
                <a:off x="3615120" y="462240"/>
                <a:ext cx="466560" cy="466560"/>
              </a:xfrm>
              <a:custGeom>
                <a:rect b="b" l="l" r="r" t="t"/>
                <a:pathLst>
                  <a:path extrusionOk="0" h="1296" w="1296">
                    <a:moveTo>
                      <a:pt x="11" y="653"/>
                    </a:moveTo>
                    <a:lnTo>
                      <a:pt x="653" y="1285"/>
                    </a:lnTo>
                    <a:lnTo>
                      <a:pt x="1285" y="642"/>
                    </a:lnTo>
                    <a:lnTo>
                      <a:pt x="642" y="11"/>
                    </a:lnTo>
                    <a:lnTo>
                      <a:pt x="11" y="653"/>
                    </a:lnTo>
                    <a:moveTo>
                      <a:pt x="653" y="1296"/>
                    </a:moveTo>
                    <a:cubicBezTo>
                      <a:pt x="652" y="1296"/>
                      <a:pt x="651" y="1296"/>
                      <a:pt x="650" y="1295"/>
                    </a:cubicBezTo>
                    <a:lnTo>
                      <a:pt x="1" y="657"/>
                    </a:lnTo>
                    <a:cubicBezTo>
                      <a:pt x="1" y="656"/>
                      <a:pt x="0" y="655"/>
                      <a:pt x="0" y="654"/>
                    </a:cubicBezTo>
                    <a:cubicBezTo>
                      <a:pt x="0" y="653"/>
                      <a:pt x="1" y="651"/>
                      <a:pt x="1" y="651"/>
                    </a:cubicBezTo>
                    <a:lnTo>
                      <a:pt x="639" y="1"/>
                    </a:lnTo>
                    <a:cubicBezTo>
                      <a:pt x="641" y="0"/>
                      <a:pt x="644" y="0"/>
                      <a:pt x="645" y="1"/>
                    </a:cubicBezTo>
                    <a:lnTo>
                      <a:pt x="1294" y="639"/>
                    </a:lnTo>
                    <a:cubicBezTo>
                      <a:pt x="1295" y="640"/>
                      <a:pt x="1296" y="641"/>
                      <a:pt x="1296" y="642"/>
                    </a:cubicBezTo>
                    <a:cubicBezTo>
                      <a:pt x="1296" y="644"/>
                      <a:pt x="1295" y="645"/>
                      <a:pt x="1294" y="646"/>
                    </a:cubicBezTo>
                    <a:lnTo>
                      <a:pt x="657" y="1294"/>
                    </a:lnTo>
                    <a:cubicBezTo>
                      <a:pt x="656" y="1296"/>
                      <a:pt x="655" y="1296"/>
                      <a:pt x="653" y="12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20"/>
              <p:cNvSpPr/>
              <p:nvPr/>
            </p:nvSpPr>
            <p:spPr>
              <a:xfrm>
                <a:off x="3639240" y="483480"/>
                <a:ext cx="609120" cy="612000"/>
              </a:xfrm>
              <a:custGeom>
                <a:rect b="b" l="l" r="r" t="t"/>
                <a:pathLst>
                  <a:path extrusionOk="0" h="1700" w="1692">
                    <a:moveTo>
                      <a:pt x="591" y="1700"/>
                    </a:moveTo>
                    <a:cubicBezTo>
                      <a:pt x="575" y="1701"/>
                      <a:pt x="560" y="1695"/>
                      <a:pt x="549" y="1683"/>
                    </a:cubicBezTo>
                    <a:lnTo>
                      <a:pt x="18" y="1162"/>
                    </a:lnTo>
                    <a:cubicBezTo>
                      <a:pt x="-5" y="1139"/>
                      <a:pt x="-5" y="1102"/>
                      <a:pt x="17" y="1078"/>
                    </a:cubicBezTo>
                    <a:cubicBezTo>
                      <a:pt x="40" y="1056"/>
                      <a:pt x="78" y="1055"/>
                      <a:pt x="100" y="1078"/>
                    </a:cubicBezTo>
                    <a:lnTo>
                      <a:pt x="589" y="1558"/>
                    </a:lnTo>
                    <a:lnTo>
                      <a:pt x="1550" y="581"/>
                    </a:lnTo>
                    <a:lnTo>
                      <a:pt x="1061" y="100"/>
                    </a:lnTo>
                    <a:cubicBezTo>
                      <a:pt x="1038" y="77"/>
                      <a:pt x="1038" y="40"/>
                      <a:pt x="1061" y="17"/>
                    </a:cubicBezTo>
                    <a:cubicBezTo>
                      <a:pt x="1083" y="-6"/>
                      <a:pt x="1121" y="-6"/>
                      <a:pt x="1144" y="16"/>
                    </a:cubicBezTo>
                    <a:lnTo>
                      <a:pt x="1675" y="538"/>
                    </a:lnTo>
                    <a:cubicBezTo>
                      <a:pt x="1698" y="561"/>
                      <a:pt x="1698" y="598"/>
                      <a:pt x="1675" y="621"/>
                    </a:cubicBezTo>
                    <a:lnTo>
                      <a:pt x="632" y="1683"/>
                    </a:lnTo>
                    <a:cubicBezTo>
                      <a:pt x="621" y="1694"/>
                      <a:pt x="606" y="1700"/>
                      <a:pt x="591" y="17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3488605" y="718043"/>
                <a:ext cx="319680" cy="314640"/>
              </a:xfrm>
              <a:custGeom>
                <a:rect b="b" l="l" r="r" t="t"/>
                <a:pathLst>
                  <a:path extrusionOk="0" h="874" w="888">
                    <a:moveTo>
                      <a:pt x="829" y="874"/>
                    </a:moveTo>
                    <a:cubicBezTo>
                      <a:pt x="814" y="874"/>
                      <a:pt x="800" y="868"/>
                      <a:pt x="788" y="857"/>
                    </a:cubicBezTo>
                    <a:lnTo>
                      <a:pt x="18" y="100"/>
                    </a:lnTo>
                    <a:cubicBezTo>
                      <a:pt x="-5" y="78"/>
                      <a:pt x="-6" y="40"/>
                      <a:pt x="17" y="17"/>
                    </a:cubicBezTo>
                    <a:cubicBezTo>
                      <a:pt x="40" y="-6"/>
                      <a:pt x="77" y="-6"/>
                      <a:pt x="100" y="17"/>
                    </a:cubicBezTo>
                    <a:lnTo>
                      <a:pt x="870" y="773"/>
                    </a:lnTo>
                    <a:cubicBezTo>
                      <a:pt x="894" y="796"/>
                      <a:pt x="894" y="833"/>
                      <a:pt x="871" y="857"/>
                    </a:cubicBezTo>
                    <a:cubicBezTo>
                      <a:pt x="860" y="868"/>
                      <a:pt x="845" y="874"/>
                      <a:pt x="829" y="87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37" name="Google Shape;437;p20"/>
            <p:cNvCxnSpPr/>
            <p:nvPr/>
          </p:nvCxnSpPr>
          <p:spPr>
            <a:xfrm flipH="1" rot="10800000">
              <a:off x="8023400" y="205025"/>
              <a:ext cx="516600" cy="51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sp>
        <p:nvSpPr>
          <p:cNvPr id="438" name="Google Shape;438;p20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21"/>
          <p:cNvGrpSpPr/>
          <p:nvPr/>
        </p:nvGrpSpPr>
        <p:grpSpPr>
          <a:xfrm>
            <a:off x="287475" y="-1295775"/>
            <a:ext cx="13048576" cy="5899776"/>
            <a:chOff x="287475" y="-1295775"/>
            <a:chExt cx="13048576" cy="5899776"/>
          </a:xfrm>
        </p:grpSpPr>
        <p:pic>
          <p:nvPicPr>
            <p:cNvPr id="441" name="Google Shape;441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3885148" y="-1295775"/>
              <a:ext cx="9450902" cy="36202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2" name="Google Shape;442;p21"/>
            <p:cNvGrpSpPr/>
            <p:nvPr/>
          </p:nvGrpSpPr>
          <p:grpSpPr>
            <a:xfrm rot="5400000">
              <a:off x="85155" y="4336521"/>
              <a:ext cx="469800" cy="65160"/>
              <a:chOff x="9146520" y="317880"/>
              <a:chExt cx="469800" cy="65160"/>
            </a:xfrm>
          </p:grpSpPr>
          <p:sp>
            <p:nvSpPr>
              <p:cNvPr id="443" name="Google Shape;443;p21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21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21"/>
          <p:cNvGrpSpPr/>
          <p:nvPr/>
        </p:nvGrpSpPr>
        <p:grpSpPr>
          <a:xfrm rot="10800000">
            <a:off x="7441551" y="-94486"/>
            <a:ext cx="1874100" cy="1490216"/>
            <a:chOff x="7060875" y="171998"/>
            <a:chExt cx="1874100" cy="1490216"/>
          </a:xfrm>
        </p:grpSpPr>
        <p:grpSp>
          <p:nvGrpSpPr>
            <p:cNvPr id="447" name="Google Shape;447;p21"/>
            <p:cNvGrpSpPr/>
            <p:nvPr/>
          </p:nvGrpSpPr>
          <p:grpSpPr>
            <a:xfrm rot="8999923">
              <a:off x="7445771" y="371715"/>
              <a:ext cx="1091191" cy="1090783"/>
              <a:chOff x="5604480" y="3862800"/>
              <a:chExt cx="1352880" cy="1352520"/>
            </a:xfrm>
          </p:grpSpPr>
          <p:sp>
            <p:nvSpPr>
              <p:cNvPr id="448" name="Google Shape;448;p21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rect b="b" l="l" r="r" t="t"/>
                <a:pathLst>
                  <a:path extrusionOk="0" h="2592" w="2617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rect b="b" l="l" r="r" t="t"/>
                <a:pathLst>
                  <a:path extrusionOk="0" h="357" w="922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rect b="b" l="l" r="r" t="t"/>
                <a:pathLst>
                  <a:path extrusionOk="0" h="2643" w="3758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1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rect b="b" l="l" r="r" t="t"/>
                <a:pathLst>
                  <a:path extrusionOk="0" h="204" w="125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21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rect b="b" l="l" r="r" t="t"/>
                <a:pathLst>
                  <a:path extrusionOk="0" h="409" w="403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1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rect b="b" l="l" r="r" t="t"/>
                <a:pathLst>
                  <a:path extrusionOk="0" h="3340" w="3339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1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rect b="b" l="l" r="r" t="t"/>
                <a:pathLst>
                  <a:path extrusionOk="0" h="129" w="13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1425" lIns="90000" spcFirstLastPara="1" rIns="90000" wrap="square" tIns="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55" name="Google Shape;455;p21"/>
            <p:cNvCxnSpPr/>
            <p:nvPr/>
          </p:nvCxnSpPr>
          <p:spPr>
            <a:xfrm rot="10800000">
              <a:off x="7060875" y="293104"/>
              <a:ext cx="944100" cy="62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56" name="Google Shape;456;p21"/>
            <p:cNvCxnSpPr/>
            <p:nvPr/>
          </p:nvCxnSpPr>
          <p:spPr>
            <a:xfrm>
              <a:off x="8004975" y="915650"/>
              <a:ext cx="930000" cy="1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sp>
        <p:nvSpPr>
          <p:cNvPr id="457" name="Google Shape;457;p21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2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22"/>
          <p:cNvGrpSpPr/>
          <p:nvPr/>
        </p:nvGrpSpPr>
        <p:grpSpPr>
          <a:xfrm>
            <a:off x="-1316261" y="-2295874"/>
            <a:ext cx="14525696" cy="8906411"/>
            <a:chOff x="-1316261" y="-2295874"/>
            <a:chExt cx="14525696" cy="8906411"/>
          </a:xfrm>
        </p:grpSpPr>
        <p:pic>
          <p:nvPicPr>
            <p:cNvPr id="460" name="Google Shape;460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280618">
              <a:off x="3539925" y="-1605276"/>
              <a:ext cx="9450901" cy="3620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316261" y="4212885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2" name="Google Shape;462;p22"/>
            <p:cNvGrpSpPr/>
            <p:nvPr/>
          </p:nvGrpSpPr>
          <p:grpSpPr>
            <a:xfrm rot="-5400000">
              <a:off x="8535142" y="4336509"/>
              <a:ext cx="469800" cy="65160"/>
              <a:chOff x="9146520" y="317880"/>
              <a:chExt cx="469800" cy="65160"/>
            </a:xfrm>
          </p:grpSpPr>
          <p:sp>
            <p:nvSpPr>
              <p:cNvPr id="463" name="Google Shape;463;p22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22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6" name="Google Shape;466;p22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3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3"/>
          <p:cNvGrpSpPr/>
          <p:nvPr/>
        </p:nvGrpSpPr>
        <p:grpSpPr>
          <a:xfrm>
            <a:off x="322422" y="-151850"/>
            <a:ext cx="9626153" cy="5447200"/>
            <a:chOff x="322422" y="-151850"/>
            <a:chExt cx="9626153" cy="5447200"/>
          </a:xfrm>
        </p:grpSpPr>
        <p:pic>
          <p:nvPicPr>
            <p:cNvPr id="469" name="Google Shape;469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6377025" y="-151850"/>
              <a:ext cx="3571551" cy="5447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0" name="Google Shape;470;p23"/>
            <p:cNvGrpSpPr/>
            <p:nvPr/>
          </p:nvGrpSpPr>
          <p:grpSpPr>
            <a:xfrm rot="5400000">
              <a:off x="120102" y="2877747"/>
              <a:ext cx="469800" cy="65160"/>
              <a:chOff x="9146520" y="317880"/>
              <a:chExt cx="469800" cy="65160"/>
            </a:xfrm>
          </p:grpSpPr>
          <p:sp>
            <p:nvSpPr>
              <p:cNvPr id="471" name="Google Shape;471;p23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3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3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4" name="Google Shape;474;p23"/>
          <p:cNvGrpSpPr/>
          <p:nvPr/>
        </p:nvGrpSpPr>
        <p:grpSpPr>
          <a:xfrm>
            <a:off x="7550280" y="205025"/>
            <a:ext cx="989720" cy="984365"/>
            <a:chOff x="7550280" y="205025"/>
            <a:chExt cx="989720" cy="984365"/>
          </a:xfrm>
        </p:grpSpPr>
        <p:grpSp>
          <p:nvGrpSpPr>
            <p:cNvPr id="475" name="Google Shape;475;p23"/>
            <p:cNvGrpSpPr/>
            <p:nvPr/>
          </p:nvGrpSpPr>
          <p:grpSpPr>
            <a:xfrm>
              <a:off x="7550280" y="241510"/>
              <a:ext cx="948240" cy="947880"/>
              <a:chOff x="3374280" y="221760"/>
              <a:chExt cx="948240" cy="947880"/>
            </a:xfrm>
          </p:grpSpPr>
          <p:sp>
            <p:nvSpPr>
              <p:cNvPr id="476" name="Google Shape;476;p23"/>
              <p:cNvSpPr/>
              <p:nvPr/>
            </p:nvSpPr>
            <p:spPr>
              <a:xfrm>
                <a:off x="3448440" y="295560"/>
                <a:ext cx="500760" cy="520200"/>
              </a:xfrm>
              <a:custGeom>
                <a:rect b="b" l="l" r="r" t="t"/>
                <a:pathLst>
                  <a:path extrusionOk="0" h="1445" w="1391">
                    <a:moveTo>
                      <a:pt x="330" y="1445"/>
                    </a:moveTo>
                    <a:cubicBezTo>
                      <a:pt x="315" y="1446"/>
                      <a:pt x="300" y="1440"/>
                      <a:pt x="288" y="1428"/>
                    </a:cubicBezTo>
                    <a:lnTo>
                      <a:pt x="17" y="1162"/>
                    </a:lnTo>
                    <a:cubicBezTo>
                      <a:pt x="6" y="1151"/>
                      <a:pt x="0" y="1136"/>
                      <a:pt x="0" y="1121"/>
                    </a:cubicBezTo>
                    <a:cubicBezTo>
                      <a:pt x="0" y="1105"/>
                      <a:pt x="6" y="1090"/>
                      <a:pt x="16" y="1079"/>
                    </a:cubicBezTo>
                    <a:lnTo>
                      <a:pt x="1060" y="18"/>
                    </a:lnTo>
                    <a:cubicBezTo>
                      <a:pt x="1083" y="-6"/>
                      <a:pt x="1120" y="-6"/>
                      <a:pt x="1143" y="17"/>
                    </a:cubicBezTo>
                    <a:lnTo>
                      <a:pt x="1373" y="243"/>
                    </a:lnTo>
                    <a:cubicBezTo>
                      <a:pt x="1397" y="266"/>
                      <a:pt x="1397" y="303"/>
                      <a:pt x="1374" y="326"/>
                    </a:cubicBezTo>
                    <a:cubicBezTo>
                      <a:pt x="1351" y="350"/>
                      <a:pt x="1314" y="350"/>
                      <a:pt x="1291" y="327"/>
                    </a:cubicBezTo>
                    <a:lnTo>
                      <a:pt x="1103" y="142"/>
                    </a:lnTo>
                    <a:lnTo>
                      <a:pt x="142" y="1120"/>
                    </a:lnTo>
                    <a:lnTo>
                      <a:pt x="370" y="1345"/>
                    </a:lnTo>
                    <a:cubicBezTo>
                      <a:pt x="394" y="1367"/>
                      <a:pt x="394" y="1405"/>
                      <a:pt x="371" y="1428"/>
                    </a:cubicBezTo>
                    <a:cubicBezTo>
                      <a:pt x="360" y="1439"/>
                      <a:pt x="345" y="1445"/>
                      <a:pt x="330" y="14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3"/>
              <p:cNvSpPr/>
              <p:nvPr/>
            </p:nvSpPr>
            <p:spPr>
              <a:xfrm>
                <a:off x="3374280" y="221760"/>
                <a:ext cx="948240" cy="947880"/>
              </a:xfrm>
              <a:custGeom>
                <a:rect b="b" l="l" r="r" t="t"/>
                <a:pathLst>
                  <a:path extrusionOk="0" h="2633" w="2634">
                    <a:moveTo>
                      <a:pt x="56" y="1327"/>
                    </a:moveTo>
                    <a:lnTo>
                      <a:pt x="1328" y="2577"/>
                    </a:lnTo>
                    <a:lnTo>
                      <a:pt x="2578" y="1305"/>
                    </a:lnTo>
                    <a:lnTo>
                      <a:pt x="1306" y="55"/>
                    </a:lnTo>
                    <a:lnTo>
                      <a:pt x="56" y="1327"/>
                    </a:lnTo>
                    <a:moveTo>
                      <a:pt x="1328" y="2633"/>
                    </a:moveTo>
                    <a:cubicBezTo>
                      <a:pt x="1322" y="2633"/>
                      <a:pt x="1316" y="2630"/>
                      <a:pt x="1312" y="2626"/>
                    </a:cubicBezTo>
                    <a:lnTo>
                      <a:pt x="7" y="1344"/>
                    </a:lnTo>
                    <a:cubicBezTo>
                      <a:pt x="3" y="1339"/>
                      <a:pt x="0" y="1334"/>
                      <a:pt x="0" y="1328"/>
                    </a:cubicBezTo>
                    <a:cubicBezTo>
                      <a:pt x="0" y="1321"/>
                      <a:pt x="2" y="1316"/>
                      <a:pt x="7" y="1311"/>
                    </a:cubicBezTo>
                    <a:lnTo>
                      <a:pt x="1289" y="6"/>
                    </a:lnTo>
                    <a:cubicBezTo>
                      <a:pt x="1298" y="-2"/>
                      <a:pt x="1313" y="-3"/>
                      <a:pt x="1322" y="6"/>
                    </a:cubicBezTo>
                    <a:lnTo>
                      <a:pt x="2627" y="1288"/>
                    </a:lnTo>
                    <a:cubicBezTo>
                      <a:pt x="2631" y="1293"/>
                      <a:pt x="2634" y="1299"/>
                      <a:pt x="2634" y="1305"/>
                    </a:cubicBezTo>
                    <a:cubicBezTo>
                      <a:pt x="2634" y="1311"/>
                      <a:pt x="2631" y="1317"/>
                      <a:pt x="2627" y="1321"/>
                    </a:cubicBezTo>
                    <a:lnTo>
                      <a:pt x="1345" y="2626"/>
                    </a:lnTo>
                    <a:cubicBezTo>
                      <a:pt x="1340" y="2630"/>
                      <a:pt x="1334" y="2632"/>
                      <a:pt x="1328" y="263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23"/>
              <p:cNvSpPr/>
              <p:nvPr/>
            </p:nvSpPr>
            <p:spPr>
              <a:xfrm>
                <a:off x="3615120" y="462240"/>
                <a:ext cx="466560" cy="466560"/>
              </a:xfrm>
              <a:custGeom>
                <a:rect b="b" l="l" r="r" t="t"/>
                <a:pathLst>
                  <a:path extrusionOk="0" h="1296" w="1296">
                    <a:moveTo>
                      <a:pt x="11" y="653"/>
                    </a:moveTo>
                    <a:lnTo>
                      <a:pt x="653" y="1285"/>
                    </a:lnTo>
                    <a:lnTo>
                      <a:pt x="1285" y="642"/>
                    </a:lnTo>
                    <a:lnTo>
                      <a:pt x="642" y="11"/>
                    </a:lnTo>
                    <a:lnTo>
                      <a:pt x="11" y="653"/>
                    </a:lnTo>
                    <a:moveTo>
                      <a:pt x="653" y="1296"/>
                    </a:moveTo>
                    <a:cubicBezTo>
                      <a:pt x="652" y="1296"/>
                      <a:pt x="651" y="1296"/>
                      <a:pt x="650" y="1295"/>
                    </a:cubicBezTo>
                    <a:lnTo>
                      <a:pt x="1" y="657"/>
                    </a:lnTo>
                    <a:cubicBezTo>
                      <a:pt x="1" y="656"/>
                      <a:pt x="0" y="655"/>
                      <a:pt x="0" y="654"/>
                    </a:cubicBezTo>
                    <a:cubicBezTo>
                      <a:pt x="0" y="653"/>
                      <a:pt x="1" y="651"/>
                      <a:pt x="1" y="651"/>
                    </a:cubicBezTo>
                    <a:lnTo>
                      <a:pt x="639" y="1"/>
                    </a:lnTo>
                    <a:cubicBezTo>
                      <a:pt x="641" y="0"/>
                      <a:pt x="644" y="0"/>
                      <a:pt x="645" y="1"/>
                    </a:cubicBezTo>
                    <a:lnTo>
                      <a:pt x="1294" y="639"/>
                    </a:lnTo>
                    <a:cubicBezTo>
                      <a:pt x="1295" y="640"/>
                      <a:pt x="1296" y="641"/>
                      <a:pt x="1296" y="642"/>
                    </a:cubicBezTo>
                    <a:cubicBezTo>
                      <a:pt x="1296" y="644"/>
                      <a:pt x="1295" y="645"/>
                      <a:pt x="1294" y="646"/>
                    </a:cubicBezTo>
                    <a:lnTo>
                      <a:pt x="657" y="1294"/>
                    </a:lnTo>
                    <a:cubicBezTo>
                      <a:pt x="656" y="1296"/>
                      <a:pt x="655" y="1296"/>
                      <a:pt x="653" y="12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3"/>
              <p:cNvSpPr/>
              <p:nvPr/>
            </p:nvSpPr>
            <p:spPr>
              <a:xfrm>
                <a:off x="3639240" y="483480"/>
                <a:ext cx="609120" cy="612000"/>
              </a:xfrm>
              <a:custGeom>
                <a:rect b="b" l="l" r="r" t="t"/>
                <a:pathLst>
                  <a:path extrusionOk="0" h="1700" w="1692">
                    <a:moveTo>
                      <a:pt x="591" y="1700"/>
                    </a:moveTo>
                    <a:cubicBezTo>
                      <a:pt x="575" y="1701"/>
                      <a:pt x="560" y="1695"/>
                      <a:pt x="549" y="1683"/>
                    </a:cubicBezTo>
                    <a:lnTo>
                      <a:pt x="18" y="1162"/>
                    </a:lnTo>
                    <a:cubicBezTo>
                      <a:pt x="-5" y="1139"/>
                      <a:pt x="-5" y="1102"/>
                      <a:pt x="17" y="1078"/>
                    </a:cubicBezTo>
                    <a:cubicBezTo>
                      <a:pt x="40" y="1056"/>
                      <a:pt x="78" y="1055"/>
                      <a:pt x="100" y="1078"/>
                    </a:cubicBezTo>
                    <a:lnTo>
                      <a:pt x="589" y="1558"/>
                    </a:lnTo>
                    <a:lnTo>
                      <a:pt x="1550" y="581"/>
                    </a:lnTo>
                    <a:lnTo>
                      <a:pt x="1061" y="100"/>
                    </a:lnTo>
                    <a:cubicBezTo>
                      <a:pt x="1038" y="77"/>
                      <a:pt x="1038" y="40"/>
                      <a:pt x="1061" y="17"/>
                    </a:cubicBezTo>
                    <a:cubicBezTo>
                      <a:pt x="1083" y="-6"/>
                      <a:pt x="1121" y="-6"/>
                      <a:pt x="1144" y="16"/>
                    </a:cubicBezTo>
                    <a:lnTo>
                      <a:pt x="1675" y="538"/>
                    </a:lnTo>
                    <a:cubicBezTo>
                      <a:pt x="1698" y="561"/>
                      <a:pt x="1698" y="598"/>
                      <a:pt x="1675" y="621"/>
                    </a:cubicBezTo>
                    <a:lnTo>
                      <a:pt x="632" y="1683"/>
                    </a:lnTo>
                    <a:cubicBezTo>
                      <a:pt x="621" y="1694"/>
                      <a:pt x="606" y="1700"/>
                      <a:pt x="591" y="17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23"/>
              <p:cNvSpPr/>
              <p:nvPr/>
            </p:nvSpPr>
            <p:spPr>
              <a:xfrm>
                <a:off x="3488605" y="718043"/>
                <a:ext cx="319680" cy="314640"/>
              </a:xfrm>
              <a:custGeom>
                <a:rect b="b" l="l" r="r" t="t"/>
                <a:pathLst>
                  <a:path extrusionOk="0" h="874" w="888">
                    <a:moveTo>
                      <a:pt x="829" y="874"/>
                    </a:moveTo>
                    <a:cubicBezTo>
                      <a:pt x="814" y="874"/>
                      <a:pt x="800" y="868"/>
                      <a:pt x="788" y="857"/>
                    </a:cubicBezTo>
                    <a:lnTo>
                      <a:pt x="18" y="100"/>
                    </a:lnTo>
                    <a:cubicBezTo>
                      <a:pt x="-5" y="78"/>
                      <a:pt x="-6" y="40"/>
                      <a:pt x="17" y="17"/>
                    </a:cubicBezTo>
                    <a:cubicBezTo>
                      <a:pt x="40" y="-6"/>
                      <a:pt x="77" y="-6"/>
                      <a:pt x="100" y="17"/>
                    </a:cubicBezTo>
                    <a:lnTo>
                      <a:pt x="870" y="773"/>
                    </a:lnTo>
                    <a:cubicBezTo>
                      <a:pt x="894" y="796"/>
                      <a:pt x="894" y="833"/>
                      <a:pt x="871" y="857"/>
                    </a:cubicBezTo>
                    <a:cubicBezTo>
                      <a:pt x="860" y="868"/>
                      <a:pt x="845" y="874"/>
                      <a:pt x="829" y="87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81" name="Google Shape;481;p23"/>
            <p:cNvCxnSpPr/>
            <p:nvPr/>
          </p:nvCxnSpPr>
          <p:spPr>
            <a:xfrm flipH="1" rot="10800000">
              <a:off x="8023400" y="205025"/>
              <a:ext cx="516600" cy="51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sp>
        <p:nvSpPr>
          <p:cNvPr id="482" name="Google Shape;482;p23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4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24"/>
          <p:cNvGrpSpPr/>
          <p:nvPr/>
        </p:nvGrpSpPr>
        <p:grpSpPr>
          <a:xfrm>
            <a:off x="-1163861" y="-1782402"/>
            <a:ext cx="14090934" cy="8929700"/>
            <a:chOff x="-1163861" y="-1782402"/>
            <a:chExt cx="14090934" cy="8929700"/>
          </a:xfrm>
        </p:grpSpPr>
        <p:pic>
          <p:nvPicPr>
            <p:cNvPr id="485" name="Google Shape;485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2434570" y="-1782402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6" name="Google Shape;486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2898920" y="3307998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163861" y="4060485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8" name="Google Shape;488;p24"/>
          <p:cNvGrpSpPr/>
          <p:nvPr/>
        </p:nvGrpSpPr>
        <p:grpSpPr>
          <a:xfrm rot="-8999956">
            <a:off x="7343838" y="-465616"/>
            <a:ext cx="2394776" cy="2096681"/>
            <a:chOff x="6734210" y="-694116"/>
            <a:chExt cx="2394828" cy="2096727"/>
          </a:xfrm>
        </p:grpSpPr>
        <p:grpSp>
          <p:nvGrpSpPr>
            <p:cNvPr id="489" name="Google Shape;489;p24"/>
            <p:cNvGrpSpPr/>
            <p:nvPr/>
          </p:nvGrpSpPr>
          <p:grpSpPr>
            <a:xfrm rot="1918338">
              <a:off x="6882874" y="-226960"/>
              <a:ext cx="2097501" cy="1162415"/>
              <a:chOff x="4231800" y="869400"/>
              <a:chExt cx="2285280" cy="1266480"/>
            </a:xfrm>
          </p:grpSpPr>
          <p:sp>
            <p:nvSpPr>
              <p:cNvPr id="490" name="Google Shape;490;p24"/>
              <p:cNvSpPr/>
              <p:nvPr/>
            </p:nvSpPr>
            <p:spPr>
              <a:xfrm>
                <a:off x="4301280" y="171972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37" y="0"/>
                    </a:moveTo>
                    <a:lnTo>
                      <a:pt x="37" y="0"/>
                    </a:lnTo>
                    <a:cubicBezTo>
                      <a:pt x="16" y="0"/>
                      <a:pt x="0" y="17"/>
                      <a:pt x="0" y="37"/>
                    </a:cubicBezTo>
                    <a:cubicBezTo>
                      <a:pt x="0" y="259"/>
                      <a:pt x="180" y="439"/>
                      <a:pt x="402" y="439"/>
                    </a:cubicBezTo>
                    <a:cubicBezTo>
                      <a:pt x="422" y="439"/>
                      <a:pt x="439" y="422"/>
                      <a:pt x="439" y="402"/>
                    </a:cubicBezTo>
                    <a:cubicBezTo>
                      <a:pt x="439" y="392"/>
                      <a:pt x="435" y="383"/>
                      <a:pt x="428" y="376"/>
                    </a:cubicBezTo>
                    <a:lnTo>
                      <a:pt x="63" y="11"/>
                    </a:lnTo>
                    <a:cubicBezTo>
                      <a:pt x="56" y="4"/>
                      <a:pt x="47" y="0"/>
                      <a:pt x="37" y="0"/>
                    </a:cubicBezTo>
                    <a:moveTo>
                      <a:pt x="37" y="18"/>
                    </a:moveTo>
                    <a:cubicBezTo>
                      <a:pt x="42" y="18"/>
                      <a:pt x="47" y="19"/>
                      <a:pt x="51" y="23"/>
                    </a:cubicBezTo>
                    <a:lnTo>
                      <a:pt x="416" y="388"/>
                    </a:lnTo>
                    <a:cubicBezTo>
                      <a:pt x="419" y="392"/>
                      <a:pt x="421" y="397"/>
                      <a:pt x="421" y="402"/>
                    </a:cubicBezTo>
                    <a:cubicBezTo>
                      <a:pt x="421" y="412"/>
                      <a:pt x="414" y="422"/>
                      <a:pt x="402" y="422"/>
                    </a:cubicBezTo>
                    <a:cubicBezTo>
                      <a:pt x="189" y="422"/>
                      <a:pt x="17" y="249"/>
                      <a:pt x="17" y="37"/>
                    </a:cubicBezTo>
                    <a:cubicBezTo>
                      <a:pt x="17" y="25"/>
                      <a:pt x="27" y="18"/>
                      <a:pt x="3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4"/>
              <p:cNvSpPr/>
              <p:nvPr/>
            </p:nvSpPr>
            <p:spPr>
              <a:xfrm>
                <a:off x="4301280" y="112716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402" y="0"/>
                    </a:moveTo>
                    <a:cubicBezTo>
                      <a:pt x="180" y="0"/>
                      <a:pt x="0" y="180"/>
                      <a:pt x="0" y="402"/>
                    </a:cubicBezTo>
                    <a:cubicBezTo>
                      <a:pt x="0" y="423"/>
                      <a:pt x="16" y="439"/>
                      <a:pt x="37" y="439"/>
                    </a:cubicBezTo>
                    <a:cubicBezTo>
                      <a:pt x="47" y="439"/>
                      <a:pt x="56" y="435"/>
                      <a:pt x="63" y="429"/>
                    </a:cubicBezTo>
                    <a:lnTo>
                      <a:pt x="428" y="64"/>
                    </a:lnTo>
                    <a:cubicBezTo>
                      <a:pt x="435" y="57"/>
                      <a:pt x="439" y="47"/>
                      <a:pt x="439" y="37"/>
                    </a:cubicBezTo>
                    <a:cubicBezTo>
                      <a:pt x="439" y="17"/>
                      <a:pt x="422" y="0"/>
                      <a:pt x="402" y="0"/>
                    </a:cubicBezTo>
                    <a:moveTo>
                      <a:pt x="402" y="18"/>
                    </a:moveTo>
                    <a:cubicBezTo>
                      <a:pt x="414" y="18"/>
                      <a:pt x="421" y="28"/>
                      <a:pt x="421" y="37"/>
                    </a:cubicBezTo>
                    <a:cubicBezTo>
                      <a:pt x="421" y="42"/>
                      <a:pt x="420" y="47"/>
                      <a:pt x="416" y="51"/>
                    </a:cubicBezTo>
                    <a:lnTo>
                      <a:pt x="51" y="416"/>
                    </a:lnTo>
                    <a:cubicBezTo>
                      <a:pt x="47" y="420"/>
                      <a:pt x="42" y="422"/>
                      <a:pt x="37" y="422"/>
                    </a:cubicBezTo>
                    <a:cubicBezTo>
                      <a:pt x="27" y="422"/>
                      <a:pt x="17" y="414"/>
                      <a:pt x="17" y="402"/>
                    </a:cubicBezTo>
                    <a:cubicBezTo>
                      <a:pt x="17" y="190"/>
                      <a:pt x="189" y="18"/>
                      <a:pt x="402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4"/>
              <p:cNvSpPr/>
              <p:nvPr/>
            </p:nvSpPr>
            <p:spPr>
              <a:xfrm>
                <a:off x="5786280" y="194796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391" y="0"/>
                    </a:moveTo>
                    <a:lnTo>
                      <a:pt x="373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412"/>
                    </a:lnTo>
                    <a:cubicBezTo>
                      <a:pt x="0" y="441"/>
                      <a:pt x="12" y="469"/>
                      <a:pt x="32" y="490"/>
                    </a:cubicBezTo>
                    <a:cubicBezTo>
                      <a:pt x="53" y="510"/>
                      <a:pt x="81" y="522"/>
                      <a:pt x="109" y="522"/>
                    </a:cubicBezTo>
                    <a:cubicBezTo>
                      <a:pt x="149" y="522"/>
                      <a:pt x="185" y="501"/>
                      <a:pt x="204" y="467"/>
                    </a:cubicBezTo>
                    <a:lnTo>
                      <a:pt x="329" y="248"/>
                    </a:lnTo>
                    <a:cubicBezTo>
                      <a:pt x="369" y="177"/>
                      <a:pt x="391" y="98"/>
                      <a:pt x="391" y="17"/>
                    </a:cubicBezTo>
                    <a:lnTo>
                      <a:pt x="391" y="0"/>
                    </a:lnTo>
                    <a:moveTo>
                      <a:pt x="373" y="17"/>
                    </a:moveTo>
                    <a:cubicBezTo>
                      <a:pt x="373" y="95"/>
                      <a:pt x="353" y="171"/>
                      <a:pt x="314" y="239"/>
                    </a:cubicBezTo>
                    <a:lnTo>
                      <a:pt x="189" y="458"/>
                    </a:lnTo>
                    <a:cubicBezTo>
                      <a:pt x="173" y="486"/>
                      <a:pt x="142" y="504"/>
                      <a:pt x="109" y="504"/>
                    </a:cubicBezTo>
                    <a:cubicBezTo>
                      <a:pt x="84" y="504"/>
                      <a:pt x="61" y="494"/>
                      <a:pt x="45" y="477"/>
                    </a:cubicBezTo>
                    <a:cubicBezTo>
                      <a:pt x="28" y="461"/>
                      <a:pt x="18" y="437"/>
                      <a:pt x="18" y="412"/>
                    </a:cubicBezTo>
                    <a:lnTo>
                      <a:pt x="18" y="17"/>
                    </a:lnTo>
                    <a:lnTo>
                      <a:pt x="373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4"/>
              <p:cNvSpPr/>
              <p:nvPr/>
            </p:nvSpPr>
            <p:spPr>
              <a:xfrm>
                <a:off x="5786280" y="86940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109" y="0"/>
                    </a:moveTo>
                    <a:cubicBezTo>
                      <a:pt x="81" y="0"/>
                      <a:pt x="53" y="11"/>
                      <a:pt x="32" y="31"/>
                    </a:cubicBezTo>
                    <a:cubicBezTo>
                      <a:pt x="11" y="52"/>
                      <a:pt x="0" y="80"/>
                      <a:pt x="0" y="109"/>
                    </a:cubicBezTo>
                    <a:lnTo>
                      <a:pt x="0" y="504"/>
                    </a:lnTo>
                    <a:lnTo>
                      <a:pt x="0" y="522"/>
                    </a:lnTo>
                    <a:lnTo>
                      <a:pt x="18" y="522"/>
                    </a:lnTo>
                    <a:lnTo>
                      <a:pt x="373" y="522"/>
                    </a:lnTo>
                    <a:lnTo>
                      <a:pt x="391" y="522"/>
                    </a:lnTo>
                    <a:lnTo>
                      <a:pt x="391" y="504"/>
                    </a:lnTo>
                    <a:cubicBezTo>
                      <a:pt x="391" y="424"/>
                      <a:pt x="369" y="344"/>
                      <a:pt x="329" y="274"/>
                    </a:cubicBezTo>
                    <a:lnTo>
                      <a:pt x="204" y="55"/>
                    </a:lnTo>
                    <a:cubicBezTo>
                      <a:pt x="185" y="21"/>
                      <a:pt x="149" y="0"/>
                      <a:pt x="109" y="0"/>
                    </a:cubicBezTo>
                    <a:moveTo>
                      <a:pt x="109" y="17"/>
                    </a:moveTo>
                    <a:cubicBezTo>
                      <a:pt x="142" y="17"/>
                      <a:pt x="173" y="35"/>
                      <a:pt x="189" y="63"/>
                    </a:cubicBezTo>
                    <a:lnTo>
                      <a:pt x="314" y="282"/>
                    </a:lnTo>
                    <a:cubicBezTo>
                      <a:pt x="353" y="350"/>
                      <a:pt x="373" y="426"/>
                      <a:pt x="373" y="504"/>
                    </a:cubicBezTo>
                    <a:lnTo>
                      <a:pt x="18" y="504"/>
                    </a:lnTo>
                    <a:lnTo>
                      <a:pt x="18" y="109"/>
                    </a:lnTo>
                    <a:cubicBezTo>
                      <a:pt x="18" y="83"/>
                      <a:pt x="28" y="61"/>
                      <a:pt x="45" y="44"/>
                    </a:cubicBezTo>
                    <a:cubicBezTo>
                      <a:pt x="61" y="27"/>
                      <a:pt x="84" y="17"/>
                      <a:pt x="109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4"/>
              <p:cNvSpPr/>
              <p:nvPr/>
            </p:nvSpPr>
            <p:spPr>
              <a:xfrm>
                <a:off x="6213240" y="1121760"/>
                <a:ext cx="196920" cy="156600"/>
              </a:xfrm>
              <a:custGeom>
                <a:rect b="b" l="l" r="r" t="t"/>
                <a:pathLst>
                  <a:path extrusionOk="0" h="435" w="547">
                    <a:moveTo>
                      <a:pt x="52" y="0"/>
                    </a:moveTo>
                    <a:lnTo>
                      <a:pt x="52" y="0"/>
                    </a:lnTo>
                    <a:cubicBezTo>
                      <a:pt x="24" y="0"/>
                      <a:pt x="0" y="23"/>
                      <a:pt x="0" y="52"/>
                    </a:cubicBezTo>
                    <a:lnTo>
                      <a:pt x="0" y="169"/>
                    </a:lnTo>
                    <a:cubicBezTo>
                      <a:pt x="0" y="316"/>
                      <a:pt x="119" y="435"/>
                      <a:pt x="266" y="435"/>
                    </a:cubicBezTo>
                    <a:lnTo>
                      <a:pt x="494" y="435"/>
                    </a:lnTo>
                    <a:cubicBezTo>
                      <a:pt x="513" y="435"/>
                      <a:pt x="531" y="424"/>
                      <a:pt x="540" y="407"/>
                    </a:cubicBezTo>
                    <a:cubicBezTo>
                      <a:pt x="550" y="389"/>
                      <a:pt x="549" y="368"/>
                      <a:pt x="538" y="352"/>
                    </a:cubicBezTo>
                    <a:cubicBezTo>
                      <a:pt x="424" y="187"/>
                      <a:pt x="258" y="63"/>
                      <a:pt x="68" y="2"/>
                    </a:cubicBezTo>
                    <a:cubicBezTo>
                      <a:pt x="63" y="0"/>
                      <a:pt x="58" y="0"/>
                      <a:pt x="52" y="0"/>
                    </a:cubicBezTo>
                    <a:moveTo>
                      <a:pt x="52" y="17"/>
                    </a:moveTo>
                    <a:cubicBezTo>
                      <a:pt x="56" y="17"/>
                      <a:pt x="59" y="18"/>
                      <a:pt x="63" y="19"/>
                    </a:cubicBezTo>
                    <a:cubicBezTo>
                      <a:pt x="252" y="80"/>
                      <a:pt x="413" y="202"/>
                      <a:pt x="523" y="362"/>
                    </a:cubicBezTo>
                    <a:cubicBezTo>
                      <a:pt x="539" y="385"/>
                      <a:pt x="522" y="418"/>
                      <a:pt x="494" y="418"/>
                    </a:cubicBezTo>
                    <a:lnTo>
                      <a:pt x="266" y="418"/>
                    </a:lnTo>
                    <a:cubicBezTo>
                      <a:pt x="129" y="418"/>
                      <a:pt x="18" y="306"/>
                      <a:pt x="18" y="169"/>
                    </a:cubicBezTo>
                    <a:lnTo>
                      <a:pt x="18" y="52"/>
                    </a:lnTo>
                    <a:cubicBezTo>
                      <a:pt x="18" y="33"/>
                      <a:pt x="34" y="17"/>
                      <a:pt x="52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24"/>
              <p:cNvSpPr/>
              <p:nvPr/>
            </p:nvSpPr>
            <p:spPr>
              <a:xfrm>
                <a:off x="6213240" y="1726560"/>
                <a:ext cx="196920" cy="156960"/>
              </a:xfrm>
              <a:custGeom>
                <a:rect b="b" l="l" r="r" t="t"/>
                <a:pathLst>
                  <a:path extrusionOk="0" h="436" w="547">
                    <a:moveTo>
                      <a:pt x="494" y="0"/>
                    </a:moveTo>
                    <a:lnTo>
                      <a:pt x="266" y="0"/>
                    </a:lnTo>
                    <a:cubicBezTo>
                      <a:pt x="119" y="0"/>
                      <a:pt x="0" y="119"/>
                      <a:pt x="0" y="266"/>
                    </a:cubicBezTo>
                    <a:lnTo>
                      <a:pt x="0" y="383"/>
                    </a:lnTo>
                    <a:cubicBezTo>
                      <a:pt x="0" y="412"/>
                      <a:pt x="24" y="436"/>
                      <a:pt x="52" y="436"/>
                    </a:cubicBezTo>
                    <a:cubicBezTo>
                      <a:pt x="58" y="436"/>
                      <a:pt x="63" y="435"/>
                      <a:pt x="68" y="433"/>
                    </a:cubicBezTo>
                    <a:cubicBezTo>
                      <a:pt x="257" y="372"/>
                      <a:pt x="424" y="248"/>
                      <a:pt x="537" y="83"/>
                    </a:cubicBezTo>
                    <a:cubicBezTo>
                      <a:pt x="549" y="67"/>
                      <a:pt x="550" y="46"/>
                      <a:pt x="540" y="28"/>
                    </a:cubicBezTo>
                    <a:cubicBezTo>
                      <a:pt x="531" y="11"/>
                      <a:pt x="513" y="0"/>
                      <a:pt x="494" y="0"/>
                    </a:cubicBezTo>
                    <a:moveTo>
                      <a:pt x="494" y="18"/>
                    </a:moveTo>
                    <a:cubicBezTo>
                      <a:pt x="522" y="18"/>
                      <a:pt x="539" y="49"/>
                      <a:pt x="523" y="73"/>
                    </a:cubicBezTo>
                    <a:cubicBezTo>
                      <a:pt x="413" y="233"/>
                      <a:pt x="252" y="356"/>
                      <a:pt x="63" y="416"/>
                    </a:cubicBezTo>
                    <a:cubicBezTo>
                      <a:pt x="59" y="418"/>
                      <a:pt x="56" y="418"/>
                      <a:pt x="52" y="418"/>
                    </a:cubicBezTo>
                    <a:cubicBezTo>
                      <a:pt x="34" y="418"/>
                      <a:pt x="18" y="402"/>
                      <a:pt x="18" y="383"/>
                    </a:cubicBezTo>
                    <a:lnTo>
                      <a:pt x="18" y="266"/>
                    </a:lnTo>
                    <a:cubicBezTo>
                      <a:pt x="18" y="129"/>
                      <a:pt x="129" y="18"/>
                      <a:pt x="266" y="18"/>
                    </a:cubicBezTo>
                    <a:lnTo>
                      <a:pt x="494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24"/>
              <p:cNvSpPr/>
              <p:nvPr/>
            </p:nvSpPr>
            <p:spPr>
              <a:xfrm>
                <a:off x="6423480" y="1396440"/>
                <a:ext cx="51120" cy="212040"/>
              </a:xfrm>
              <a:custGeom>
                <a:rect b="b" l="l" r="r" t="t"/>
                <a:pathLst>
                  <a:path extrusionOk="0" h="589" w="142">
                    <a:moveTo>
                      <a:pt x="72" y="0"/>
                    </a:moveTo>
                    <a:cubicBezTo>
                      <a:pt x="32" y="0"/>
                      <a:pt x="0" y="32"/>
                      <a:pt x="0" y="71"/>
                    </a:cubicBezTo>
                    <a:lnTo>
                      <a:pt x="0" y="518"/>
                    </a:lnTo>
                    <a:cubicBezTo>
                      <a:pt x="0" y="557"/>
                      <a:pt x="32" y="589"/>
                      <a:pt x="72" y="589"/>
                    </a:cubicBezTo>
                    <a:cubicBezTo>
                      <a:pt x="111" y="589"/>
                      <a:pt x="142" y="557"/>
                      <a:pt x="142" y="518"/>
                    </a:cubicBezTo>
                    <a:lnTo>
                      <a:pt x="142" y="71"/>
                    </a:lnTo>
                    <a:cubicBezTo>
                      <a:pt x="142" y="32"/>
                      <a:pt x="111" y="0"/>
                      <a:pt x="72" y="0"/>
                    </a:cubicBezTo>
                    <a:moveTo>
                      <a:pt x="72" y="18"/>
                    </a:moveTo>
                    <a:cubicBezTo>
                      <a:pt x="101" y="18"/>
                      <a:pt x="125" y="42"/>
                      <a:pt x="125" y="71"/>
                    </a:cubicBezTo>
                    <a:lnTo>
                      <a:pt x="125" y="518"/>
                    </a:lnTo>
                    <a:cubicBezTo>
                      <a:pt x="125" y="548"/>
                      <a:pt x="101" y="572"/>
                      <a:pt x="72" y="572"/>
                    </a:cubicBezTo>
                    <a:cubicBezTo>
                      <a:pt x="42" y="572"/>
                      <a:pt x="18" y="548"/>
                      <a:pt x="18" y="518"/>
                    </a:cubicBezTo>
                    <a:lnTo>
                      <a:pt x="18" y="71"/>
                    </a:lnTo>
                    <a:cubicBezTo>
                      <a:pt x="18" y="42"/>
                      <a:pt x="42" y="18"/>
                      <a:pt x="72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24"/>
              <p:cNvSpPr/>
              <p:nvPr/>
            </p:nvSpPr>
            <p:spPr>
              <a:xfrm>
                <a:off x="5976720" y="1364040"/>
                <a:ext cx="437760" cy="277200"/>
              </a:xfrm>
              <a:custGeom>
                <a:rect b="b" l="l" r="r" t="t"/>
                <a:pathLst>
                  <a:path extrusionOk="0" h="770" w="1216">
                    <a:moveTo>
                      <a:pt x="885" y="0"/>
                    </a:moveTo>
                    <a:lnTo>
                      <a:pt x="20" y="0"/>
                    </a:lnTo>
                    <a:lnTo>
                      <a:pt x="0" y="0"/>
                    </a:lnTo>
                    <a:lnTo>
                      <a:pt x="3" y="20"/>
                    </a:lnTo>
                    <a:cubicBezTo>
                      <a:pt x="38" y="262"/>
                      <a:pt x="38" y="507"/>
                      <a:pt x="3" y="750"/>
                    </a:cubicBezTo>
                    <a:lnTo>
                      <a:pt x="0" y="770"/>
                    </a:lnTo>
                    <a:lnTo>
                      <a:pt x="20" y="770"/>
                    </a:lnTo>
                    <a:lnTo>
                      <a:pt x="885" y="770"/>
                    </a:lnTo>
                    <a:cubicBezTo>
                      <a:pt x="1067" y="770"/>
                      <a:pt x="1216" y="621"/>
                      <a:pt x="1216" y="439"/>
                    </a:cubicBezTo>
                    <a:lnTo>
                      <a:pt x="1216" y="330"/>
                    </a:lnTo>
                    <a:cubicBezTo>
                      <a:pt x="1216" y="148"/>
                      <a:pt x="1067" y="0"/>
                      <a:pt x="885" y="0"/>
                    </a:cubicBezTo>
                    <a:moveTo>
                      <a:pt x="885" y="17"/>
                    </a:moveTo>
                    <a:cubicBezTo>
                      <a:pt x="1058" y="17"/>
                      <a:pt x="1198" y="157"/>
                      <a:pt x="1198" y="330"/>
                    </a:cubicBezTo>
                    <a:lnTo>
                      <a:pt x="1198" y="439"/>
                    </a:lnTo>
                    <a:cubicBezTo>
                      <a:pt x="1198" y="612"/>
                      <a:pt x="1058" y="752"/>
                      <a:pt x="885" y="752"/>
                    </a:cubicBezTo>
                    <a:lnTo>
                      <a:pt x="20" y="752"/>
                    </a:lnTo>
                    <a:cubicBezTo>
                      <a:pt x="55" y="508"/>
                      <a:pt x="55" y="261"/>
                      <a:pt x="20" y="17"/>
                    </a:cubicBezTo>
                    <a:lnTo>
                      <a:pt x="885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4"/>
              <p:cNvSpPr/>
              <p:nvPr/>
            </p:nvSpPr>
            <p:spPr>
              <a:xfrm>
                <a:off x="4660920" y="1137600"/>
                <a:ext cx="1010520" cy="116280"/>
              </a:xfrm>
              <a:custGeom>
                <a:rect b="b" l="l" r="r" t="t"/>
                <a:pathLst>
                  <a:path extrusionOk="0" h="323" w="2807">
                    <a:moveTo>
                      <a:pt x="2807" y="0"/>
                    </a:moveTo>
                    <a:lnTo>
                      <a:pt x="2714" y="0"/>
                    </a:lnTo>
                    <a:lnTo>
                      <a:pt x="67" y="0"/>
                    </a:lnTo>
                    <a:lnTo>
                      <a:pt x="0" y="0"/>
                    </a:lnTo>
                    <a:lnTo>
                      <a:pt x="58" y="33"/>
                    </a:lnTo>
                    <a:lnTo>
                      <a:pt x="316" y="179"/>
                    </a:lnTo>
                    <a:cubicBezTo>
                      <a:pt x="482" y="273"/>
                      <a:pt x="670" y="323"/>
                      <a:pt x="861" y="323"/>
                    </a:cubicBezTo>
                    <a:lnTo>
                      <a:pt x="1777" y="323"/>
                    </a:lnTo>
                    <a:cubicBezTo>
                      <a:pt x="1911" y="323"/>
                      <a:pt x="2043" y="298"/>
                      <a:pt x="2169" y="251"/>
                    </a:cubicBezTo>
                    <a:lnTo>
                      <a:pt x="2720" y="34"/>
                    </a:lnTo>
                    <a:lnTo>
                      <a:pt x="2807" y="0"/>
                    </a:lnTo>
                    <a:moveTo>
                      <a:pt x="2714" y="18"/>
                    </a:moveTo>
                    <a:lnTo>
                      <a:pt x="2163" y="234"/>
                    </a:lnTo>
                    <a:cubicBezTo>
                      <a:pt x="2040" y="281"/>
                      <a:pt x="1909" y="305"/>
                      <a:pt x="1777" y="305"/>
                    </a:cubicBezTo>
                    <a:lnTo>
                      <a:pt x="861" y="305"/>
                    </a:lnTo>
                    <a:cubicBezTo>
                      <a:pt x="673" y="305"/>
                      <a:pt x="488" y="256"/>
                      <a:pt x="325" y="164"/>
                    </a:cubicBezTo>
                    <a:lnTo>
                      <a:pt x="67" y="18"/>
                    </a:lnTo>
                    <a:lnTo>
                      <a:pt x="2714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4"/>
              <p:cNvSpPr/>
              <p:nvPr/>
            </p:nvSpPr>
            <p:spPr>
              <a:xfrm>
                <a:off x="4660920" y="1751400"/>
                <a:ext cx="1010520" cy="115920"/>
              </a:xfrm>
              <a:custGeom>
                <a:rect b="b" l="l" r="r" t="t"/>
                <a:pathLst>
                  <a:path extrusionOk="0" h="322" w="2807">
                    <a:moveTo>
                      <a:pt x="1777" y="0"/>
                    </a:moveTo>
                    <a:lnTo>
                      <a:pt x="861" y="0"/>
                    </a:lnTo>
                    <a:cubicBezTo>
                      <a:pt x="670" y="0"/>
                      <a:pt x="482" y="49"/>
                      <a:pt x="316" y="143"/>
                    </a:cubicBezTo>
                    <a:lnTo>
                      <a:pt x="58" y="289"/>
                    </a:lnTo>
                    <a:lnTo>
                      <a:pt x="0" y="322"/>
                    </a:lnTo>
                    <a:lnTo>
                      <a:pt x="67" y="322"/>
                    </a:lnTo>
                    <a:lnTo>
                      <a:pt x="2714" y="322"/>
                    </a:lnTo>
                    <a:lnTo>
                      <a:pt x="2807" y="322"/>
                    </a:lnTo>
                    <a:lnTo>
                      <a:pt x="2720" y="288"/>
                    </a:lnTo>
                    <a:lnTo>
                      <a:pt x="2169" y="71"/>
                    </a:lnTo>
                    <a:cubicBezTo>
                      <a:pt x="2043" y="24"/>
                      <a:pt x="1911" y="0"/>
                      <a:pt x="1777" y="0"/>
                    </a:cubicBezTo>
                    <a:moveTo>
                      <a:pt x="1777" y="17"/>
                    </a:moveTo>
                    <a:cubicBezTo>
                      <a:pt x="1909" y="17"/>
                      <a:pt x="2040" y="41"/>
                      <a:pt x="2163" y="88"/>
                    </a:cubicBezTo>
                    <a:lnTo>
                      <a:pt x="2714" y="304"/>
                    </a:lnTo>
                    <a:lnTo>
                      <a:pt x="67" y="304"/>
                    </a:lnTo>
                    <a:lnTo>
                      <a:pt x="325" y="158"/>
                    </a:lnTo>
                    <a:cubicBezTo>
                      <a:pt x="488" y="66"/>
                      <a:pt x="673" y="17"/>
                      <a:pt x="861" y="17"/>
                    </a:cubicBezTo>
                    <a:lnTo>
                      <a:pt x="1777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24"/>
              <p:cNvSpPr/>
              <p:nvPr/>
            </p:nvSpPr>
            <p:spPr>
              <a:xfrm>
                <a:off x="5585040" y="1137960"/>
                <a:ext cx="389160" cy="729360"/>
              </a:xfrm>
              <a:custGeom>
                <a:rect b="b" l="l" r="r" t="t"/>
                <a:pathLst>
                  <a:path extrusionOk="0" h="2026" w="1081">
                    <a:moveTo>
                      <a:pt x="748" y="0"/>
                    </a:moveTo>
                    <a:lnTo>
                      <a:pt x="748" y="0"/>
                    </a:lnTo>
                    <a:cubicBezTo>
                      <a:pt x="725" y="0"/>
                      <a:pt x="701" y="3"/>
                      <a:pt x="679" y="10"/>
                    </a:cubicBezTo>
                    <a:lnTo>
                      <a:pt x="167" y="159"/>
                    </a:lnTo>
                    <a:cubicBezTo>
                      <a:pt x="62" y="190"/>
                      <a:pt x="-8" y="292"/>
                      <a:pt x="1" y="402"/>
                    </a:cubicBezTo>
                    <a:lnTo>
                      <a:pt x="40" y="845"/>
                    </a:lnTo>
                    <a:cubicBezTo>
                      <a:pt x="50" y="956"/>
                      <a:pt x="50" y="1069"/>
                      <a:pt x="40" y="1180"/>
                    </a:cubicBezTo>
                    <a:lnTo>
                      <a:pt x="1" y="1624"/>
                    </a:lnTo>
                    <a:cubicBezTo>
                      <a:pt x="-8" y="1733"/>
                      <a:pt x="62" y="1835"/>
                      <a:pt x="167" y="1866"/>
                    </a:cubicBezTo>
                    <a:lnTo>
                      <a:pt x="679" y="2016"/>
                    </a:lnTo>
                    <a:cubicBezTo>
                      <a:pt x="701" y="2022"/>
                      <a:pt x="725" y="2026"/>
                      <a:pt x="748" y="2026"/>
                    </a:cubicBezTo>
                    <a:cubicBezTo>
                      <a:pt x="867" y="2026"/>
                      <a:pt x="970" y="1937"/>
                      <a:pt x="989" y="1819"/>
                    </a:cubicBezTo>
                    <a:lnTo>
                      <a:pt x="1052" y="1405"/>
                    </a:lnTo>
                    <a:lnTo>
                      <a:pt x="1053" y="1394"/>
                    </a:lnTo>
                    <a:lnTo>
                      <a:pt x="1055" y="1383"/>
                    </a:lnTo>
                    <a:cubicBezTo>
                      <a:pt x="1090" y="1137"/>
                      <a:pt x="1090" y="888"/>
                      <a:pt x="1055" y="643"/>
                    </a:cubicBezTo>
                    <a:lnTo>
                      <a:pt x="1053" y="631"/>
                    </a:lnTo>
                    <a:lnTo>
                      <a:pt x="1052" y="620"/>
                    </a:lnTo>
                    <a:lnTo>
                      <a:pt x="989" y="206"/>
                    </a:lnTo>
                    <a:cubicBezTo>
                      <a:pt x="970" y="89"/>
                      <a:pt x="867" y="0"/>
                      <a:pt x="748" y="0"/>
                    </a:cubicBezTo>
                    <a:moveTo>
                      <a:pt x="748" y="17"/>
                    </a:moveTo>
                    <a:cubicBezTo>
                      <a:pt x="856" y="17"/>
                      <a:pt x="954" y="96"/>
                      <a:pt x="971" y="209"/>
                    </a:cubicBezTo>
                    <a:lnTo>
                      <a:pt x="1034" y="623"/>
                    </a:lnTo>
                    <a:cubicBezTo>
                      <a:pt x="1035" y="630"/>
                      <a:pt x="1036" y="638"/>
                      <a:pt x="1037" y="645"/>
                    </a:cubicBezTo>
                    <a:cubicBezTo>
                      <a:pt x="1073" y="889"/>
                      <a:pt x="1073" y="1136"/>
                      <a:pt x="1037" y="1380"/>
                    </a:cubicBezTo>
                    <a:cubicBezTo>
                      <a:pt x="1036" y="1387"/>
                      <a:pt x="1035" y="1395"/>
                      <a:pt x="1034" y="1403"/>
                    </a:cubicBezTo>
                    <a:lnTo>
                      <a:pt x="971" y="1816"/>
                    </a:lnTo>
                    <a:cubicBezTo>
                      <a:pt x="954" y="1929"/>
                      <a:pt x="856" y="2008"/>
                      <a:pt x="748" y="2008"/>
                    </a:cubicBezTo>
                    <a:cubicBezTo>
                      <a:pt x="727" y="2008"/>
                      <a:pt x="705" y="2005"/>
                      <a:pt x="684" y="1999"/>
                    </a:cubicBezTo>
                    <a:lnTo>
                      <a:pt x="172" y="1849"/>
                    </a:lnTo>
                    <a:cubicBezTo>
                      <a:pt x="74" y="1821"/>
                      <a:pt x="10" y="1727"/>
                      <a:pt x="19" y="1625"/>
                    </a:cubicBezTo>
                    <a:lnTo>
                      <a:pt x="57" y="1181"/>
                    </a:lnTo>
                    <a:cubicBezTo>
                      <a:pt x="67" y="1069"/>
                      <a:pt x="67" y="956"/>
                      <a:pt x="57" y="844"/>
                    </a:cubicBezTo>
                    <a:lnTo>
                      <a:pt x="19" y="400"/>
                    </a:lnTo>
                    <a:cubicBezTo>
                      <a:pt x="10" y="298"/>
                      <a:pt x="74" y="205"/>
                      <a:pt x="172" y="176"/>
                    </a:cubicBezTo>
                    <a:lnTo>
                      <a:pt x="684" y="26"/>
                    </a:lnTo>
                    <a:cubicBezTo>
                      <a:pt x="705" y="20"/>
                      <a:pt x="727" y="17"/>
                      <a:pt x="748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24"/>
              <p:cNvSpPr/>
              <p:nvPr/>
            </p:nvSpPr>
            <p:spPr>
              <a:xfrm>
                <a:off x="4477680" y="1137960"/>
                <a:ext cx="258840" cy="729360"/>
              </a:xfrm>
              <a:custGeom>
                <a:rect b="b" l="l" r="r" t="t"/>
                <a:pathLst>
                  <a:path extrusionOk="0" h="2026" w="719">
                    <a:moveTo>
                      <a:pt x="224" y="0"/>
                    </a:moveTo>
                    <a:lnTo>
                      <a:pt x="224" y="0"/>
                    </a:lnTo>
                    <a:cubicBezTo>
                      <a:pt x="141" y="0"/>
                      <a:pt x="72" y="87"/>
                      <a:pt x="60" y="207"/>
                    </a:cubicBezTo>
                    <a:lnTo>
                      <a:pt x="19" y="621"/>
                    </a:lnTo>
                    <a:cubicBezTo>
                      <a:pt x="-7" y="881"/>
                      <a:pt x="-7" y="1144"/>
                      <a:pt x="19" y="1404"/>
                    </a:cubicBezTo>
                    <a:lnTo>
                      <a:pt x="60" y="1818"/>
                    </a:lnTo>
                    <a:cubicBezTo>
                      <a:pt x="72" y="1938"/>
                      <a:pt x="141" y="2026"/>
                      <a:pt x="224" y="2026"/>
                    </a:cubicBezTo>
                    <a:cubicBezTo>
                      <a:pt x="240" y="2026"/>
                      <a:pt x="257" y="2022"/>
                      <a:pt x="273" y="2015"/>
                    </a:cubicBezTo>
                    <a:lnTo>
                      <a:pt x="607" y="1865"/>
                    </a:lnTo>
                    <a:cubicBezTo>
                      <a:pt x="679" y="1833"/>
                      <a:pt x="724" y="1734"/>
                      <a:pt x="718" y="1624"/>
                    </a:cubicBezTo>
                    <a:lnTo>
                      <a:pt x="693" y="1180"/>
                    </a:lnTo>
                    <a:cubicBezTo>
                      <a:pt x="687" y="1069"/>
                      <a:pt x="687" y="956"/>
                      <a:pt x="693" y="845"/>
                    </a:cubicBezTo>
                    <a:lnTo>
                      <a:pt x="718" y="401"/>
                    </a:lnTo>
                    <a:cubicBezTo>
                      <a:pt x="724" y="291"/>
                      <a:pt x="679" y="192"/>
                      <a:pt x="607" y="160"/>
                    </a:cubicBezTo>
                    <a:lnTo>
                      <a:pt x="273" y="10"/>
                    </a:lnTo>
                    <a:cubicBezTo>
                      <a:pt x="257" y="3"/>
                      <a:pt x="240" y="0"/>
                      <a:pt x="224" y="0"/>
                    </a:cubicBezTo>
                    <a:moveTo>
                      <a:pt x="224" y="17"/>
                    </a:moveTo>
                    <a:cubicBezTo>
                      <a:pt x="238" y="17"/>
                      <a:pt x="252" y="20"/>
                      <a:pt x="266" y="26"/>
                    </a:cubicBezTo>
                    <a:lnTo>
                      <a:pt x="600" y="176"/>
                    </a:lnTo>
                    <a:cubicBezTo>
                      <a:pt x="664" y="205"/>
                      <a:pt x="706" y="298"/>
                      <a:pt x="700" y="400"/>
                    </a:cubicBezTo>
                    <a:lnTo>
                      <a:pt x="675" y="844"/>
                    </a:lnTo>
                    <a:cubicBezTo>
                      <a:pt x="669" y="956"/>
                      <a:pt x="669" y="1069"/>
                      <a:pt x="675" y="1181"/>
                    </a:cubicBezTo>
                    <a:lnTo>
                      <a:pt x="700" y="1625"/>
                    </a:lnTo>
                    <a:cubicBezTo>
                      <a:pt x="706" y="1727"/>
                      <a:pt x="664" y="1821"/>
                      <a:pt x="600" y="1849"/>
                    </a:cubicBezTo>
                    <a:lnTo>
                      <a:pt x="266" y="1999"/>
                    </a:lnTo>
                    <a:cubicBezTo>
                      <a:pt x="252" y="2005"/>
                      <a:pt x="238" y="2008"/>
                      <a:pt x="224" y="2008"/>
                    </a:cubicBezTo>
                    <a:cubicBezTo>
                      <a:pt x="153" y="2008"/>
                      <a:pt x="89" y="1929"/>
                      <a:pt x="78" y="1816"/>
                    </a:cubicBezTo>
                    <a:lnTo>
                      <a:pt x="36" y="1403"/>
                    </a:lnTo>
                    <a:cubicBezTo>
                      <a:pt x="11" y="1144"/>
                      <a:pt x="11" y="881"/>
                      <a:pt x="36" y="623"/>
                    </a:cubicBezTo>
                    <a:lnTo>
                      <a:pt x="78" y="209"/>
                    </a:lnTo>
                    <a:cubicBezTo>
                      <a:pt x="89" y="96"/>
                      <a:pt x="153" y="17"/>
                      <a:pt x="224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24"/>
              <p:cNvSpPr/>
              <p:nvPr/>
            </p:nvSpPr>
            <p:spPr>
              <a:xfrm>
                <a:off x="4231800" y="1063440"/>
                <a:ext cx="2285280" cy="878040"/>
              </a:xfrm>
              <a:custGeom>
                <a:rect b="b" l="l" r="r" t="t"/>
                <a:pathLst>
                  <a:path extrusionOk="0" h="2439" w="6348">
                    <a:moveTo>
                      <a:pt x="5640" y="0"/>
                    </a:moveTo>
                    <a:lnTo>
                      <a:pt x="453" y="0"/>
                    </a:lnTo>
                    <a:cubicBezTo>
                      <a:pt x="203" y="0"/>
                      <a:pt x="0" y="203"/>
                      <a:pt x="0" y="453"/>
                    </a:cubicBezTo>
                    <a:lnTo>
                      <a:pt x="0" y="1987"/>
                    </a:lnTo>
                    <a:cubicBezTo>
                      <a:pt x="0" y="2236"/>
                      <a:pt x="203" y="2439"/>
                      <a:pt x="453" y="2439"/>
                    </a:cubicBezTo>
                    <a:lnTo>
                      <a:pt x="5640" y="2439"/>
                    </a:lnTo>
                    <a:cubicBezTo>
                      <a:pt x="6030" y="2439"/>
                      <a:pt x="6348" y="2121"/>
                      <a:pt x="6348" y="1731"/>
                    </a:cubicBezTo>
                    <a:lnTo>
                      <a:pt x="6348" y="708"/>
                    </a:lnTo>
                    <a:cubicBezTo>
                      <a:pt x="6348" y="318"/>
                      <a:pt x="6030" y="0"/>
                      <a:pt x="5640" y="0"/>
                    </a:cubicBezTo>
                    <a:moveTo>
                      <a:pt x="5640" y="18"/>
                    </a:moveTo>
                    <a:cubicBezTo>
                      <a:pt x="6021" y="18"/>
                      <a:pt x="6330" y="328"/>
                      <a:pt x="6330" y="708"/>
                    </a:cubicBezTo>
                    <a:lnTo>
                      <a:pt x="6330" y="1731"/>
                    </a:lnTo>
                    <a:cubicBezTo>
                      <a:pt x="6330" y="2112"/>
                      <a:pt x="6021" y="2421"/>
                      <a:pt x="5640" y="2421"/>
                    </a:cubicBezTo>
                    <a:lnTo>
                      <a:pt x="453" y="2421"/>
                    </a:lnTo>
                    <a:cubicBezTo>
                      <a:pt x="213" y="2421"/>
                      <a:pt x="18" y="2226"/>
                      <a:pt x="18" y="1987"/>
                    </a:cubicBezTo>
                    <a:lnTo>
                      <a:pt x="18" y="453"/>
                    </a:lnTo>
                    <a:cubicBezTo>
                      <a:pt x="18" y="213"/>
                      <a:pt x="213" y="18"/>
                      <a:pt x="453" y="18"/>
                    </a:cubicBezTo>
                    <a:lnTo>
                      <a:pt x="5640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" name="Google Shape;503;p24"/>
            <p:cNvGrpSpPr/>
            <p:nvPr/>
          </p:nvGrpSpPr>
          <p:grpSpPr>
            <a:xfrm rot="1918207">
              <a:off x="6947687" y="-191249"/>
              <a:ext cx="1968145" cy="1090727"/>
              <a:chOff x="4231800" y="869400"/>
              <a:chExt cx="2285280" cy="1266480"/>
            </a:xfrm>
          </p:grpSpPr>
          <p:sp>
            <p:nvSpPr>
              <p:cNvPr id="504" name="Google Shape;504;p24"/>
              <p:cNvSpPr/>
              <p:nvPr/>
            </p:nvSpPr>
            <p:spPr>
              <a:xfrm>
                <a:off x="4301280" y="171972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37" y="0"/>
                    </a:moveTo>
                    <a:lnTo>
                      <a:pt x="37" y="0"/>
                    </a:lnTo>
                    <a:cubicBezTo>
                      <a:pt x="16" y="0"/>
                      <a:pt x="0" y="17"/>
                      <a:pt x="0" y="37"/>
                    </a:cubicBezTo>
                    <a:cubicBezTo>
                      <a:pt x="0" y="259"/>
                      <a:pt x="180" y="439"/>
                      <a:pt x="402" y="439"/>
                    </a:cubicBezTo>
                    <a:cubicBezTo>
                      <a:pt x="422" y="439"/>
                      <a:pt x="439" y="422"/>
                      <a:pt x="439" y="402"/>
                    </a:cubicBezTo>
                    <a:cubicBezTo>
                      <a:pt x="439" y="392"/>
                      <a:pt x="435" y="383"/>
                      <a:pt x="428" y="376"/>
                    </a:cubicBezTo>
                    <a:lnTo>
                      <a:pt x="63" y="11"/>
                    </a:lnTo>
                    <a:cubicBezTo>
                      <a:pt x="56" y="4"/>
                      <a:pt x="47" y="0"/>
                      <a:pt x="37" y="0"/>
                    </a:cubicBezTo>
                    <a:moveTo>
                      <a:pt x="37" y="18"/>
                    </a:moveTo>
                    <a:cubicBezTo>
                      <a:pt x="42" y="18"/>
                      <a:pt x="47" y="19"/>
                      <a:pt x="51" y="23"/>
                    </a:cubicBezTo>
                    <a:lnTo>
                      <a:pt x="416" y="388"/>
                    </a:lnTo>
                    <a:cubicBezTo>
                      <a:pt x="419" y="392"/>
                      <a:pt x="421" y="397"/>
                      <a:pt x="421" y="402"/>
                    </a:cubicBezTo>
                    <a:cubicBezTo>
                      <a:pt x="421" y="412"/>
                      <a:pt x="414" y="422"/>
                      <a:pt x="402" y="422"/>
                    </a:cubicBezTo>
                    <a:cubicBezTo>
                      <a:pt x="189" y="422"/>
                      <a:pt x="17" y="249"/>
                      <a:pt x="17" y="37"/>
                    </a:cubicBezTo>
                    <a:cubicBezTo>
                      <a:pt x="17" y="25"/>
                      <a:pt x="27" y="18"/>
                      <a:pt x="37" y="18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4"/>
              <p:cNvSpPr/>
              <p:nvPr/>
            </p:nvSpPr>
            <p:spPr>
              <a:xfrm>
                <a:off x="4301280" y="112716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402" y="0"/>
                    </a:moveTo>
                    <a:cubicBezTo>
                      <a:pt x="180" y="0"/>
                      <a:pt x="0" y="180"/>
                      <a:pt x="0" y="402"/>
                    </a:cubicBezTo>
                    <a:cubicBezTo>
                      <a:pt x="0" y="423"/>
                      <a:pt x="16" y="439"/>
                      <a:pt x="37" y="439"/>
                    </a:cubicBezTo>
                    <a:cubicBezTo>
                      <a:pt x="47" y="439"/>
                      <a:pt x="56" y="435"/>
                      <a:pt x="63" y="429"/>
                    </a:cubicBezTo>
                    <a:lnTo>
                      <a:pt x="428" y="64"/>
                    </a:lnTo>
                    <a:cubicBezTo>
                      <a:pt x="435" y="57"/>
                      <a:pt x="439" y="47"/>
                      <a:pt x="439" y="37"/>
                    </a:cubicBezTo>
                    <a:cubicBezTo>
                      <a:pt x="439" y="17"/>
                      <a:pt x="422" y="0"/>
                      <a:pt x="402" y="0"/>
                    </a:cubicBezTo>
                    <a:moveTo>
                      <a:pt x="402" y="18"/>
                    </a:moveTo>
                    <a:cubicBezTo>
                      <a:pt x="414" y="18"/>
                      <a:pt x="421" y="28"/>
                      <a:pt x="421" y="37"/>
                    </a:cubicBezTo>
                    <a:cubicBezTo>
                      <a:pt x="421" y="42"/>
                      <a:pt x="420" y="47"/>
                      <a:pt x="416" y="51"/>
                    </a:cubicBezTo>
                    <a:lnTo>
                      <a:pt x="51" y="416"/>
                    </a:lnTo>
                    <a:cubicBezTo>
                      <a:pt x="47" y="420"/>
                      <a:pt x="42" y="422"/>
                      <a:pt x="37" y="422"/>
                    </a:cubicBezTo>
                    <a:cubicBezTo>
                      <a:pt x="27" y="422"/>
                      <a:pt x="17" y="414"/>
                      <a:pt x="17" y="402"/>
                    </a:cubicBezTo>
                    <a:cubicBezTo>
                      <a:pt x="17" y="190"/>
                      <a:pt x="189" y="18"/>
                      <a:pt x="402" y="18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24"/>
              <p:cNvSpPr/>
              <p:nvPr/>
            </p:nvSpPr>
            <p:spPr>
              <a:xfrm>
                <a:off x="5786280" y="194796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391" y="0"/>
                    </a:moveTo>
                    <a:lnTo>
                      <a:pt x="373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412"/>
                    </a:lnTo>
                    <a:cubicBezTo>
                      <a:pt x="0" y="441"/>
                      <a:pt x="12" y="469"/>
                      <a:pt x="32" y="490"/>
                    </a:cubicBezTo>
                    <a:cubicBezTo>
                      <a:pt x="53" y="510"/>
                      <a:pt x="81" y="522"/>
                      <a:pt x="109" y="522"/>
                    </a:cubicBezTo>
                    <a:cubicBezTo>
                      <a:pt x="149" y="522"/>
                      <a:pt x="185" y="501"/>
                      <a:pt x="204" y="467"/>
                    </a:cubicBezTo>
                    <a:lnTo>
                      <a:pt x="329" y="248"/>
                    </a:lnTo>
                    <a:cubicBezTo>
                      <a:pt x="369" y="177"/>
                      <a:pt x="391" y="98"/>
                      <a:pt x="391" y="17"/>
                    </a:cubicBezTo>
                    <a:lnTo>
                      <a:pt x="391" y="0"/>
                    </a:lnTo>
                    <a:moveTo>
                      <a:pt x="373" y="17"/>
                    </a:moveTo>
                    <a:cubicBezTo>
                      <a:pt x="373" y="95"/>
                      <a:pt x="353" y="171"/>
                      <a:pt x="314" y="239"/>
                    </a:cubicBezTo>
                    <a:lnTo>
                      <a:pt x="189" y="458"/>
                    </a:lnTo>
                    <a:cubicBezTo>
                      <a:pt x="173" y="486"/>
                      <a:pt x="142" y="504"/>
                      <a:pt x="109" y="504"/>
                    </a:cubicBezTo>
                    <a:cubicBezTo>
                      <a:pt x="84" y="504"/>
                      <a:pt x="61" y="494"/>
                      <a:pt x="45" y="477"/>
                    </a:cubicBezTo>
                    <a:cubicBezTo>
                      <a:pt x="28" y="461"/>
                      <a:pt x="18" y="437"/>
                      <a:pt x="18" y="412"/>
                    </a:cubicBezTo>
                    <a:lnTo>
                      <a:pt x="18" y="17"/>
                    </a:lnTo>
                    <a:lnTo>
                      <a:pt x="373" y="17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5786280" y="86940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109" y="0"/>
                    </a:moveTo>
                    <a:cubicBezTo>
                      <a:pt x="81" y="0"/>
                      <a:pt x="53" y="11"/>
                      <a:pt x="32" y="31"/>
                    </a:cubicBezTo>
                    <a:cubicBezTo>
                      <a:pt x="11" y="52"/>
                      <a:pt x="0" y="80"/>
                      <a:pt x="0" y="109"/>
                    </a:cubicBezTo>
                    <a:lnTo>
                      <a:pt x="0" y="504"/>
                    </a:lnTo>
                    <a:lnTo>
                      <a:pt x="0" y="522"/>
                    </a:lnTo>
                    <a:lnTo>
                      <a:pt x="18" y="522"/>
                    </a:lnTo>
                    <a:lnTo>
                      <a:pt x="373" y="522"/>
                    </a:lnTo>
                    <a:lnTo>
                      <a:pt x="391" y="522"/>
                    </a:lnTo>
                    <a:lnTo>
                      <a:pt x="391" y="504"/>
                    </a:lnTo>
                    <a:cubicBezTo>
                      <a:pt x="391" y="424"/>
                      <a:pt x="369" y="344"/>
                      <a:pt x="329" y="274"/>
                    </a:cubicBezTo>
                    <a:lnTo>
                      <a:pt x="204" y="55"/>
                    </a:lnTo>
                    <a:cubicBezTo>
                      <a:pt x="185" y="21"/>
                      <a:pt x="149" y="0"/>
                      <a:pt x="109" y="0"/>
                    </a:cubicBezTo>
                    <a:moveTo>
                      <a:pt x="109" y="17"/>
                    </a:moveTo>
                    <a:cubicBezTo>
                      <a:pt x="142" y="17"/>
                      <a:pt x="173" y="35"/>
                      <a:pt x="189" y="63"/>
                    </a:cubicBezTo>
                    <a:lnTo>
                      <a:pt x="314" y="282"/>
                    </a:lnTo>
                    <a:cubicBezTo>
                      <a:pt x="353" y="350"/>
                      <a:pt x="373" y="426"/>
                      <a:pt x="373" y="504"/>
                    </a:cubicBezTo>
                    <a:lnTo>
                      <a:pt x="18" y="504"/>
                    </a:lnTo>
                    <a:lnTo>
                      <a:pt x="18" y="109"/>
                    </a:lnTo>
                    <a:cubicBezTo>
                      <a:pt x="18" y="83"/>
                      <a:pt x="28" y="61"/>
                      <a:pt x="45" y="44"/>
                    </a:cubicBezTo>
                    <a:cubicBezTo>
                      <a:pt x="61" y="27"/>
                      <a:pt x="84" y="17"/>
                      <a:pt x="109" y="17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24"/>
              <p:cNvSpPr/>
              <p:nvPr/>
            </p:nvSpPr>
            <p:spPr>
              <a:xfrm>
                <a:off x="6213240" y="1121760"/>
                <a:ext cx="196920" cy="156600"/>
              </a:xfrm>
              <a:custGeom>
                <a:rect b="b" l="l" r="r" t="t"/>
                <a:pathLst>
                  <a:path extrusionOk="0" h="435" w="547">
                    <a:moveTo>
                      <a:pt x="52" y="0"/>
                    </a:moveTo>
                    <a:lnTo>
                      <a:pt x="52" y="0"/>
                    </a:lnTo>
                    <a:cubicBezTo>
                      <a:pt x="24" y="0"/>
                      <a:pt x="0" y="23"/>
                      <a:pt x="0" y="52"/>
                    </a:cubicBezTo>
                    <a:lnTo>
                      <a:pt x="0" y="169"/>
                    </a:lnTo>
                    <a:cubicBezTo>
                      <a:pt x="0" y="316"/>
                      <a:pt x="119" y="435"/>
                      <a:pt x="266" y="435"/>
                    </a:cubicBezTo>
                    <a:lnTo>
                      <a:pt x="494" y="435"/>
                    </a:lnTo>
                    <a:cubicBezTo>
                      <a:pt x="513" y="435"/>
                      <a:pt x="531" y="424"/>
                      <a:pt x="540" y="407"/>
                    </a:cubicBezTo>
                    <a:cubicBezTo>
                      <a:pt x="550" y="389"/>
                      <a:pt x="549" y="368"/>
                      <a:pt x="538" y="352"/>
                    </a:cubicBezTo>
                    <a:cubicBezTo>
                      <a:pt x="424" y="187"/>
                      <a:pt x="258" y="63"/>
                      <a:pt x="68" y="2"/>
                    </a:cubicBezTo>
                    <a:cubicBezTo>
                      <a:pt x="63" y="0"/>
                      <a:pt x="58" y="0"/>
                      <a:pt x="52" y="0"/>
                    </a:cubicBezTo>
                    <a:moveTo>
                      <a:pt x="52" y="17"/>
                    </a:moveTo>
                    <a:cubicBezTo>
                      <a:pt x="56" y="17"/>
                      <a:pt x="59" y="18"/>
                      <a:pt x="63" y="19"/>
                    </a:cubicBezTo>
                    <a:cubicBezTo>
                      <a:pt x="252" y="80"/>
                      <a:pt x="413" y="202"/>
                      <a:pt x="523" y="362"/>
                    </a:cubicBezTo>
                    <a:cubicBezTo>
                      <a:pt x="539" y="385"/>
                      <a:pt x="522" y="418"/>
                      <a:pt x="494" y="418"/>
                    </a:cubicBezTo>
                    <a:lnTo>
                      <a:pt x="266" y="418"/>
                    </a:lnTo>
                    <a:cubicBezTo>
                      <a:pt x="129" y="418"/>
                      <a:pt x="18" y="306"/>
                      <a:pt x="18" y="169"/>
                    </a:cubicBezTo>
                    <a:lnTo>
                      <a:pt x="18" y="52"/>
                    </a:lnTo>
                    <a:cubicBezTo>
                      <a:pt x="18" y="33"/>
                      <a:pt x="34" y="17"/>
                      <a:pt x="52" y="17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24"/>
              <p:cNvSpPr/>
              <p:nvPr/>
            </p:nvSpPr>
            <p:spPr>
              <a:xfrm>
                <a:off x="6213240" y="1726560"/>
                <a:ext cx="196920" cy="156960"/>
              </a:xfrm>
              <a:custGeom>
                <a:rect b="b" l="l" r="r" t="t"/>
                <a:pathLst>
                  <a:path extrusionOk="0" h="436" w="547">
                    <a:moveTo>
                      <a:pt x="494" y="0"/>
                    </a:moveTo>
                    <a:lnTo>
                      <a:pt x="266" y="0"/>
                    </a:lnTo>
                    <a:cubicBezTo>
                      <a:pt x="119" y="0"/>
                      <a:pt x="0" y="119"/>
                      <a:pt x="0" y="266"/>
                    </a:cubicBezTo>
                    <a:lnTo>
                      <a:pt x="0" y="383"/>
                    </a:lnTo>
                    <a:cubicBezTo>
                      <a:pt x="0" y="412"/>
                      <a:pt x="24" y="436"/>
                      <a:pt x="52" y="436"/>
                    </a:cubicBezTo>
                    <a:cubicBezTo>
                      <a:pt x="58" y="436"/>
                      <a:pt x="63" y="435"/>
                      <a:pt x="68" y="433"/>
                    </a:cubicBezTo>
                    <a:cubicBezTo>
                      <a:pt x="257" y="372"/>
                      <a:pt x="424" y="248"/>
                      <a:pt x="537" y="83"/>
                    </a:cubicBezTo>
                    <a:cubicBezTo>
                      <a:pt x="549" y="67"/>
                      <a:pt x="550" y="46"/>
                      <a:pt x="540" y="28"/>
                    </a:cubicBezTo>
                    <a:cubicBezTo>
                      <a:pt x="531" y="11"/>
                      <a:pt x="513" y="0"/>
                      <a:pt x="494" y="0"/>
                    </a:cubicBezTo>
                    <a:moveTo>
                      <a:pt x="494" y="18"/>
                    </a:moveTo>
                    <a:cubicBezTo>
                      <a:pt x="522" y="18"/>
                      <a:pt x="539" y="49"/>
                      <a:pt x="523" y="73"/>
                    </a:cubicBezTo>
                    <a:cubicBezTo>
                      <a:pt x="413" y="233"/>
                      <a:pt x="252" y="356"/>
                      <a:pt x="63" y="416"/>
                    </a:cubicBezTo>
                    <a:cubicBezTo>
                      <a:pt x="59" y="418"/>
                      <a:pt x="56" y="418"/>
                      <a:pt x="52" y="418"/>
                    </a:cubicBezTo>
                    <a:cubicBezTo>
                      <a:pt x="34" y="418"/>
                      <a:pt x="18" y="402"/>
                      <a:pt x="18" y="383"/>
                    </a:cubicBezTo>
                    <a:lnTo>
                      <a:pt x="18" y="266"/>
                    </a:lnTo>
                    <a:cubicBezTo>
                      <a:pt x="18" y="129"/>
                      <a:pt x="129" y="18"/>
                      <a:pt x="266" y="18"/>
                    </a:cubicBezTo>
                    <a:lnTo>
                      <a:pt x="494" y="18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24"/>
              <p:cNvSpPr/>
              <p:nvPr/>
            </p:nvSpPr>
            <p:spPr>
              <a:xfrm>
                <a:off x="6423480" y="1396440"/>
                <a:ext cx="51120" cy="212040"/>
              </a:xfrm>
              <a:custGeom>
                <a:rect b="b" l="l" r="r" t="t"/>
                <a:pathLst>
                  <a:path extrusionOk="0" h="589" w="142">
                    <a:moveTo>
                      <a:pt x="72" y="0"/>
                    </a:moveTo>
                    <a:cubicBezTo>
                      <a:pt x="32" y="0"/>
                      <a:pt x="0" y="32"/>
                      <a:pt x="0" y="71"/>
                    </a:cubicBezTo>
                    <a:lnTo>
                      <a:pt x="0" y="518"/>
                    </a:lnTo>
                    <a:cubicBezTo>
                      <a:pt x="0" y="557"/>
                      <a:pt x="32" y="589"/>
                      <a:pt x="72" y="589"/>
                    </a:cubicBezTo>
                    <a:cubicBezTo>
                      <a:pt x="111" y="589"/>
                      <a:pt x="142" y="557"/>
                      <a:pt x="142" y="518"/>
                    </a:cubicBezTo>
                    <a:lnTo>
                      <a:pt x="142" y="71"/>
                    </a:lnTo>
                    <a:cubicBezTo>
                      <a:pt x="142" y="32"/>
                      <a:pt x="111" y="0"/>
                      <a:pt x="72" y="0"/>
                    </a:cubicBezTo>
                    <a:moveTo>
                      <a:pt x="72" y="18"/>
                    </a:moveTo>
                    <a:cubicBezTo>
                      <a:pt x="101" y="18"/>
                      <a:pt x="125" y="42"/>
                      <a:pt x="125" y="71"/>
                    </a:cubicBezTo>
                    <a:lnTo>
                      <a:pt x="125" y="518"/>
                    </a:lnTo>
                    <a:cubicBezTo>
                      <a:pt x="125" y="548"/>
                      <a:pt x="101" y="572"/>
                      <a:pt x="72" y="572"/>
                    </a:cubicBezTo>
                    <a:cubicBezTo>
                      <a:pt x="42" y="572"/>
                      <a:pt x="18" y="548"/>
                      <a:pt x="18" y="518"/>
                    </a:cubicBezTo>
                    <a:lnTo>
                      <a:pt x="18" y="71"/>
                    </a:lnTo>
                    <a:cubicBezTo>
                      <a:pt x="18" y="42"/>
                      <a:pt x="42" y="18"/>
                      <a:pt x="72" y="18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24"/>
              <p:cNvSpPr/>
              <p:nvPr/>
            </p:nvSpPr>
            <p:spPr>
              <a:xfrm>
                <a:off x="5976720" y="1364040"/>
                <a:ext cx="437760" cy="277200"/>
              </a:xfrm>
              <a:custGeom>
                <a:rect b="b" l="l" r="r" t="t"/>
                <a:pathLst>
                  <a:path extrusionOk="0" h="770" w="1216">
                    <a:moveTo>
                      <a:pt x="885" y="0"/>
                    </a:moveTo>
                    <a:lnTo>
                      <a:pt x="20" y="0"/>
                    </a:lnTo>
                    <a:lnTo>
                      <a:pt x="0" y="0"/>
                    </a:lnTo>
                    <a:lnTo>
                      <a:pt x="3" y="20"/>
                    </a:lnTo>
                    <a:cubicBezTo>
                      <a:pt x="38" y="262"/>
                      <a:pt x="38" y="507"/>
                      <a:pt x="3" y="750"/>
                    </a:cubicBezTo>
                    <a:lnTo>
                      <a:pt x="0" y="770"/>
                    </a:lnTo>
                    <a:lnTo>
                      <a:pt x="20" y="770"/>
                    </a:lnTo>
                    <a:lnTo>
                      <a:pt x="885" y="770"/>
                    </a:lnTo>
                    <a:cubicBezTo>
                      <a:pt x="1067" y="770"/>
                      <a:pt x="1216" y="621"/>
                      <a:pt x="1216" y="439"/>
                    </a:cubicBezTo>
                    <a:lnTo>
                      <a:pt x="1216" y="330"/>
                    </a:lnTo>
                    <a:cubicBezTo>
                      <a:pt x="1216" y="148"/>
                      <a:pt x="1067" y="0"/>
                      <a:pt x="885" y="0"/>
                    </a:cubicBezTo>
                    <a:moveTo>
                      <a:pt x="885" y="17"/>
                    </a:moveTo>
                    <a:cubicBezTo>
                      <a:pt x="1058" y="17"/>
                      <a:pt x="1198" y="157"/>
                      <a:pt x="1198" y="330"/>
                    </a:cubicBezTo>
                    <a:lnTo>
                      <a:pt x="1198" y="439"/>
                    </a:lnTo>
                    <a:cubicBezTo>
                      <a:pt x="1198" y="612"/>
                      <a:pt x="1058" y="752"/>
                      <a:pt x="885" y="752"/>
                    </a:cubicBezTo>
                    <a:lnTo>
                      <a:pt x="20" y="752"/>
                    </a:lnTo>
                    <a:cubicBezTo>
                      <a:pt x="55" y="508"/>
                      <a:pt x="55" y="261"/>
                      <a:pt x="20" y="17"/>
                    </a:cubicBezTo>
                    <a:lnTo>
                      <a:pt x="885" y="17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24"/>
              <p:cNvSpPr/>
              <p:nvPr/>
            </p:nvSpPr>
            <p:spPr>
              <a:xfrm>
                <a:off x="4660920" y="1137600"/>
                <a:ext cx="1010520" cy="116280"/>
              </a:xfrm>
              <a:custGeom>
                <a:rect b="b" l="l" r="r" t="t"/>
                <a:pathLst>
                  <a:path extrusionOk="0" h="323" w="2807">
                    <a:moveTo>
                      <a:pt x="2807" y="0"/>
                    </a:moveTo>
                    <a:lnTo>
                      <a:pt x="2714" y="0"/>
                    </a:lnTo>
                    <a:lnTo>
                      <a:pt x="67" y="0"/>
                    </a:lnTo>
                    <a:lnTo>
                      <a:pt x="0" y="0"/>
                    </a:lnTo>
                    <a:lnTo>
                      <a:pt x="58" y="33"/>
                    </a:lnTo>
                    <a:lnTo>
                      <a:pt x="316" y="179"/>
                    </a:lnTo>
                    <a:cubicBezTo>
                      <a:pt x="482" y="273"/>
                      <a:pt x="670" y="323"/>
                      <a:pt x="861" y="323"/>
                    </a:cubicBezTo>
                    <a:lnTo>
                      <a:pt x="1777" y="323"/>
                    </a:lnTo>
                    <a:cubicBezTo>
                      <a:pt x="1911" y="323"/>
                      <a:pt x="2043" y="298"/>
                      <a:pt x="2169" y="251"/>
                    </a:cubicBezTo>
                    <a:lnTo>
                      <a:pt x="2720" y="34"/>
                    </a:lnTo>
                    <a:lnTo>
                      <a:pt x="2807" y="0"/>
                    </a:lnTo>
                    <a:moveTo>
                      <a:pt x="2714" y="18"/>
                    </a:moveTo>
                    <a:lnTo>
                      <a:pt x="2163" y="234"/>
                    </a:lnTo>
                    <a:cubicBezTo>
                      <a:pt x="2040" y="281"/>
                      <a:pt x="1909" y="305"/>
                      <a:pt x="1777" y="305"/>
                    </a:cubicBezTo>
                    <a:lnTo>
                      <a:pt x="861" y="305"/>
                    </a:lnTo>
                    <a:cubicBezTo>
                      <a:pt x="673" y="305"/>
                      <a:pt x="488" y="256"/>
                      <a:pt x="325" y="164"/>
                    </a:cubicBezTo>
                    <a:lnTo>
                      <a:pt x="67" y="18"/>
                    </a:lnTo>
                    <a:lnTo>
                      <a:pt x="2714" y="18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24"/>
              <p:cNvSpPr/>
              <p:nvPr/>
            </p:nvSpPr>
            <p:spPr>
              <a:xfrm>
                <a:off x="4660920" y="1751400"/>
                <a:ext cx="1010520" cy="115920"/>
              </a:xfrm>
              <a:custGeom>
                <a:rect b="b" l="l" r="r" t="t"/>
                <a:pathLst>
                  <a:path extrusionOk="0" h="322" w="2807">
                    <a:moveTo>
                      <a:pt x="1777" y="0"/>
                    </a:moveTo>
                    <a:lnTo>
                      <a:pt x="861" y="0"/>
                    </a:lnTo>
                    <a:cubicBezTo>
                      <a:pt x="670" y="0"/>
                      <a:pt x="482" y="49"/>
                      <a:pt x="316" y="143"/>
                    </a:cubicBezTo>
                    <a:lnTo>
                      <a:pt x="58" y="289"/>
                    </a:lnTo>
                    <a:lnTo>
                      <a:pt x="0" y="322"/>
                    </a:lnTo>
                    <a:lnTo>
                      <a:pt x="67" y="322"/>
                    </a:lnTo>
                    <a:lnTo>
                      <a:pt x="2714" y="322"/>
                    </a:lnTo>
                    <a:lnTo>
                      <a:pt x="2807" y="322"/>
                    </a:lnTo>
                    <a:lnTo>
                      <a:pt x="2720" y="288"/>
                    </a:lnTo>
                    <a:lnTo>
                      <a:pt x="2169" y="71"/>
                    </a:lnTo>
                    <a:cubicBezTo>
                      <a:pt x="2043" y="24"/>
                      <a:pt x="1911" y="0"/>
                      <a:pt x="1777" y="0"/>
                    </a:cubicBezTo>
                    <a:moveTo>
                      <a:pt x="1777" y="17"/>
                    </a:moveTo>
                    <a:cubicBezTo>
                      <a:pt x="1909" y="17"/>
                      <a:pt x="2040" y="41"/>
                      <a:pt x="2163" y="88"/>
                    </a:cubicBezTo>
                    <a:lnTo>
                      <a:pt x="2714" y="304"/>
                    </a:lnTo>
                    <a:lnTo>
                      <a:pt x="67" y="304"/>
                    </a:lnTo>
                    <a:lnTo>
                      <a:pt x="325" y="158"/>
                    </a:lnTo>
                    <a:cubicBezTo>
                      <a:pt x="488" y="66"/>
                      <a:pt x="673" y="17"/>
                      <a:pt x="861" y="17"/>
                    </a:cubicBezTo>
                    <a:lnTo>
                      <a:pt x="1777" y="17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24"/>
              <p:cNvSpPr/>
              <p:nvPr/>
            </p:nvSpPr>
            <p:spPr>
              <a:xfrm>
                <a:off x="5585040" y="1137960"/>
                <a:ext cx="389160" cy="729360"/>
              </a:xfrm>
              <a:custGeom>
                <a:rect b="b" l="l" r="r" t="t"/>
                <a:pathLst>
                  <a:path extrusionOk="0" h="2026" w="1081">
                    <a:moveTo>
                      <a:pt x="748" y="0"/>
                    </a:moveTo>
                    <a:lnTo>
                      <a:pt x="748" y="0"/>
                    </a:lnTo>
                    <a:cubicBezTo>
                      <a:pt x="725" y="0"/>
                      <a:pt x="701" y="3"/>
                      <a:pt x="679" y="10"/>
                    </a:cubicBezTo>
                    <a:lnTo>
                      <a:pt x="167" y="159"/>
                    </a:lnTo>
                    <a:cubicBezTo>
                      <a:pt x="62" y="190"/>
                      <a:pt x="-8" y="292"/>
                      <a:pt x="1" y="402"/>
                    </a:cubicBezTo>
                    <a:lnTo>
                      <a:pt x="40" y="845"/>
                    </a:lnTo>
                    <a:cubicBezTo>
                      <a:pt x="50" y="956"/>
                      <a:pt x="50" y="1069"/>
                      <a:pt x="40" y="1180"/>
                    </a:cubicBezTo>
                    <a:lnTo>
                      <a:pt x="1" y="1624"/>
                    </a:lnTo>
                    <a:cubicBezTo>
                      <a:pt x="-8" y="1733"/>
                      <a:pt x="62" y="1835"/>
                      <a:pt x="167" y="1866"/>
                    </a:cubicBezTo>
                    <a:lnTo>
                      <a:pt x="679" y="2016"/>
                    </a:lnTo>
                    <a:cubicBezTo>
                      <a:pt x="701" y="2022"/>
                      <a:pt x="725" y="2026"/>
                      <a:pt x="748" y="2026"/>
                    </a:cubicBezTo>
                    <a:cubicBezTo>
                      <a:pt x="867" y="2026"/>
                      <a:pt x="970" y="1937"/>
                      <a:pt x="989" y="1819"/>
                    </a:cubicBezTo>
                    <a:lnTo>
                      <a:pt x="1052" y="1405"/>
                    </a:lnTo>
                    <a:lnTo>
                      <a:pt x="1053" y="1394"/>
                    </a:lnTo>
                    <a:lnTo>
                      <a:pt x="1055" y="1383"/>
                    </a:lnTo>
                    <a:cubicBezTo>
                      <a:pt x="1090" y="1137"/>
                      <a:pt x="1090" y="888"/>
                      <a:pt x="1055" y="643"/>
                    </a:cubicBezTo>
                    <a:lnTo>
                      <a:pt x="1053" y="631"/>
                    </a:lnTo>
                    <a:lnTo>
                      <a:pt x="1052" y="620"/>
                    </a:lnTo>
                    <a:lnTo>
                      <a:pt x="989" y="206"/>
                    </a:lnTo>
                    <a:cubicBezTo>
                      <a:pt x="970" y="89"/>
                      <a:pt x="867" y="0"/>
                      <a:pt x="748" y="0"/>
                    </a:cubicBezTo>
                    <a:moveTo>
                      <a:pt x="748" y="17"/>
                    </a:moveTo>
                    <a:cubicBezTo>
                      <a:pt x="856" y="17"/>
                      <a:pt x="954" y="96"/>
                      <a:pt x="971" y="209"/>
                    </a:cubicBezTo>
                    <a:lnTo>
                      <a:pt x="1034" y="623"/>
                    </a:lnTo>
                    <a:cubicBezTo>
                      <a:pt x="1035" y="630"/>
                      <a:pt x="1036" y="638"/>
                      <a:pt x="1037" y="645"/>
                    </a:cubicBezTo>
                    <a:cubicBezTo>
                      <a:pt x="1073" y="889"/>
                      <a:pt x="1073" y="1136"/>
                      <a:pt x="1037" y="1380"/>
                    </a:cubicBezTo>
                    <a:cubicBezTo>
                      <a:pt x="1036" y="1387"/>
                      <a:pt x="1035" y="1395"/>
                      <a:pt x="1034" y="1403"/>
                    </a:cubicBezTo>
                    <a:lnTo>
                      <a:pt x="971" y="1816"/>
                    </a:lnTo>
                    <a:cubicBezTo>
                      <a:pt x="954" y="1929"/>
                      <a:pt x="856" y="2008"/>
                      <a:pt x="748" y="2008"/>
                    </a:cubicBezTo>
                    <a:cubicBezTo>
                      <a:pt x="727" y="2008"/>
                      <a:pt x="705" y="2005"/>
                      <a:pt x="684" y="1999"/>
                    </a:cubicBezTo>
                    <a:lnTo>
                      <a:pt x="172" y="1849"/>
                    </a:lnTo>
                    <a:cubicBezTo>
                      <a:pt x="74" y="1821"/>
                      <a:pt x="10" y="1727"/>
                      <a:pt x="19" y="1625"/>
                    </a:cubicBezTo>
                    <a:lnTo>
                      <a:pt x="57" y="1181"/>
                    </a:lnTo>
                    <a:cubicBezTo>
                      <a:pt x="67" y="1069"/>
                      <a:pt x="67" y="956"/>
                      <a:pt x="57" y="844"/>
                    </a:cubicBezTo>
                    <a:lnTo>
                      <a:pt x="19" y="400"/>
                    </a:lnTo>
                    <a:cubicBezTo>
                      <a:pt x="10" y="298"/>
                      <a:pt x="74" y="205"/>
                      <a:pt x="172" y="176"/>
                    </a:cubicBezTo>
                    <a:lnTo>
                      <a:pt x="684" y="26"/>
                    </a:lnTo>
                    <a:cubicBezTo>
                      <a:pt x="705" y="20"/>
                      <a:pt x="727" y="17"/>
                      <a:pt x="748" y="17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24"/>
              <p:cNvSpPr/>
              <p:nvPr/>
            </p:nvSpPr>
            <p:spPr>
              <a:xfrm>
                <a:off x="4477680" y="1137960"/>
                <a:ext cx="258840" cy="729360"/>
              </a:xfrm>
              <a:custGeom>
                <a:rect b="b" l="l" r="r" t="t"/>
                <a:pathLst>
                  <a:path extrusionOk="0" h="2026" w="719">
                    <a:moveTo>
                      <a:pt x="224" y="0"/>
                    </a:moveTo>
                    <a:lnTo>
                      <a:pt x="224" y="0"/>
                    </a:lnTo>
                    <a:cubicBezTo>
                      <a:pt x="141" y="0"/>
                      <a:pt x="72" y="87"/>
                      <a:pt x="60" y="207"/>
                    </a:cubicBezTo>
                    <a:lnTo>
                      <a:pt x="19" y="621"/>
                    </a:lnTo>
                    <a:cubicBezTo>
                      <a:pt x="-7" y="881"/>
                      <a:pt x="-7" y="1144"/>
                      <a:pt x="19" y="1404"/>
                    </a:cubicBezTo>
                    <a:lnTo>
                      <a:pt x="60" y="1818"/>
                    </a:lnTo>
                    <a:cubicBezTo>
                      <a:pt x="72" y="1938"/>
                      <a:pt x="141" y="2026"/>
                      <a:pt x="224" y="2026"/>
                    </a:cubicBezTo>
                    <a:cubicBezTo>
                      <a:pt x="240" y="2026"/>
                      <a:pt x="257" y="2022"/>
                      <a:pt x="273" y="2015"/>
                    </a:cubicBezTo>
                    <a:lnTo>
                      <a:pt x="607" y="1865"/>
                    </a:lnTo>
                    <a:cubicBezTo>
                      <a:pt x="679" y="1833"/>
                      <a:pt x="724" y="1734"/>
                      <a:pt x="718" y="1624"/>
                    </a:cubicBezTo>
                    <a:lnTo>
                      <a:pt x="693" y="1180"/>
                    </a:lnTo>
                    <a:cubicBezTo>
                      <a:pt x="687" y="1069"/>
                      <a:pt x="687" y="956"/>
                      <a:pt x="693" y="845"/>
                    </a:cubicBezTo>
                    <a:lnTo>
                      <a:pt x="718" y="401"/>
                    </a:lnTo>
                    <a:cubicBezTo>
                      <a:pt x="724" y="291"/>
                      <a:pt x="679" y="192"/>
                      <a:pt x="607" y="160"/>
                    </a:cubicBezTo>
                    <a:lnTo>
                      <a:pt x="273" y="10"/>
                    </a:lnTo>
                    <a:cubicBezTo>
                      <a:pt x="257" y="3"/>
                      <a:pt x="240" y="0"/>
                      <a:pt x="224" y="0"/>
                    </a:cubicBezTo>
                    <a:moveTo>
                      <a:pt x="224" y="17"/>
                    </a:moveTo>
                    <a:cubicBezTo>
                      <a:pt x="238" y="17"/>
                      <a:pt x="252" y="20"/>
                      <a:pt x="266" y="26"/>
                    </a:cubicBezTo>
                    <a:lnTo>
                      <a:pt x="600" y="176"/>
                    </a:lnTo>
                    <a:cubicBezTo>
                      <a:pt x="664" y="205"/>
                      <a:pt x="706" y="298"/>
                      <a:pt x="700" y="400"/>
                    </a:cubicBezTo>
                    <a:lnTo>
                      <a:pt x="675" y="844"/>
                    </a:lnTo>
                    <a:cubicBezTo>
                      <a:pt x="669" y="956"/>
                      <a:pt x="669" y="1069"/>
                      <a:pt x="675" y="1181"/>
                    </a:cubicBezTo>
                    <a:lnTo>
                      <a:pt x="700" y="1625"/>
                    </a:lnTo>
                    <a:cubicBezTo>
                      <a:pt x="706" y="1727"/>
                      <a:pt x="664" y="1821"/>
                      <a:pt x="600" y="1849"/>
                    </a:cubicBezTo>
                    <a:lnTo>
                      <a:pt x="266" y="1999"/>
                    </a:lnTo>
                    <a:cubicBezTo>
                      <a:pt x="252" y="2005"/>
                      <a:pt x="238" y="2008"/>
                      <a:pt x="224" y="2008"/>
                    </a:cubicBezTo>
                    <a:cubicBezTo>
                      <a:pt x="153" y="2008"/>
                      <a:pt x="89" y="1929"/>
                      <a:pt x="78" y="1816"/>
                    </a:cubicBezTo>
                    <a:lnTo>
                      <a:pt x="36" y="1403"/>
                    </a:lnTo>
                    <a:cubicBezTo>
                      <a:pt x="11" y="1144"/>
                      <a:pt x="11" y="881"/>
                      <a:pt x="36" y="623"/>
                    </a:cubicBezTo>
                    <a:lnTo>
                      <a:pt x="78" y="209"/>
                    </a:lnTo>
                    <a:cubicBezTo>
                      <a:pt x="89" y="96"/>
                      <a:pt x="153" y="17"/>
                      <a:pt x="224" y="17"/>
                    </a:cubicBez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24"/>
              <p:cNvSpPr/>
              <p:nvPr/>
            </p:nvSpPr>
            <p:spPr>
              <a:xfrm>
                <a:off x="4231800" y="1063440"/>
                <a:ext cx="2285280" cy="878040"/>
              </a:xfrm>
              <a:custGeom>
                <a:rect b="b" l="l" r="r" t="t"/>
                <a:pathLst>
                  <a:path extrusionOk="0" h="2439" w="6348">
                    <a:moveTo>
                      <a:pt x="5640" y="0"/>
                    </a:moveTo>
                    <a:lnTo>
                      <a:pt x="453" y="0"/>
                    </a:lnTo>
                    <a:cubicBezTo>
                      <a:pt x="203" y="0"/>
                      <a:pt x="0" y="203"/>
                      <a:pt x="0" y="453"/>
                    </a:cubicBezTo>
                    <a:lnTo>
                      <a:pt x="0" y="1987"/>
                    </a:lnTo>
                    <a:cubicBezTo>
                      <a:pt x="0" y="2236"/>
                      <a:pt x="203" y="2439"/>
                      <a:pt x="453" y="2439"/>
                    </a:cubicBezTo>
                    <a:lnTo>
                      <a:pt x="5640" y="2439"/>
                    </a:lnTo>
                    <a:cubicBezTo>
                      <a:pt x="6030" y="2439"/>
                      <a:pt x="6348" y="2121"/>
                      <a:pt x="6348" y="1731"/>
                    </a:cubicBezTo>
                    <a:lnTo>
                      <a:pt x="6348" y="708"/>
                    </a:lnTo>
                    <a:cubicBezTo>
                      <a:pt x="6348" y="318"/>
                      <a:pt x="6030" y="0"/>
                      <a:pt x="5640" y="0"/>
                    </a:cubicBezTo>
                    <a:moveTo>
                      <a:pt x="5640" y="18"/>
                    </a:moveTo>
                    <a:cubicBezTo>
                      <a:pt x="6021" y="18"/>
                      <a:pt x="6330" y="328"/>
                      <a:pt x="6330" y="708"/>
                    </a:cubicBezTo>
                    <a:lnTo>
                      <a:pt x="6330" y="1731"/>
                    </a:lnTo>
                    <a:cubicBezTo>
                      <a:pt x="6330" y="2112"/>
                      <a:pt x="6021" y="2421"/>
                      <a:pt x="5640" y="2421"/>
                    </a:cubicBezTo>
                    <a:lnTo>
                      <a:pt x="453" y="2421"/>
                    </a:lnTo>
                    <a:cubicBezTo>
                      <a:pt x="213" y="2421"/>
                      <a:pt x="18" y="2226"/>
                      <a:pt x="18" y="1987"/>
                    </a:cubicBezTo>
                    <a:lnTo>
                      <a:pt x="18" y="453"/>
                    </a:lnTo>
                    <a:cubicBezTo>
                      <a:pt x="18" y="213"/>
                      <a:pt x="213" y="18"/>
                      <a:pt x="453" y="18"/>
                    </a:cubicBezTo>
                    <a:lnTo>
                      <a:pt x="5640" y="18"/>
                    </a:lnTo>
                    <a:close/>
                  </a:path>
                </a:pathLst>
              </a:custGeom>
              <a:solidFill>
                <a:srgbClr val="299CC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24"/>
            <p:cNvGrpSpPr/>
            <p:nvPr/>
          </p:nvGrpSpPr>
          <p:grpSpPr>
            <a:xfrm rot="1918068">
              <a:off x="6990486" y="-167725"/>
              <a:ext cx="1883241" cy="1043674"/>
              <a:chOff x="4231800" y="869400"/>
              <a:chExt cx="2285280" cy="1266480"/>
            </a:xfrm>
          </p:grpSpPr>
          <p:sp>
            <p:nvSpPr>
              <p:cNvPr id="518" name="Google Shape;518;p24"/>
              <p:cNvSpPr/>
              <p:nvPr/>
            </p:nvSpPr>
            <p:spPr>
              <a:xfrm>
                <a:off x="4301280" y="171972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37" y="0"/>
                    </a:moveTo>
                    <a:lnTo>
                      <a:pt x="37" y="0"/>
                    </a:lnTo>
                    <a:cubicBezTo>
                      <a:pt x="16" y="0"/>
                      <a:pt x="0" y="17"/>
                      <a:pt x="0" y="37"/>
                    </a:cubicBezTo>
                    <a:cubicBezTo>
                      <a:pt x="0" y="259"/>
                      <a:pt x="180" y="439"/>
                      <a:pt x="402" y="439"/>
                    </a:cubicBezTo>
                    <a:cubicBezTo>
                      <a:pt x="422" y="439"/>
                      <a:pt x="439" y="422"/>
                      <a:pt x="439" y="402"/>
                    </a:cubicBezTo>
                    <a:cubicBezTo>
                      <a:pt x="439" y="392"/>
                      <a:pt x="435" y="383"/>
                      <a:pt x="428" y="376"/>
                    </a:cubicBezTo>
                    <a:lnTo>
                      <a:pt x="63" y="11"/>
                    </a:lnTo>
                    <a:cubicBezTo>
                      <a:pt x="56" y="4"/>
                      <a:pt x="47" y="0"/>
                      <a:pt x="37" y="0"/>
                    </a:cubicBezTo>
                    <a:moveTo>
                      <a:pt x="37" y="18"/>
                    </a:moveTo>
                    <a:cubicBezTo>
                      <a:pt x="42" y="18"/>
                      <a:pt x="47" y="19"/>
                      <a:pt x="51" y="23"/>
                    </a:cubicBezTo>
                    <a:lnTo>
                      <a:pt x="416" y="388"/>
                    </a:lnTo>
                    <a:cubicBezTo>
                      <a:pt x="419" y="392"/>
                      <a:pt x="421" y="397"/>
                      <a:pt x="421" y="402"/>
                    </a:cubicBezTo>
                    <a:cubicBezTo>
                      <a:pt x="421" y="412"/>
                      <a:pt x="414" y="422"/>
                      <a:pt x="402" y="422"/>
                    </a:cubicBezTo>
                    <a:cubicBezTo>
                      <a:pt x="189" y="422"/>
                      <a:pt x="17" y="249"/>
                      <a:pt x="17" y="37"/>
                    </a:cubicBezTo>
                    <a:cubicBezTo>
                      <a:pt x="17" y="25"/>
                      <a:pt x="27" y="18"/>
                      <a:pt x="3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24"/>
              <p:cNvSpPr/>
              <p:nvPr/>
            </p:nvSpPr>
            <p:spPr>
              <a:xfrm>
                <a:off x="4301280" y="1127160"/>
                <a:ext cx="158040" cy="158040"/>
              </a:xfrm>
              <a:custGeom>
                <a:rect b="b" l="l" r="r" t="t"/>
                <a:pathLst>
                  <a:path extrusionOk="0" h="439" w="439">
                    <a:moveTo>
                      <a:pt x="402" y="0"/>
                    </a:moveTo>
                    <a:cubicBezTo>
                      <a:pt x="180" y="0"/>
                      <a:pt x="0" y="180"/>
                      <a:pt x="0" y="402"/>
                    </a:cubicBezTo>
                    <a:cubicBezTo>
                      <a:pt x="0" y="423"/>
                      <a:pt x="16" y="439"/>
                      <a:pt x="37" y="439"/>
                    </a:cubicBezTo>
                    <a:cubicBezTo>
                      <a:pt x="47" y="439"/>
                      <a:pt x="56" y="435"/>
                      <a:pt x="63" y="429"/>
                    </a:cubicBezTo>
                    <a:lnTo>
                      <a:pt x="428" y="64"/>
                    </a:lnTo>
                    <a:cubicBezTo>
                      <a:pt x="435" y="57"/>
                      <a:pt x="439" y="47"/>
                      <a:pt x="439" y="37"/>
                    </a:cubicBezTo>
                    <a:cubicBezTo>
                      <a:pt x="439" y="17"/>
                      <a:pt x="422" y="0"/>
                      <a:pt x="402" y="0"/>
                    </a:cubicBezTo>
                    <a:moveTo>
                      <a:pt x="402" y="18"/>
                    </a:moveTo>
                    <a:cubicBezTo>
                      <a:pt x="414" y="18"/>
                      <a:pt x="421" y="28"/>
                      <a:pt x="421" y="37"/>
                    </a:cubicBezTo>
                    <a:cubicBezTo>
                      <a:pt x="421" y="42"/>
                      <a:pt x="420" y="47"/>
                      <a:pt x="416" y="51"/>
                    </a:cubicBezTo>
                    <a:lnTo>
                      <a:pt x="51" y="416"/>
                    </a:lnTo>
                    <a:cubicBezTo>
                      <a:pt x="47" y="420"/>
                      <a:pt x="42" y="422"/>
                      <a:pt x="37" y="422"/>
                    </a:cubicBezTo>
                    <a:cubicBezTo>
                      <a:pt x="27" y="422"/>
                      <a:pt x="17" y="414"/>
                      <a:pt x="17" y="402"/>
                    </a:cubicBezTo>
                    <a:cubicBezTo>
                      <a:pt x="17" y="190"/>
                      <a:pt x="189" y="18"/>
                      <a:pt x="402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24"/>
              <p:cNvSpPr/>
              <p:nvPr/>
            </p:nvSpPr>
            <p:spPr>
              <a:xfrm>
                <a:off x="5786280" y="194796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391" y="0"/>
                    </a:moveTo>
                    <a:lnTo>
                      <a:pt x="373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412"/>
                    </a:lnTo>
                    <a:cubicBezTo>
                      <a:pt x="0" y="441"/>
                      <a:pt x="12" y="469"/>
                      <a:pt x="32" y="490"/>
                    </a:cubicBezTo>
                    <a:cubicBezTo>
                      <a:pt x="53" y="510"/>
                      <a:pt x="81" y="522"/>
                      <a:pt x="109" y="522"/>
                    </a:cubicBezTo>
                    <a:cubicBezTo>
                      <a:pt x="149" y="522"/>
                      <a:pt x="185" y="501"/>
                      <a:pt x="204" y="467"/>
                    </a:cubicBezTo>
                    <a:lnTo>
                      <a:pt x="329" y="248"/>
                    </a:lnTo>
                    <a:cubicBezTo>
                      <a:pt x="369" y="177"/>
                      <a:pt x="391" y="98"/>
                      <a:pt x="391" y="17"/>
                    </a:cubicBezTo>
                    <a:lnTo>
                      <a:pt x="391" y="0"/>
                    </a:lnTo>
                    <a:moveTo>
                      <a:pt x="373" y="17"/>
                    </a:moveTo>
                    <a:cubicBezTo>
                      <a:pt x="373" y="95"/>
                      <a:pt x="353" y="171"/>
                      <a:pt x="314" y="239"/>
                    </a:cubicBezTo>
                    <a:lnTo>
                      <a:pt x="189" y="458"/>
                    </a:lnTo>
                    <a:cubicBezTo>
                      <a:pt x="173" y="486"/>
                      <a:pt x="142" y="504"/>
                      <a:pt x="109" y="504"/>
                    </a:cubicBezTo>
                    <a:cubicBezTo>
                      <a:pt x="84" y="504"/>
                      <a:pt x="61" y="494"/>
                      <a:pt x="45" y="477"/>
                    </a:cubicBezTo>
                    <a:cubicBezTo>
                      <a:pt x="28" y="461"/>
                      <a:pt x="18" y="437"/>
                      <a:pt x="18" y="412"/>
                    </a:cubicBezTo>
                    <a:lnTo>
                      <a:pt x="18" y="17"/>
                    </a:lnTo>
                    <a:lnTo>
                      <a:pt x="373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24"/>
              <p:cNvSpPr/>
              <p:nvPr/>
            </p:nvSpPr>
            <p:spPr>
              <a:xfrm>
                <a:off x="5786280" y="869400"/>
                <a:ext cx="140760" cy="187920"/>
              </a:xfrm>
              <a:custGeom>
                <a:rect b="b" l="l" r="r" t="t"/>
                <a:pathLst>
                  <a:path extrusionOk="0" h="522" w="391">
                    <a:moveTo>
                      <a:pt x="109" y="0"/>
                    </a:moveTo>
                    <a:cubicBezTo>
                      <a:pt x="81" y="0"/>
                      <a:pt x="53" y="11"/>
                      <a:pt x="32" y="31"/>
                    </a:cubicBezTo>
                    <a:cubicBezTo>
                      <a:pt x="11" y="52"/>
                      <a:pt x="0" y="80"/>
                      <a:pt x="0" y="109"/>
                    </a:cubicBezTo>
                    <a:lnTo>
                      <a:pt x="0" y="504"/>
                    </a:lnTo>
                    <a:lnTo>
                      <a:pt x="0" y="522"/>
                    </a:lnTo>
                    <a:lnTo>
                      <a:pt x="18" y="522"/>
                    </a:lnTo>
                    <a:lnTo>
                      <a:pt x="373" y="522"/>
                    </a:lnTo>
                    <a:lnTo>
                      <a:pt x="391" y="522"/>
                    </a:lnTo>
                    <a:lnTo>
                      <a:pt x="391" y="504"/>
                    </a:lnTo>
                    <a:cubicBezTo>
                      <a:pt x="391" y="424"/>
                      <a:pt x="369" y="344"/>
                      <a:pt x="329" y="274"/>
                    </a:cubicBezTo>
                    <a:lnTo>
                      <a:pt x="204" y="55"/>
                    </a:lnTo>
                    <a:cubicBezTo>
                      <a:pt x="185" y="21"/>
                      <a:pt x="149" y="0"/>
                      <a:pt x="109" y="0"/>
                    </a:cubicBezTo>
                    <a:moveTo>
                      <a:pt x="109" y="17"/>
                    </a:moveTo>
                    <a:cubicBezTo>
                      <a:pt x="142" y="17"/>
                      <a:pt x="173" y="35"/>
                      <a:pt x="189" y="63"/>
                    </a:cubicBezTo>
                    <a:lnTo>
                      <a:pt x="314" y="282"/>
                    </a:lnTo>
                    <a:cubicBezTo>
                      <a:pt x="353" y="350"/>
                      <a:pt x="373" y="426"/>
                      <a:pt x="373" y="504"/>
                    </a:cubicBezTo>
                    <a:lnTo>
                      <a:pt x="18" y="504"/>
                    </a:lnTo>
                    <a:lnTo>
                      <a:pt x="18" y="109"/>
                    </a:lnTo>
                    <a:cubicBezTo>
                      <a:pt x="18" y="83"/>
                      <a:pt x="28" y="61"/>
                      <a:pt x="45" y="44"/>
                    </a:cubicBezTo>
                    <a:cubicBezTo>
                      <a:pt x="61" y="27"/>
                      <a:pt x="84" y="17"/>
                      <a:pt x="109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6213240" y="1121760"/>
                <a:ext cx="196920" cy="156600"/>
              </a:xfrm>
              <a:custGeom>
                <a:rect b="b" l="l" r="r" t="t"/>
                <a:pathLst>
                  <a:path extrusionOk="0" h="435" w="547">
                    <a:moveTo>
                      <a:pt x="52" y="0"/>
                    </a:moveTo>
                    <a:lnTo>
                      <a:pt x="52" y="0"/>
                    </a:lnTo>
                    <a:cubicBezTo>
                      <a:pt x="24" y="0"/>
                      <a:pt x="0" y="23"/>
                      <a:pt x="0" y="52"/>
                    </a:cubicBezTo>
                    <a:lnTo>
                      <a:pt x="0" y="169"/>
                    </a:lnTo>
                    <a:cubicBezTo>
                      <a:pt x="0" y="316"/>
                      <a:pt x="119" y="435"/>
                      <a:pt x="266" y="435"/>
                    </a:cubicBezTo>
                    <a:lnTo>
                      <a:pt x="494" y="435"/>
                    </a:lnTo>
                    <a:cubicBezTo>
                      <a:pt x="513" y="435"/>
                      <a:pt x="531" y="424"/>
                      <a:pt x="540" y="407"/>
                    </a:cubicBezTo>
                    <a:cubicBezTo>
                      <a:pt x="550" y="389"/>
                      <a:pt x="549" y="368"/>
                      <a:pt x="538" y="352"/>
                    </a:cubicBezTo>
                    <a:cubicBezTo>
                      <a:pt x="424" y="187"/>
                      <a:pt x="258" y="63"/>
                      <a:pt x="68" y="2"/>
                    </a:cubicBezTo>
                    <a:cubicBezTo>
                      <a:pt x="63" y="0"/>
                      <a:pt x="58" y="0"/>
                      <a:pt x="52" y="0"/>
                    </a:cubicBezTo>
                    <a:moveTo>
                      <a:pt x="52" y="17"/>
                    </a:moveTo>
                    <a:cubicBezTo>
                      <a:pt x="56" y="17"/>
                      <a:pt x="59" y="18"/>
                      <a:pt x="63" y="19"/>
                    </a:cubicBezTo>
                    <a:cubicBezTo>
                      <a:pt x="252" y="80"/>
                      <a:pt x="413" y="202"/>
                      <a:pt x="523" y="362"/>
                    </a:cubicBezTo>
                    <a:cubicBezTo>
                      <a:pt x="539" y="385"/>
                      <a:pt x="522" y="418"/>
                      <a:pt x="494" y="418"/>
                    </a:cubicBezTo>
                    <a:lnTo>
                      <a:pt x="266" y="418"/>
                    </a:lnTo>
                    <a:cubicBezTo>
                      <a:pt x="129" y="418"/>
                      <a:pt x="18" y="306"/>
                      <a:pt x="18" y="169"/>
                    </a:cubicBezTo>
                    <a:lnTo>
                      <a:pt x="18" y="52"/>
                    </a:lnTo>
                    <a:cubicBezTo>
                      <a:pt x="18" y="33"/>
                      <a:pt x="34" y="17"/>
                      <a:pt x="52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6213240" y="1726560"/>
                <a:ext cx="196920" cy="156960"/>
              </a:xfrm>
              <a:custGeom>
                <a:rect b="b" l="l" r="r" t="t"/>
                <a:pathLst>
                  <a:path extrusionOk="0" h="436" w="547">
                    <a:moveTo>
                      <a:pt x="494" y="0"/>
                    </a:moveTo>
                    <a:lnTo>
                      <a:pt x="266" y="0"/>
                    </a:lnTo>
                    <a:cubicBezTo>
                      <a:pt x="119" y="0"/>
                      <a:pt x="0" y="119"/>
                      <a:pt x="0" y="266"/>
                    </a:cubicBezTo>
                    <a:lnTo>
                      <a:pt x="0" y="383"/>
                    </a:lnTo>
                    <a:cubicBezTo>
                      <a:pt x="0" y="412"/>
                      <a:pt x="24" y="436"/>
                      <a:pt x="52" y="436"/>
                    </a:cubicBezTo>
                    <a:cubicBezTo>
                      <a:pt x="58" y="436"/>
                      <a:pt x="63" y="435"/>
                      <a:pt x="68" y="433"/>
                    </a:cubicBezTo>
                    <a:cubicBezTo>
                      <a:pt x="257" y="372"/>
                      <a:pt x="424" y="248"/>
                      <a:pt x="537" y="83"/>
                    </a:cubicBezTo>
                    <a:cubicBezTo>
                      <a:pt x="549" y="67"/>
                      <a:pt x="550" y="46"/>
                      <a:pt x="540" y="28"/>
                    </a:cubicBezTo>
                    <a:cubicBezTo>
                      <a:pt x="531" y="11"/>
                      <a:pt x="513" y="0"/>
                      <a:pt x="494" y="0"/>
                    </a:cubicBezTo>
                    <a:moveTo>
                      <a:pt x="494" y="18"/>
                    </a:moveTo>
                    <a:cubicBezTo>
                      <a:pt x="522" y="18"/>
                      <a:pt x="539" y="49"/>
                      <a:pt x="523" y="73"/>
                    </a:cubicBezTo>
                    <a:cubicBezTo>
                      <a:pt x="413" y="233"/>
                      <a:pt x="252" y="356"/>
                      <a:pt x="63" y="416"/>
                    </a:cubicBezTo>
                    <a:cubicBezTo>
                      <a:pt x="59" y="418"/>
                      <a:pt x="56" y="418"/>
                      <a:pt x="52" y="418"/>
                    </a:cubicBezTo>
                    <a:cubicBezTo>
                      <a:pt x="34" y="418"/>
                      <a:pt x="18" y="402"/>
                      <a:pt x="18" y="383"/>
                    </a:cubicBezTo>
                    <a:lnTo>
                      <a:pt x="18" y="266"/>
                    </a:lnTo>
                    <a:cubicBezTo>
                      <a:pt x="18" y="129"/>
                      <a:pt x="129" y="18"/>
                      <a:pt x="266" y="18"/>
                    </a:cubicBezTo>
                    <a:lnTo>
                      <a:pt x="494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24"/>
              <p:cNvSpPr/>
              <p:nvPr/>
            </p:nvSpPr>
            <p:spPr>
              <a:xfrm>
                <a:off x="6423480" y="1396440"/>
                <a:ext cx="51120" cy="212040"/>
              </a:xfrm>
              <a:custGeom>
                <a:rect b="b" l="l" r="r" t="t"/>
                <a:pathLst>
                  <a:path extrusionOk="0" h="589" w="142">
                    <a:moveTo>
                      <a:pt x="72" y="0"/>
                    </a:moveTo>
                    <a:cubicBezTo>
                      <a:pt x="32" y="0"/>
                      <a:pt x="0" y="32"/>
                      <a:pt x="0" y="71"/>
                    </a:cubicBezTo>
                    <a:lnTo>
                      <a:pt x="0" y="518"/>
                    </a:lnTo>
                    <a:cubicBezTo>
                      <a:pt x="0" y="557"/>
                      <a:pt x="32" y="589"/>
                      <a:pt x="72" y="589"/>
                    </a:cubicBezTo>
                    <a:cubicBezTo>
                      <a:pt x="111" y="589"/>
                      <a:pt x="142" y="557"/>
                      <a:pt x="142" y="518"/>
                    </a:cubicBezTo>
                    <a:lnTo>
                      <a:pt x="142" y="71"/>
                    </a:lnTo>
                    <a:cubicBezTo>
                      <a:pt x="142" y="32"/>
                      <a:pt x="111" y="0"/>
                      <a:pt x="72" y="0"/>
                    </a:cubicBezTo>
                    <a:moveTo>
                      <a:pt x="72" y="18"/>
                    </a:moveTo>
                    <a:cubicBezTo>
                      <a:pt x="101" y="18"/>
                      <a:pt x="125" y="42"/>
                      <a:pt x="125" y="71"/>
                    </a:cubicBezTo>
                    <a:lnTo>
                      <a:pt x="125" y="518"/>
                    </a:lnTo>
                    <a:cubicBezTo>
                      <a:pt x="125" y="548"/>
                      <a:pt x="101" y="572"/>
                      <a:pt x="72" y="572"/>
                    </a:cubicBezTo>
                    <a:cubicBezTo>
                      <a:pt x="42" y="572"/>
                      <a:pt x="18" y="548"/>
                      <a:pt x="18" y="518"/>
                    </a:cubicBezTo>
                    <a:lnTo>
                      <a:pt x="18" y="71"/>
                    </a:lnTo>
                    <a:cubicBezTo>
                      <a:pt x="18" y="42"/>
                      <a:pt x="42" y="18"/>
                      <a:pt x="72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24"/>
              <p:cNvSpPr/>
              <p:nvPr/>
            </p:nvSpPr>
            <p:spPr>
              <a:xfrm>
                <a:off x="5976720" y="1364040"/>
                <a:ext cx="437760" cy="277200"/>
              </a:xfrm>
              <a:custGeom>
                <a:rect b="b" l="l" r="r" t="t"/>
                <a:pathLst>
                  <a:path extrusionOk="0" h="770" w="1216">
                    <a:moveTo>
                      <a:pt x="885" y="0"/>
                    </a:moveTo>
                    <a:lnTo>
                      <a:pt x="20" y="0"/>
                    </a:lnTo>
                    <a:lnTo>
                      <a:pt x="0" y="0"/>
                    </a:lnTo>
                    <a:lnTo>
                      <a:pt x="3" y="20"/>
                    </a:lnTo>
                    <a:cubicBezTo>
                      <a:pt x="38" y="262"/>
                      <a:pt x="38" y="507"/>
                      <a:pt x="3" y="750"/>
                    </a:cubicBezTo>
                    <a:lnTo>
                      <a:pt x="0" y="770"/>
                    </a:lnTo>
                    <a:lnTo>
                      <a:pt x="20" y="770"/>
                    </a:lnTo>
                    <a:lnTo>
                      <a:pt x="885" y="770"/>
                    </a:lnTo>
                    <a:cubicBezTo>
                      <a:pt x="1067" y="770"/>
                      <a:pt x="1216" y="621"/>
                      <a:pt x="1216" y="439"/>
                    </a:cubicBezTo>
                    <a:lnTo>
                      <a:pt x="1216" y="330"/>
                    </a:lnTo>
                    <a:cubicBezTo>
                      <a:pt x="1216" y="148"/>
                      <a:pt x="1067" y="0"/>
                      <a:pt x="885" y="0"/>
                    </a:cubicBezTo>
                    <a:moveTo>
                      <a:pt x="885" y="17"/>
                    </a:moveTo>
                    <a:cubicBezTo>
                      <a:pt x="1058" y="17"/>
                      <a:pt x="1198" y="157"/>
                      <a:pt x="1198" y="330"/>
                    </a:cubicBezTo>
                    <a:lnTo>
                      <a:pt x="1198" y="439"/>
                    </a:lnTo>
                    <a:cubicBezTo>
                      <a:pt x="1198" y="612"/>
                      <a:pt x="1058" y="752"/>
                      <a:pt x="885" y="752"/>
                    </a:cubicBezTo>
                    <a:lnTo>
                      <a:pt x="20" y="752"/>
                    </a:lnTo>
                    <a:cubicBezTo>
                      <a:pt x="55" y="508"/>
                      <a:pt x="55" y="261"/>
                      <a:pt x="20" y="17"/>
                    </a:cubicBezTo>
                    <a:lnTo>
                      <a:pt x="885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24"/>
              <p:cNvSpPr/>
              <p:nvPr/>
            </p:nvSpPr>
            <p:spPr>
              <a:xfrm>
                <a:off x="4660920" y="1137600"/>
                <a:ext cx="1010520" cy="116280"/>
              </a:xfrm>
              <a:custGeom>
                <a:rect b="b" l="l" r="r" t="t"/>
                <a:pathLst>
                  <a:path extrusionOk="0" h="323" w="2807">
                    <a:moveTo>
                      <a:pt x="2807" y="0"/>
                    </a:moveTo>
                    <a:lnTo>
                      <a:pt x="2714" y="0"/>
                    </a:lnTo>
                    <a:lnTo>
                      <a:pt x="67" y="0"/>
                    </a:lnTo>
                    <a:lnTo>
                      <a:pt x="0" y="0"/>
                    </a:lnTo>
                    <a:lnTo>
                      <a:pt x="58" y="33"/>
                    </a:lnTo>
                    <a:lnTo>
                      <a:pt x="316" y="179"/>
                    </a:lnTo>
                    <a:cubicBezTo>
                      <a:pt x="482" y="273"/>
                      <a:pt x="670" y="323"/>
                      <a:pt x="861" y="323"/>
                    </a:cubicBezTo>
                    <a:lnTo>
                      <a:pt x="1777" y="323"/>
                    </a:lnTo>
                    <a:cubicBezTo>
                      <a:pt x="1911" y="323"/>
                      <a:pt x="2043" y="298"/>
                      <a:pt x="2169" y="251"/>
                    </a:cubicBezTo>
                    <a:lnTo>
                      <a:pt x="2720" y="34"/>
                    </a:lnTo>
                    <a:lnTo>
                      <a:pt x="2807" y="0"/>
                    </a:lnTo>
                    <a:moveTo>
                      <a:pt x="2714" y="18"/>
                    </a:moveTo>
                    <a:lnTo>
                      <a:pt x="2163" y="234"/>
                    </a:lnTo>
                    <a:cubicBezTo>
                      <a:pt x="2040" y="281"/>
                      <a:pt x="1909" y="305"/>
                      <a:pt x="1777" y="305"/>
                    </a:cubicBezTo>
                    <a:lnTo>
                      <a:pt x="861" y="305"/>
                    </a:lnTo>
                    <a:cubicBezTo>
                      <a:pt x="673" y="305"/>
                      <a:pt x="488" y="256"/>
                      <a:pt x="325" y="164"/>
                    </a:cubicBezTo>
                    <a:lnTo>
                      <a:pt x="67" y="18"/>
                    </a:lnTo>
                    <a:lnTo>
                      <a:pt x="2714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4660920" y="1751400"/>
                <a:ext cx="1010520" cy="115920"/>
              </a:xfrm>
              <a:custGeom>
                <a:rect b="b" l="l" r="r" t="t"/>
                <a:pathLst>
                  <a:path extrusionOk="0" h="322" w="2807">
                    <a:moveTo>
                      <a:pt x="1777" y="0"/>
                    </a:moveTo>
                    <a:lnTo>
                      <a:pt x="861" y="0"/>
                    </a:lnTo>
                    <a:cubicBezTo>
                      <a:pt x="670" y="0"/>
                      <a:pt x="482" y="49"/>
                      <a:pt x="316" y="143"/>
                    </a:cubicBezTo>
                    <a:lnTo>
                      <a:pt x="58" y="289"/>
                    </a:lnTo>
                    <a:lnTo>
                      <a:pt x="0" y="322"/>
                    </a:lnTo>
                    <a:lnTo>
                      <a:pt x="67" y="322"/>
                    </a:lnTo>
                    <a:lnTo>
                      <a:pt x="2714" y="322"/>
                    </a:lnTo>
                    <a:lnTo>
                      <a:pt x="2807" y="322"/>
                    </a:lnTo>
                    <a:lnTo>
                      <a:pt x="2720" y="288"/>
                    </a:lnTo>
                    <a:lnTo>
                      <a:pt x="2169" y="71"/>
                    </a:lnTo>
                    <a:cubicBezTo>
                      <a:pt x="2043" y="24"/>
                      <a:pt x="1911" y="0"/>
                      <a:pt x="1777" y="0"/>
                    </a:cubicBezTo>
                    <a:moveTo>
                      <a:pt x="1777" y="17"/>
                    </a:moveTo>
                    <a:cubicBezTo>
                      <a:pt x="1909" y="17"/>
                      <a:pt x="2040" y="41"/>
                      <a:pt x="2163" y="88"/>
                    </a:cubicBezTo>
                    <a:lnTo>
                      <a:pt x="2714" y="304"/>
                    </a:lnTo>
                    <a:lnTo>
                      <a:pt x="67" y="304"/>
                    </a:lnTo>
                    <a:lnTo>
                      <a:pt x="325" y="158"/>
                    </a:lnTo>
                    <a:cubicBezTo>
                      <a:pt x="488" y="66"/>
                      <a:pt x="673" y="17"/>
                      <a:pt x="861" y="17"/>
                    </a:cubicBezTo>
                    <a:lnTo>
                      <a:pt x="1777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5585040" y="1137960"/>
                <a:ext cx="389160" cy="729360"/>
              </a:xfrm>
              <a:custGeom>
                <a:rect b="b" l="l" r="r" t="t"/>
                <a:pathLst>
                  <a:path extrusionOk="0" h="2026" w="1081">
                    <a:moveTo>
                      <a:pt x="748" y="0"/>
                    </a:moveTo>
                    <a:lnTo>
                      <a:pt x="748" y="0"/>
                    </a:lnTo>
                    <a:cubicBezTo>
                      <a:pt x="725" y="0"/>
                      <a:pt x="701" y="3"/>
                      <a:pt x="679" y="10"/>
                    </a:cubicBezTo>
                    <a:lnTo>
                      <a:pt x="167" y="159"/>
                    </a:lnTo>
                    <a:cubicBezTo>
                      <a:pt x="62" y="190"/>
                      <a:pt x="-8" y="292"/>
                      <a:pt x="1" y="402"/>
                    </a:cubicBezTo>
                    <a:lnTo>
                      <a:pt x="40" y="845"/>
                    </a:lnTo>
                    <a:cubicBezTo>
                      <a:pt x="50" y="956"/>
                      <a:pt x="50" y="1069"/>
                      <a:pt x="40" y="1180"/>
                    </a:cubicBezTo>
                    <a:lnTo>
                      <a:pt x="1" y="1624"/>
                    </a:lnTo>
                    <a:cubicBezTo>
                      <a:pt x="-8" y="1733"/>
                      <a:pt x="62" y="1835"/>
                      <a:pt x="167" y="1866"/>
                    </a:cubicBezTo>
                    <a:lnTo>
                      <a:pt x="679" y="2016"/>
                    </a:lnTo>
                    <a:cubicBezTo>
                      <a:pt x="701" y="2022"/>
                      <a:pt x="725" y="2026"/>
                      <a:pt x="748" y="2026"/>
                    </a:cubicBezTo>
                    <a:cubicBezTo>
                      <a:pt x="867" y="2026"/>
                      <a:pt x="970" y="1937"/>
                      <a:pt x="989" y="1819"/>
                    </a:cubicBezTo>
                    <a:lnTo>
                      <a:pt x="1052" y="1405"/>
                    </a:lnTo>
                    <a:lnTo>
                      <a:pt x="1053" y="1394"/>
                    </a:lnTo>
                    <a:lnTo>
                      <a:pt x="1055" y="1383"/>
                    </a:lnTo>
                    <a:cubicBezTo>
                      <a:pt x="1090" y="1137"/>
                      <a:pt x="1090" y="888"/>
                      <a:pt x="1055" y="643"/>
                    </a:cubicBezTo>
                    <a:lnTo>
                      <a:pt x="1053" y="631"/>
                    </a:lnTo>
                    <a:lnTo>
                      <a:pt x="1052" y="620"/>
                    </a:lnTo>
                    <a:lnTo>
                      <a:pt x="989" y="206"/>
                    </a:lnTo>
                    <a:cubicBezTo>
                      <a:pt x="970" y="89"/>
                      <a:pt x="867" y="0"/>
                      <a:pt x="748" y="0"/>
                    </a:cubicBezTo>
                    <a:moveTo>
                      <a:pt x="748" y="17"/>
                    </a:moveTo>
                    <a:cubicBezTo>
                      <a:pt x="856" y="17"/>
                      <a:pt x="954" y="96"/>
                      <a:pt x="971" y="209"/>
                    </a:cubicBezTo>
                    <a:lnTo>
                      <a:pt x="1034" y="623"/>
                    </a:lnTo>
                    <a:cubicBezTo>
                      <a:pt x="1035" y="630"/>
                      <a:pt x="1036" y="638"/>
                      <a:pt x="1037" y="645"/>
                    </a:cubicBezTo>
                    <a:cubicBezTo>
                      <a:pt x="1073" y="889"/>
                      <a:pt x="1073" y="1136"/>
                      <a:pt x="1037" y="1380"/>
                    </a:cubicBezTo>
                    <a:cubicBezTo>
                      <a:pt x="1036" y="1387"/>
                      <a:pt x="1035" y="1395"/>
                      <a:pt x="1034" y="1403"/>
                    </a:cubicBezTo>
                    <a:lnTo>
                      <a:pt x="971" y="1816"/>
                    </a:lnTo>
                    <a:cubicBezTo>
                      <a:pt x="954" y="1929"/>
                      <a:pt x="856" y="2008"/>
                      <a:pt x="748" y="2008"/>
                    </a:cubicBezTo>
                    <a:cubicBezTo>
                      <a:pt x="727" y="2008"/>
                      <a:pt x="705" y="2005"/>
                      <a:pt x="684" y="1999"/>
                    </a:cubicBezTo>
                    <a:lnTo>
                      <a:pt x="172" y="1849"/>
                    </a:lnTo>
                    <a:cubicBezTo>
                      <a:pt x="74" y="1821"/>
                      <a:pt x="10" y="1727"/>
                      <a:pt x="19" y="1625"/>
                    </a:cubicBezTo>
                    <a:lnTo>
                      <a:pt x="57" y="1181"/>
                    </a:lnTo>
                    <a:cubicBezTo>
                      <a:pt x="67" y="1069"/>
                      <a:pt x="67" y="956"/>
                      <a:pt x="57" y="844"/>
                    </a:cubicBezTo>
                    <a:lnTo>
                      <a:pt x="19" y="400"/>
                    </a:lnTo>
                    <a:cubicBezTo>
                      <a:pt x="10" y="298"/>
                      <a:pt x="74" y="205"/>
                      <a:pt x="172" y="176"/>
                    </a:cubicBezTo>
                    <a:lnTo>
                      <a:pt x="684" y="26"/>
                    </a:lnTo>
                    <a:cubicBezTo>
                      <a:pt x="705" y="20"/>
                      <a:pt x="727" y="17"/>
                      <a:pt x="748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24"/>
              <p:cNvSpPr/>
              <p:nvPr/>
            </p:nvSpPr>
            <p:spPr>
              <a:xfrm>
                <a:off x="4477680" y="1137960"/>
                <a:ext cx="258840" cy="729360"/>
              </a:xfrm>
              <a:custGeom>
                <a:rect b="b" l="l" r="r" t="t"/>
                <a:pathLst>
                  <a:path extrusionOk="0" h="2026" w="719">
                    <a:moveTo>
                      <a:pt x="224" y="0"/>
                    </a:moveTo>
                    <a:lnTo>
                      <a:pt x="224" y="0"/>
                    </a:lnTo>
                    <a:cubicBezTo>
                      <a:pt x="141" y="0"/>
                      <a:pt x="72" y="87"/>
                      <a:pt x="60" y="207"/>
                    </a:cubicBezTo>
                    <a:lnTo>
                      <a:pt x="19" y="621"/>
                    </a:lnTo>
                    <a:cubicBezTo>
                      <a:pt x="-7" y="881"/>
                      <a:pt x="-7" y="1144"/>
                      <a:pt x="19" y="1404"/>
                    </a:cubicBezTo>
                    <a:lnTo>
                      <a:pt x="60" y="1818"/>
                    </a:lnTo>
                    <a:cubicBezTo>
                      <a:pt x="72" y="1938"/>
                      <a:pt x="141" y="2026"/>
                      <a:pt x="224" y="2026"/>
                    </a:cubicBezTo>
                    <a:cubicBezTo>
                      <a:pt x="240" y="2026"/>
                      <a:pt x="257" y="2022"/>
                      <a:pt x="273" y="2015"/>
                    </a:cubicBezTo>
                    <a:lnTo>
                      <a:pt x="607" y="1865"/>
                    </a:lnTo>
                    <a:cubicBezTo>
                      <a:pt x="679" y="1833"/>
                      <a:pt x="724" y="1734"/>
                      <a:pt x="718" y="1624"/>
                    </a:cubicBezTo>
                    <a:lnTo>
                      <a:pt x="693" y="1180"/>
                    </a:lnTo>
                    <a:cubicBezTo>
                      <a:pt x="687" y="1069"/>
                      <a:pt x="687" y="956"/>
                      <a:pt x="693" y="845"/>
                    </a:cubicBezTo>
                    <a:lnTo>
                      <a:pt x="718" y="401"/>
                    </a:lnTo>
                    <a:cubicBezTo>
                      <a:pt x="724" y="291"/>
                      <a:pt x="679" y="192"/>
                      <a:pt x="607" y="160"/>
                    </a:cubicBezTo>
                    <a:lnTo>
                      <a:pt x="273" y="10"/>
                    </a:lnTo>
                    <a:cubicBezTo>
                      <a:pt x="257" y="3"/>
                      <a:pt x="240" y="0"/>
                      <a:pt x="224" y="0"/>
                    </a:cubicBezTo>
                    <a:moveTo>
                      <a:pt x="224" y="17"/>
                    </a:moveTo>
                    <a:cubicBezTo>
                      <a:pt x="238" y="17"/>
                      <a:pt x="252" y="20"/>
                      <a:pt x="266" y="26"/>
                    </a:cubicBezTo>
                    <a:lnTo>
                      <a:pt x="600" y="176"/>
                    </a:lnTo>
                    <a:cubicBezTo>
                      <a:pt x="664" y="205"/>
                      <a:pt x="706" y="298"/>
                      <a:pt x="700" y="400"/>
                    </a:cubicBezTo>
                    <a:lnTo>
                      <a:pt x="675" y="844"/>
                    </a:lnTo>
                    <a:cubicBezTo>
                      <a:pt x="669" y="956"/>
                      <a:pt x="669" y="1069"/>
                      <a:pt x="675" y="1181"/>
                    </a:cubicBezTo>
                    <a:lnTo>
                      <a:pt x="700" y="1625"/>
                    </a:lnTo>
                    <a:cubicBezTo>
                      <a:pt x="706" y="1727"/>
                      <a:pt x="664" y="1821"/>
                      <a:pt x="600" y="1849"/>
                    </a:cubicBezTo>
                    <a:lnTo>
                      <a:pt x="266" y="1999"/>
                    </a:lnTo>
                    <a:cubicBezTo>
                      <a:pt x="252" y="2005"/>
                      <a:pt x="238" y="2008"/>
                      <a:pt x="224" y="2008"/>
                    </a:cubicBezTo>
                    <a:cubicBezTo>
                      <a:pt x="153" y="2008"/>
                      <a:pt x="89" y="1929"/>
                      <a:pt x="78" y="1816"/>
                    </a:cubicBezTo>
                    <a:lnTo>
                      <a:pt x="36" y="1403"/>
                    </a:lnTo>
                    <a:cubicBezTo>
                      <a:pt x="11" y="1144"/>
                      <a:pt x="11" y="881"/>
                      <a:pt x="36" y="623"/>
                    </a:cubicBezTo>
                    <a:lnTo>
                      <a:pt x="78" y="209"/>
                    </a:lnTo>
                    <a:cubicBezTo>
                      <a:pt x="89" y="96"/>
                      <a:pt x="153" y="17"/>
                      <a:pt x="224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4231800" y="1063440"/>
                <a:ext cx="2285280" cy="878040"/>
              </a:xfrm>
              <a:custGeom>
                <a:rect b="b" l="l" r="r" t="t"/>
                <a:pathLst>
                  <a:path extrusionOk="0" h="2439" w="6348">
                    <a:moveTo>
                      <a:pt x="5640" y="0"/>
                    </a:moveTo>
                    <a:lnTo>
                      <a:pt x="453" y="0"/>
                    </a:lnTo>
                    <a:cubicBezTo>
                      <a:pt x="203" y="0"/>
                      <a:pt x="0" y="203"/>
                      <a:pt x="0" y="453"/>
                    </a:cubicBezTo>
                    <a:lnTo>
                      <a:pt x="0" y="1987"/>
                    </a:lnTo>
                    <a:cubicBezTo>
                      <a:pt x="0" y="2236"/>
                      <a:pt x="203" y="2439"/>
                      <a:pt x="453" y="2439"/>
                    </a:cubicBezTo>
                    <a:lnTo>
                      <a:pt x="5640" y="2439"/>
                    </a:lnTo>
                    <a:cubicBezTo>
                      <a:pt x="6030" y="2439"/>
                      <a:pt x="6348" y="2121"/>
                      <a:pt x="6348" y="1731"/>
                    </a:cubicBezTo>
                    <a:lnTo>
                      <a:pt x="6348" y="708"/>
                    </a:lnTo>
                    <a:cubicBezTo>
                      <a:pt x="6348" y="318"/>
                      <a:pt x="6030" y="0"/>
                      <a:pt x="5640" y="0"/>
                    </a:cubicBezTo>
                    <a:moveTo>
                      <a:pt x="5640" y="18"/>
                    </a:moveTo>
                    <a:cubicBezTo>
                      <a:pt x="6021" y="18"/>
                      <a:pt x="6330" y="328"/>
                      <a:pt x="6330" y="708"/>
                    </a:cubicBezTo>
                    <a:lnTo>
                      <a:pt x="6330" y="1731"/>
                    </a:lnTo>
                    <a:cubicBezTo>
                      <a:pt x="6330" y="2112"/>
                      <a:pt x="6021" y="2421"/>
                      <a:pt x="5640" y="2421"/>
                    </a:cubicBezTo>
                    <a:lnTo>
                      <a:pt x="453" y="2421"/>
                    </a:lnTo>
                    <a:cubicBezTo>
                      <a:pt x="213" y="2421"/>
                      <a:pt x="18" y="2226"/>
                      <a:pt x="18" y="1987"/>
                    </a:cubicBezTo>
                    <a:lnTo>
                      <a:pt x="18" y="453"/>
                    </a:lnTo>
                    <a:cubicBezTo>
                      <a:pt x="18" y="213"/>
                      <a:pt x="213" y="18"/>
                      <a:pt x="453" y="18"/>
                    </a:cubicBezTo>
                    <a:lnTo>
                      <a:pt x="5640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1" name="Google Shape;531;p24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5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25"/>
          <p:cNvGrpSpPr/>
          <p:nvPr/>
        </p:nvGrpSpPr>
        <p:grpSpPr>
          <a:xfrm>
            <a:off x="-1987125" y="-4031588"/>
            <a:ext cx="13631819" cy="8929340"/>
            <a:chOff x="-1987125" y="-4031588"/>
            <a:chExt cx="13631819" cy="8929340"/>
          </a:xfrm>
        </p:grpSpPr>
        <p:pic>
          <p:nvPicPr>
            <p:cNvPr id="534" name="Google Shape;53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9000001">
              <a:off x="1921821" y="-1911375"/>
              <a:ext cx="9450901" cy="36202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35" name="Google Shape;535;p25"/>
            <p:cNvGrpSpPr/>
            <p:nvPr/>
          </p:nvGrpSpPr>
          <p:grpSpPr>
            <a:xfrm>
              <a:off x="7954198" y="4832591"/>
              <a:ext cx="469800" cy="65160"/>
              <a:chOff x="9146520" y="317880"/>
              <a:chExt cx="469800" cy="65160"/>
            </a:xfrm>
          </p:grpSpPr>
          <p:sp>
            <p:nvSpPr>
              <p:cNvPr id="536" name="Google Shape;536;p25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25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25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39" name="Google Shape;539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987125" y="1689624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0" name="Google Shape;540;p25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26"/>
          <p:cNvGrpSpPr/>
          <p:nvPr/>
        </p:nvGrpSpPr>
        <p:grpSpPr>
          <a:xfrm>
            <a:off x="-2753283" y="-2385180"/>
            <a:ext cx="14735147" cy="9909613"/>
            <a:chOff x="-2753283" y="-2385180"/>
            <a:chExt cx="14735147" cy="9909613"/>
          </a:xfrm>
        </p:grpSpPr>
        <p:pic>
          <p:nvPicPr>
            <p:cNvPr id="543" name="Google Shape;543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900001">
              <a:off x="1627719" y="-1152851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900000">
              <a:off x="-2445804" y="2742824"/>
              <a:ext cx="9450900" cy="3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04967" y="3350892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6" name="Google Shape;546;p26"/>
          <p:cNvSpPr txBox="1"/>
          <p:nvPr>
            <p:ph hasCustomPrompt="1" type="title"/>
          </p:nvPr>
        </p:nvSpPr>
        <p:spPr>
          <a:xfrm>
            <a:off x="2825688" y="1892888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7" name="Google Shape;547;p26"/>
          <p:cNvSpPr txBox="1"/>
          <p:nvPr>
            <p:ph idx="1" type="subTitle"/>
          </p:nvPr>
        </p:nvSpPr>
        <p:spPr>
          <a:xfrm>
            <a:off x="2825688" y="2651810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48" name="Google Shape;548;p26"/>
          <p:cNvSpPr txBox="1"/>
          <p:nvPr>
            <p:ph hasCustomPrompt="1" idx="2" type="title"/>
          </p:nvPr>
        </p:nvSpPr>
        <p:spPr>
          <a:xfrm>
            <a:off x="713225" y="539489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9" name="Google Shape;549;p26"/>
          <p:cNvSpPr txBox="1"/>
          <p:nvPr>
            <p:ph idx="3" type="subTitle"/>
          </p:nvPr>
        </p:nvSpPr>
        <p:spPr>
          <a:xfrm>
            <a:off x="713225" y="1298401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50" name="Google Shape;550;p26"/>
          <p:cNvSpPr txBox="1"/>
          <p:nvPr>
            <p:ph hasCustomPrompt="1" idx="4" type="title"/>
          </p:nvPr>
        </p:nvSpPr>
        <p:spPr>
          <a:xfrm>
            <a:off x="4938163" y="324627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1" name="Google Shape;551;p26"/>
          <p:cNvSpPr txBox="1"/>
          <p:nvPr>
            <p:ph idx="5" type="subTitle"/>
          </p:nvPr>
        </p:nvSpPr>
        <p:spPr>
          <a:xfrm>
            <a:off x="4938163" y="4005197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552" name="Google Shape;552;p26"/>
          <p:cNvGrpSpPr/>
          <p:nvPr/>
        </p:nvGrpSpPr>
        <p:grpSpPr>
          <a:xfrm>
            <a:off x="-191804" y="-901513"/>
            <a:ext cx="9232773" cy="6590065"/>
            <a:chOff x="-191804" y="-901513"/>
            <a:chExt cx="9232773" cy="6590065"/>
          </a:xfrm>
        </p:grpSpPr>
        <p:grpSp>
          <p:nvGrpSpPr>
            <p:cNvPr id="553" name="Google Shape;553;p26"/>
            <p:cNvGrpSpPr/>
            <p:nvPr/>
          </p:nvGrpSpPr>
          <p:grpSpPr>
            <a:xfrm rot="-899960">
              <a:off x="16905" y="2744580"/>
              <a:ext cx="1213589" cy="1772614"/>
              <a:chOff x="6907836" y="1897435"/>
              <a:chExt cx="1213626" cy="1772667"/>
            </a:xfrm>
          </p:grpSpPr>
          <p:grpSp>
            <p:nvGrpSpPr>
              <p:cNvPr id="554" name="Google Shape;554;p26"/>
              <p:cNvGrpSpPr/>
              <p:nvPr/>
            </p:nvGrpSpPr>
            <p:grpSpPr>
              <a:xfrm>
                <a:off x="6907836" y="1897435"/>
                <a:ext cx="1213626" cy="1772667"/>
                <a:chOff x="2319480" y="2528640"/>
                <a:chExt cx="1413000" cy="2063880"/>
              </a:xfrm>
            </p:grpSpPr>
            <p:sp>
              <p:nvSpPr>
                <p:cNvPr id="555" name="Google Shape;555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6" name="Google Shape;556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7" name="Google Shape;557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rect b="b" l="l" r="r" t="t"/>
                  <a:pathLst>
                    <a:path extrusionOk="0" h="622" w="646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" name="Google Shape;558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rect b="b" l="l" r="r" t="t"/>
                  <a:pathLst>
                    <a:path extrusionOk="0" h="1044" w="2206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9" name="Google Shape;559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rect b="b" l="l" r="r" t="t"/>
                  <a:pathLst>
                    <a:path extrusionOk="0" h="2117" w="1504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0" name="Google Shape;560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1" name="Google Shape;561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2" name="Google Shape;562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" name="Google Shape;563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64" name="Google Shape;564;p26"/>
              <p:cNvGrpSpPr/>
              <p:nvPr/>
            </p:nvGrpSpPr>
            <p:grpSpPr>
              <a:xfrm>
                <a:off x="6935887" y="1938370"/>
                <a:ext cx="1157671" cy="1690937"/>
                <a:chOff x="2319480" y="2528640"/>
                <a:chExt cx="1413000" cy="2063880"/>
              </a:xfrm>
            </p:grpSpPr>
            <p:sp>
              <p:nvSpPr>
                <p:cNvPr id="565" name="Google Shape;565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6" name="Google Shape;566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rect b="b" l="l" r="r" t="t"/>
                  <a:pathLst>
                    <a:path extrusionOk="0" h="622" w="646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rect b="b" l="l" r="r" t="t"/>
                  <a:pathLst>
                    <a:path extrusionOk="0" h="1044" w="2206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9" name="Google Shape;569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rect b="b" l="l" r="r" t="t"/>
                  <a:pathLst>
                    <a:path extrusionOk="0" h="2117" w="1504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0" name="Google Shape;570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1" name="Google Shape;571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" name="Google Shape;572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3" name="Google Shape;573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4" name="Google Shape;574;p26"/>
              <p:cNvGrpSpPr/>
              <p:nvPr/>
            </p:nvGrpSpPr>
            <p:grpSpPr>
              <a:xfrm>
                <a:off x="6960326" y="1974088"/>
                <a:ext cx="1108781" cy="1619527"/>
                <a:chOff x="2319480" y="2528640"/>
                <a:chExt cx="1413000" cy="2063880"/>
              </a:xfrm>
            </p:grpSpPr>
            <p:sp>
              <p:nvSpPr>
                <p:cNvPr id="575" name="Google Shape;575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6" name="Google Shape;576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7" name="Google Shape;577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rect b="b" l="l" r="r" t="t"/>
                  <a:pathLst>
                    <a:path extrusionOk="0" h="622" w="646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8" name="Google Shape;578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rect b="b" l="l" r="r" t="t"/>
                  <a:pathLst>
                    <a:path extrusionOk="0" h="1044" w="2206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9" name="Google Shape;579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rect b="b" l="l" r="r" t="t"/>
                  <a:pathLst>
                    <a:path extrusionOk="0" h="2117" w="1504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0" name="Google Shape;580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1" name="Google Shape;581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2" name="Google Shape;582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3" name="Google Shape;583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84" name="Google Shape;584;p26"/>
            <p:cNvGrpSpPr/>
            <p:nvPr/>
          </p:nvGrpSpPr>
          <p:grpSpPr>
            <a:xfrm rot="9900040">
              <a:off x="7618671" y="634603"/>
              <a:ext cx="1213589" cy="1772614"/>
              <a:chOff x="6907836" y="1897435"/>
              <a:chExt cx="1213626" cy="1772667"/>
            </a:xfrm>
          </p:grpSpPr>
          <p:grpSp>
            <p:nvGrpSpPr>
              <p:cNvPr id="585" name="Google Shape;585;p26"/>
              <p:cNvGrpSpPr/>
              <p:nvPr/>
            </p:nvGrpSpPr>
            <p:grpSpPr>
              <a:xfrm>
                <a:off x="6907836" y="1897435"/>
                <a:ext cx="1213626" cy="1772667"/>
                <a:chOff x="2319480" y="2528640"/>
                <a:chExt cx="1413000" cy="2063880"/>
              </a:xfrm>
            </p:grpSpPr>
            <p:sp>
              <p:nvSpPr>
                <p:cNvPr id="586" name="Google Shape;586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7" name="Google Shape;587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8" name="Google Shape;588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rect b="b" l="l" r="r" t="t"/>
                  <a:pathLst>
                    <a:path extrusionOk="0" h="622" w="646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9" name="Google Shape;589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rect b="b" l="l" r="r" t="t"/>
                  <a:pathLst>
                    <a:path extrusionOk="0" h="1044" w="2206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0" name="Google Shape;590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rect b="b" l="l" r="r" t="t"/>
                  <a:pathLst>
                    <a:path extrusionOk="0" h="2117" w="1504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1" name="Google Shape;591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2" name="Google Shape;592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3" name="Google Shape;593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4" name="Google Shape;594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5" name="Google Shape;595;p26"/>
              <p:cNvGrpSpPr/>
              <p:nvPr/>
            </p:nvGrpSpPr>
            <p:grpSpPr>
              <a:xfrm>
                <a:off x="6935887" y="1938370"/>
                <a:ext cx="1157671" cy="1690937"/>
                <a:chOff x="2319480" y="2528640"/>
                <a:chExt cx="1413000" cy="2063880"/>
              </a:xfrm>
            </p:grpSpPr>
            <p:sp>
              <p:nvSpPr>
                <p:cNvPr id="596" name="Google Shape;596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7" name="Google Shape;597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8" name="Google Shape;598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rect b="b" l="l" r="r" t="t"/>
                  <a:pathLst>
                    <a:path extrusionOk="0" h="622" w="646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9" name="Google Shape;599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rect b="b" l="l" r="r" t="t"/>
                  <a:pathLst>
                    <a:path extrusionOk="0" h="1044" w="2206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0" name="Google Shape;600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rect b="b" l="l" r="r" t="t"/>
                  <a:pathLst>
                    <a:path extrusionOk="0" h="2117" w="1504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2" name="Google Shape;602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3" name="Google Shape;603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4" name="Google Shape;604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5" name="Google Shape;605;p26"/>
              <p:cNvGrpSpPr/>
              <p:nvPr/>
            </p:nvGrpSpPr>
            <p:grpSpPr>
              <a:xfrm>
                <a:off x="6960326" y="1974088"/>
                <a:ext cx="1108781" cy="1619527"/>
                <a:chOff x="2319480" y="2528640"/>
                <a:chExt cx="1413000" cy="2063880"/>
              </a:xfrm>
            </p:grpSpPr>
            <p:sp>
              <p:nvSpPr>
                <p:cNvPr id="606" name="Google Shape;606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7" name="Google Shape;607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rect b="b" l="l" r="r" t="t"/>
                  <a:pathLst>
                    <a:path extrusionOk="0" h="392" w="366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8" name="Google Shape;608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rect b="b" l="l" r="r" t="t"/>
                  <a:pathLst>
                    <a:path extrusionOk="0" h="622" w="646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9" name="Google Shape;609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rect b="b" l="l" r="r" t="t"/>
                  <a:pathLst>
                    <a:path extrusionOk="0" h="1044" w="2206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0" name="Google Shape;610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rect b="b" l="l" r="r" t="t"/>
                  <a:pathLst>
                    <a:path extrusionOk="0" h="2117" w="1504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" name="Google Shape;611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" name="Google Shape;612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rect b="b" l="l" r="r" t="t"/>
                  <a:pathLst>
                    <a:path extrusionOk="0" h="335" w="493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3" name="Google Shape;613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4" name="Google Shape;614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rect b="b" l="l" r="r" t="t"/>
                  <a:pathLst>
                    <a:path extrusionOk="0" h="5733" w="1336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15" name="Google Shape;615;p26"/>
            <p:cNvGrpSpPr/>
            <p:nvPr/>
          </p:nvGrpSpPr>
          <p:grpSpPr>
            <a:xfrm rot="2700000">
              <a:off x="5496971" y="-457160"/>
              <a:ext cx="1874082" cy="1490202"/>
              <a:chOff x="7060875" y="171998"/>
              <a:chExt cx="1874100" cy="1490216"/>
            </a:xfrm>
          </p:grpSpPr>
          <p:grpSp>
            <p:nvGrpSpPr>
              <p:cNvPr id="616" name="Google Shape;616;p26"/>
              <p:cNvGrpSpPr/>
              <p:nvPr/>
            </p:nvGrpSpPr>
            <p:grpSpPr>
              <a:xfrm rot="8999923">
                <a:off x="7445771" y="371715"/>
                <a:ext cx="1091191" cy="1090783"/>
                <a:chOff x="5604480" y="3862800"/>
                <a:chExt cx="1352880" cy="1352520"/>
              </a:xfrm>
            </p:grpSpPr>
            <p:sp>
              <p:nvSpPr>
                <p:cNvPr id="617" name="Google Shape;617;p26"/>
                <p:cNvSpPr/>
                <p:nvPr/>
              </p:nvSpPr>
              <p:spPr>
                <a:xfrm>
                  <a:off x="5810040" y="4077000"/>
                  <a:ext cx="942120" cy="933120"/>
                </a:xfrm>
                <a:custGeom>
                  <a:rect b="b" l="l" r="r" t="t"/>
                  <a:pathLst>
                    <a:path extrusionOk="0" h="2592" w="2617">
                      <a:moveTo>
                        <a:pt x="1319" y="2592"/>
                      </a:moveTo>
                      <a:cubicBezTo>
                        <a:pt x="970" y="2595"/>
                        <a:pt x="640" y="2461"/>
                        <a:pt x="391" y="2217"/>
                      </a:cubicBezTo>
                      <a:cubicBezTo>
                        <a:pt x="-124" y="1711"/>
                        <a:pt x="-131" y="881"/>
                        <a:pt x="375" y="366"/>
                      </a:cubicBezTo>
                      <a:cubicBezTo>
                        <a:pt x="555" y="182"/>
                        <a:pt x="783" y="57"/>
                        <a:pt x="1035" y="3"/>
                      </a:cubicBezTo>
                      <a:cubicBezTo>
                        <a:pt x="1113" y="-13"/>
                        <a:pt x="1190" y="37"/>
                        <a:pt x="1207" y="115"/>
                      </a:cubicBezTo>
                      <a:cubicBezTo>
                        <a:pt x="1224" y="194"/>
                        <a:pt x="1174" y="271"/>
                        <a:pt x="1095" y="288"/>
                      </a:cubicBezTo>
                      <a:cubicBezTo>
                        <a:pt x="900" y="329"/>
                        <a:pt x="722" y="427"/>
                        <a:pt x="582" y="570"/>
                      </a:cubicBezTo>
                      <a:cubicBezTo>
                        <a:pt x="189" y="970"/>
                        <a:pt x="194" y="1616"/>
                        <a:pt x="594" y="2009"/>
                      </a:cubicBezTo>
                      <a:cubicBezTo>
                        <a:pt x="789" y="2200"/>
                        <a:pt x="1045" y="2304"/>
                        <a:pt x="1317" y="2301"/>
                      </a:cubicBezTo>
                      <a:cubicBezTo>
                        <a:pt x="1589" y="2299"/>
                        <a:pt x="1843" y="2191"/>
                        <a:pt x="2034" y="1997"/>
                      </a:cubicBezTo>
                      <a:cubicBezTo>
                        <a:pt x="2225" y="1803"/>
                        <a:pt x="2328" y="1546"/>
                        <a:pt x="2326" y="1274"/>
                      </a:cubicBezTo>
                      <a:cubicBezTo>
                        <a:pt x="2324" y="1002"/>
                        <a:pt x="2215" y="748"/>
                        <a:pt x="2022" y="557"/>
                      </a:cubicBezTo>
                      <a:cubicBezTo>
                        <a:pt x="1914" y="452"/>
                        <a:pt x="1788" y="373"/>
                        <a:pt x="1648" y="324"/>
                      </a:cubicBezTo>
                      <a:cubicBezTo>
                        <a:pt x="1572" y="297"/>
                        <a:pt x="1532" y="214"/>
                        <a:pt x="1559" y="138"/>
                      </a:cubicBezTo>
                      <a:cubicBezTo>
                        <a:pt x="1586" y="62"/>
                        <a:pt x="1668" y="23"/>
                        <a:pt x="1744" y="49"/>
                      </a:cubicBezTo>
                      <a:cubicBezTo>
                        <a:pt x="1925" y="113"/>
                        <a:pt x="2087" y="214"/>
                        <a:pt x="2225" y="350"/>
                      </a:cubicBezTo>
                      <a:cubicBezTo>
                        <a:pt x="2475" y="595"/>
                        <a:pt x="2613" y="922"/>
                        <a:pt x="2617" y="1272"/>
                      </a:cubicBezTo>
                      <a:cubicBezTo>
                        <a:pt x="2620" y="1621"/>
                        <a:pt x="2486" y="1951"/>
                        <a:pt x="2241" y="2201"/>
                      </a:cubicBezTo>
                      <a:cubicBezTo>
                        <a:pt x="1996" y="2450"/>
                        <a:pt x="1669" y="2589"/>
                        <a:pt x="1319" y="259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8" name="Google Shape;618;p26"/>
                <p:cNvSpPr/>
                <p:nvPr/>
              </p:nvSpPr>
              <p:spPr>
                <a:xfrm>
                  <a:off x="6140880" y="4068000"/>
                  <a:ext cx="331920" cy="128520"/>
                </a:xfrm>
                <a:custGeom>
                  <a:rect b="b" l="l" r="r" t="t"/>
                  <a:pathLst>
                    <a:path extrusionOk="0" h="357" w="922">
                      <a:moveTo>
                        <a:pt x="778" y="357"/>
                      </a:moveTo>
                      <a:cubicBezTo>
                        <a:pt x="762" y="357"/>
                        <a:pt x="745" y="354"/>
                        <a:pt x="729" y="349"/>
                      </a:cubicBezTo>
                      <a:cubicBezTo>
                        <a:pt x="551" y="286"/>
                        <a:pt x="360" y="274"/>
                        <a:pt x="176" y="313"/>
                      </a:cubicBezTo>
                      <a:cubicBezTo>
                        <a:pt x="97" y="329"/>
                        <a:pt x="20" y="279"/>
                        <a:pt x="4" y="201"/>
                      </a:cubicBezTo>
                      <a:cubicBezTo>
                        <a:pt x="-13" y="122"/>
                        <a:pt x="37" y="45"/>
                        <a:pt x="116" y="28"/>
                      </a:cubicBezTo>
                      <a:cubicBezTo>
                        <a:pt x="352" y="-22"/>
                        <a:pt x="598" y="-6"/>
                        <a:pt x="825" y="74"/>
                      </a:cubicBezTo>
                      <a:cubicBezTo>
                        <a:pt x="901" y="101"/>
                        <a:pt x="941" y="184"/>
                        <a:pt x="914" y="260"/>
                      </a:cubicBezTo>
                      <a:cubicBezTo>
                        <a:pt x="893" y="319"/>
                        <a:pt x="838" y="356"/>
                        <a:pt x="778" y="3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9" name="Google Shape;619;p26"/>
                <p:cNvSpPr/>
                <p:nvPr/>
              </p:nvSpPr>
              <p:spPr>
                <a:xfrm>
                  <a:off x="5604480" y="4263840"/>
                  <a:ext cx="1352880" cy="951480"/>
                </a:xfrm>
                <a:custGeom>
                  <a:rect b="b" l="l" r="r" t="t"/>
                  <a:pathLst>
                    <a:path extrusionOk="0" h="2643" w="3758">
                      <a:moveTo>
                        <a:pt x="1895" y="2643"/>
                      </a:moveTo>
                      <a:cubicBezTo>
                        <a:pt x="1394" y="2647"/>
                        <a:pt x="920" y="2456"/>
                        <a:pt x="562" y="2104"/>
                      </a:cubicBezTo>
                      <a:cubicBezTo>
                        <a:pt x="287" y="1833"/>
                        <a:pt x="104" y="1490"/>
                        <a:pt x="33" y="1113"/>
                      </a:cubicBezTo>
                      <a:cubicBezTo>
                        <a:pt x="-36" y="743"/>
                        <a:pt x="5" y="366"/>
                        <a:pt x="153" y="22"/>
                      </a:cubicBezTo>
                      <a:cubicBezTo>
                        <a:pt x="161" y="4"/>
                        <a:pt x="182" y="-5"/>
                        <a:pt x="201" y="3"/>
                      </a:cubicBezTo>
                      <a:cubicBezTo>
                        <a:pt x="219" y="11"/>
                        <a:pt x="228" y="32"/>
                        <a:pt x="220" y="51"/>
                      </a:cubicBezTo>
                      <a:cubicBezTo>
                        <a:pt x="-77" y="740"/>
                        <a:pt x="78" y="1526"/>
                        <a:pt x="613" y="2052"/>
                      </a:cubicBezTo>
                      <a:cubicBezTo>
                        <a:pt x="957" y="2390"/>
                        <a:pt x="1412" y="2574"/>
                        <a:pt x="1895" y="2570"/>
                      </a:cubicBezTo>
                      <a:cubicBezTo>
                        <a:pt x="2377" y="2566"/>
                        <a:pt x="2829" y="2374"/>
                        <a:pt x="3167" y="2030"/>
                      </a:cubicBezTo>
                      <a:cubicBezTo>
                        <a:pt x="3556" y="1633"/>
                        <a:pt x="3740" y="1089"/>
                        <a:pt x="3671" y="537"/>
                      </a:cubicBezTo>
                      <a:cubicBezTo>
                        <a:pt x="3668" y="517"/>
                        <a:pt x="3682" y="499"/>
                        <a:pt x="3702" y="497"/>
                      </a:cubicBezTo>
                      <a:cubicBezTo>
                        <a:pt x="3722" y="494"/>
                        <a:pt x="3740" y="508"/>
                        <a:pt x="3743" y="528"/>
                      </a:cubicBezTo>
                      <a:cubicBezTo>
                        <a:pt x="3815" y="1103"/>
                        <a:pt x="3624" y="1669"/>
                        <a:pt x="3219" y="2081"/>
                      </a:cubicBezTo>
                      <a:cubicBezTo>
                        <a:pt x="2867" y="2439"/>
                        <a:pt x="2397" y="2638"/>
                        <a:pt x="1895" y="26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0" name="Google Shape;620;p26"/>
                <p:cNvSpPr/>
                <p:nvPr/>
              </p:nvSpPr>
              <p:spPr>
                <a:xfrm>
                  <a:off x="6090120" y="3862800"/>
                  <a:ext cx="450000" cy="73440"/>
                </a:xfrm>
                <a:custGeom>
                  <a:rect b="b" l="l" r="r" t="t"/>
                  <a:pathLst>
                    <a:path extrusionOk="0" h="204" w="1250">
                      <a:moveTo>
                        <a:pt x="1214" y="204"/>
                      </a:moveTo>
                      <a:cubicBezTo>
                        <a:pt x="1210" y="204"/>
                        <a:pt x="1205" y="203"/>
                        <a:pt x="1200" y="201"/>
                      </a:cubicBezTo>
                      <a:cubicBezTo>
                        <a:pt x="836" y="56"/>
                        <a:pt x="426" y="33"/>
                        <a:pt x="46" y="138"/>
                      </a:cubicBezTo>
                      <a:cubicBezTo>
                        <a:pt x="27" y="143"/>
                        <a:pt x="7" y="132"/>
                        <a:pt x="2" y="113"/>
                      </a:cubicBezTo>
                      <a:cubicBezTo>
                        <a:pt x="-4" y="94"/>
                        <a:pt x="7" y="74"/>
                        <a:pt x="27" y="68"/>
                      </a:cubicBezTo>
                      <a:cubicBezTo>
                        <a:pt x="421" y="-41"/>
                        <a:pt x="848" y="-18"/>
                        <a:pt x="1227" y="134"/>
                      </a:cubicBezTo>
                      <a:cubicBezTo>
                        <a:pt x="1246" y="141"/>
                        <a:pt x="1255" y="162"/>
                        <a:pt x="1248" y="181"/>
                      </a:cubicBezTo>
                      <a:cubicBezTo>
                        <a:pt x="1242" y="195"/>
                        <a:pt x="1228" y="204"/>
                        <a:pt x="1214" y="20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28425" lIns="90000" spcFirstLastPara="1" rIns="90000" wrap="square" tIns="28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1" name="Google Shape;621;p26"/>
                <p:cNvSpPr/>
                <p:nvPr/>
              </p:nvSpPr>
              <p:spPr>
                <a:xfrm>
                  <a:off x="5739120" y="4004280"/>
                  <a:ext cx="145080" cy="147240"/>
                </a:xfrm>
                <a:custGeom>
                  <a:rect b="b" l="l" r="r" t="t"/>
                  <a:pathLst>
                    <a:path extrusionOk="0" h="409" w="403">
                      <a:moveTo>
                        <a:pt x="36" y="409"/>
                      </a:moveTo>
                      <a:cubicBezTo>
                        <a:pt x="29" y="409"/>
                        <a:pt x="21" y="407"/>
                        <a:pt x="14" y="402"/>
                      </a:cubicBezTo>
                      <a:cubicBezTo>
                        <a:pt x="-2" y="390"/>
                        <a:pt x="-5" y="367"/>
                        <a:pt x="7" y="351"/>
                      </a:cubicBezTo>
                      <a:cubicBezTo>
                        <a:pt x="56" y="288"/>
                        <a:pt x="109" y="226"/>
                        <a:pt x="165" y="169"/>
                      </a:cubicBezTo>
                      <a:cubicBezTo>
                        <a:pt x="222" y="111"/>
                        <a:pt x="282" y="57"/>
                        <a:pt x="345" y="8"/>
                      </a:cubicBezTo>
                      <a:cubicBezTo>
                        <a:pt x="360" y="-5"/>
                        <a:pt x="383" y="-2"/>
                        <a:pt x="396" y="14"/>
                      </a:cubicBezTo>
                      <a:cubicBezTo>
                        <a:pt x="408" y="30"/>
                        <a:pt x="405" y="53"/>
                        <a:pt x="390" y="65"/>
                      </a:cubicBezTo>
                      <a:cubicBezTo>
                        <a:pt x="329" y="113"/>
                        <a:pt x="271" y="165"/>
                        <a:pt x="217" y="220"/>
                      </a:cubicBezTo>
                      <a:cubicBezTo>
                        <a:pt x="163" y="275"/>
                        <a:pt x="112" y="334"/>
                        <a:pt x="65" y="395"/>
                      </a:cubicBezTo>
                      <a:cubicBezTo>
                        <a:pt x="58" y="405"/>
                        <a:pt x="47" y="409"/>
                        <a:pt x="36" y="4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2" name="Google Shape;622;p26"/>
                <p:cNvSpPr/>
                <p:nvPr/>
              </p:nvSpPr>
              <p:spPr>
                <a:xfrm>
                  <a:off x="5680080" y="3937680"/>
                  <a:ext cx="1202040" cy="1202400"/>
                </a:xfrm>
                <a:custGeom>
                  <a:rect b="b" l="l" r="r" t="t"/>
                  <a:pathLst>
                    <a:path extrusionOk="0" h="3340" w="3339">
                      <a:moveTo>
                        <a:pt x="1684" y="3340"/>
                      </a:moveTo>
                      <a:cubicBezTo>
                        <a:pt x="1238" y="3344"/>
                        <a:pt x="816" y="3174"/>
                        <a:pt x="498" y="2862"/>
                      </a:cubicBezTo>
                      <a:cubicBezTo>
                        <a:pt x="-159" y="2216"/>
                        <a:pt x="-168" y="1156"/>
                        <a:pt x="478" y="500"/>
                      </a:cubicBezTo>
                      <a:cubicBezTo>
                        <a:pt x="790" y="182"/>
                        <a:pt x="1208" y="4"/>
                        <a:pt x="1654" y="0"/>
                      </a:cubicBezTo>
                      <a:cubicBezTo>
                        <a:pt x="2100" y="-4"/>
                        <a:pt x="2522" y="166"/>
                        <a:pt x="2840" y="479"/>
                      </a:cubicBezTo>
                      <a:cubicBezTo>
                        <a:pt x="3152" y="787"/>
                        <a:pt x="3330" y="1197"/>
                        <a:pt x="3339" y="1635"/>
                      </a:cubicBezTo>
                      <a:lnTo>
                        <a:pt x="3330" y="1636"/>
                      </a:lnTo>
                      <a:cubicBezTo>
                        <a:pt x="3321" y="1200"/>
                        <a:pt x="3145" y="791"/>
                        <a:pt x="2833" y="486"/>
                      </a:cubicBezTo>
                      <a:cubicBezTo>
                        <a:pt x="2517" y="175"/>
                        <a:pt x="2098" y="5"/>
                        <a:pt x="1654" y="9"/>
                      </a:cubicBezTo>
                      <a:cubicBezTo>
                        <a:pt x="1211" y="13"/>
                        <a:pt x="795" y="190"/>
                        <a:pt x="484" y="506"/>
                      </a:cubicBezTo>
                      <a:cubicBezTo>
                        <a:pt x="-158" y="1159"/>
                        <a:pt x="-149" y="2213"/>
                        <a:pt x="505" y="2855"/>
                      </a:cubicBezTo>
                      <a:cubicBezTo>
                        <a:pt x="821" y="3166"/>
                        <a:pt x="1240" y="3335"/>
                        <a:pt x="1684" y="3331"/>
                      </a:cubicBezTo>
                      <a:cubicBezTo>
                        <a:pt x="2127" y="3328"/>
                        <a:pt x="2543" y="3151"/>
                        <a:pt x="2854" y="2835"/>
                      </a:cubicBezTo>
                      <a:cubicBezTo>
                        <a:pt x="2940" y="2747"/>
                        <a:pt x="3016" y="2650"/>
                        <a:pt x="3080" y="2547"/>
                      </a:cubicBezTo>
                      <a:lnTo>
                        <a:pt x="3088" y="2552"/>
                      </a:lnTo>
                      <a:cubicBezTo>
                        <a:pt x="3024" y="2656"/>
                        <a:pt x="2947" y="2753"/>
                        <a:pt x="2860" y="2841"/>
                      </a:cubicBezTo>
                      <a:cubicBezTo>
                        <a:pt x="2548" y="3159"/>
                        <a:pt x="2130" y="3337"/>
                        <a:pt x="1684" y="334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3" name="Google Shape;623;p26"/>
                <p:cNvSpPr/>
                <p:nvPr/>
              </p:nvSpPr>
              <p:spPr>
                <a:xfrm>
                  <a:off x="6257520" y="4515840"/>
                  <a:ext cx="46800" cy="46440"/>
                </a:xfrm>
                <a:custGeom>
                  <a:rect b="b" l="l" r="r" t="t"/>
                  <a:pathLst>
                    <a:path extrusionOk="0" h="129" w="130">
                      <a:moveTo>
                        <a:pt x="19" y="19"/>
                      </a:moveTo>
                      <a:cubicBezTo>
                        <a:pt x="44" y="-7"/>
                        <a:pt x="85" y="-7"/>
                        <a:pt x="111" y="18"/>
                      </a:cubicBezTo>
                      <a:cubicBezTo>
                        <a:pt x="136" y="43"/>
                        <a:pt x="136" y="84"/>
                        <a:pt x="111" y="110"/>
                      </a:cubicBezTo>
                      <a:cubicBezTo>
                        <a:pt x="86" y="135"/>
                        <a:pt x="45" y="135"/>
                        <a:pt x="20" y="111"/>
                      </a:cubicBezTo>
                      <a:cubicBezTo>
                        <a:pt x="-6" y="86"/>
                        <a:pt x="-6" y="44"/>
                        <a:pt x="19" y="1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1425" lIns="90000" spcFirstLastPara="1" rIns="90000" wrap="square" tIns="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624" name="Google Shape;624;p26"/>
              <p:cNvCxnSpPr/>
              <p:nvPr/>
            </p:nvCxnSpPr>
            <p:spPr>
              <a:xfrm rot="10800000">
                <a:off x="7060875" y="293104"/>
                <a:ext cx="944100" cy="629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25" name="Google Shape;625;p26"/>
              <p:cNvCxnSpPr/>
              <p:nvPr/>
            </p:nvCxnSpPr>
            <p:spPr>
              <a:xfrm>
                <a:off x="8004975" y="915650"/>
                <a:ext cx="930000" cy="1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626" name="Google Shape;626;p26"/>
            <p:cNvGrpSpPr/>
            <p:nvPr/>
          </p:nvGrpSpPr>
          <p:grpSpPr>
            <a:xfrm rot="-5400233">
              <a:off x="1530181" y="4231529"/>
              <a:ext cx="1460926" cy="1453021"/>
              <a:chOff x="7550280" y="205025"/>
              <a:chExt cx="989720" cy="984365"/>
            </a:xfrm>
          </p:grpSpPr>
          <p:grpSp>
            <p:nvGrpSpPr>
              <p:cNvPr id="627" name="Google Shape;627;p26"/>
              <p:cNvGrpSpPr/>
              <p:nvPr/>
            </p:nvGrpSpPr>
            <p:grpSpPr>
              <a:xfrm>
                <a:off x="7550280" y="241510"/>
                <a:ext cx="948240" cy="947880"/>
                <a:chOff x="3374280" y="221760"/>
                <a:chExt cx="948240" cy="947880"/>
              </a:xfrm>
            </p:grpSpPr>
            <p:sp>
              <p:nvSpPr>
                <p:cNvPr id="628" name="Google Shape;628;p26"/>
                <p:cNvSpPr/>
                <p:nvPr/>
              </p:nvSpPr>
              <p:spPr>
                <a:xfrm>
                  <a:off x="3448440" y="295560"/>
                  <a:ext cx="500760" cy="520200"/>
                </a:xfrm>
                <a:custGeom>
                  <a:rect b="b" l="l" r="r" t="t"/>
                  <a:pathLst>
                    <a:path extrusionOk="0" h="1445" w="1391">
                      <a:moveTo>
                        <a:pt x="330" y="1445"/>
                      </a:moveTo>
                      <a:cubicBezTo>
                        <a:pt x="315" y="1446"/>
                        <a:pt x="300" y="1440"/>
                        <a:pt x="288" y="1428"/>
                      </a:cubicBezTo>
                      <a:lnTo>
                        <a:pt x="17" y="1162"/>
                      </a:lnTo>
                      <a:cubicBezTo>
                        <a:pt x="6" y="1151"/>
                        <a:pt x="0" y="1136"/>
                        <a:pt x="0" y="1121"/>
                      </a:cubicBezTo>
                      <a:cubicBezTo>
                        <a:pt x="0" y="1105"/>
                        <a:pt x="6" y="1090"/>
                        <a:pt x="16" y="1079"/>
                      </a:cubicBezTo>
                      <a:lnTo>
                        <a:pt x="1060" y="18"/>
                      </a:lnTo>
                      <a:cubicBezTo>
                        <a:pt x="1083" y="-6"/>
                        <a:pt x="1120" y="-6"/>
                        <a:pt x="1143" y="17"/>
                      </a:cubicBezTo>
                      <a:lnTo>
                        <a:pt x="1373" y="243"/>
                      </a:lnTo>
                      <a:cubicBezTo>
                        <a:pt x="1397" y="266"/>
                        <a:pt x="1397" y="303"/>
                        <a:pt x="1374" y="326"/>
                      </a:cubicBezTo>
                      <a:cubicBezTo>
                        <a:pt x="1351" y="350"/>
                        <a:pt x="1314" y="350"/>
                        <a:pt x="1291" y="327"/>
                      </a:cubicBezTo>
                      <a:lnTo>
                        <a:pt x="1103" y="142"/>
                      </a:lnTo>
                      <a:lnTo>
                        <a:pt x="142" y="1120"/>
                      </a:lnTo>
                      <a:lnTo>
                        <a:pt x="370" y="1345"/>
                      </a:lnTo>
                      <a:cubicBezTo>
                        <a:pt x="394" y="1367"/>
                        <a:pt x="394" y="1405"/>
                        <a:pt x="371" y="1428"/>
                      </a:cubicBezTo>
                      <a:cubicBezTo>
                        <a:pt x="360" y="1439"/>
                        <a:pt x="345" y="1445"/>
                        <a:pt x="330" y="14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26"/>
                <p:cNvSpPr/>
                <p:nvPr/>
              </p:nvSpPr>
              <p:spPr>
                <a:xfrm>
                  <a:off x="3374280" y="221760"/>
                  <a:ext cx="948240" cy="947880"/>
                </a:xfrm>
                <a:custGeom>
                  <a:rect b="b" l="l" r="r" t="t"/>
                  <a:pathLst>
                    <a:path extrusionOk="0" h="2633" w="2634">
                      <a:moveTo>
                        <a:pt x="56" y="1327"/>
                      </a:moveTo>
                      <a:lnTo>
                        <a:pt x="1328" y="2577"/>
                      </a:lnTo>
                      <a:lnTo>
                        <a:pt x="2578" y="1305"/>
                      </a:lnTo>
                      <a:lnTo>
                        <a:pt x="1306" y="55"/>
                      </a:lnTo>
                      <a:lnTo>
                        <a:pt x="56" y="1327"/>
                      </a:lnTo>
                      <a:moveTo>
                        <a:pt x="1328" y="2633"/>
                      </a:moveTo>
                      <a:cubicBezTo>
                        <a:pt x="1322" y="2633"/>
                        <a:pt x="1316" y="2630"/>
                        <a:pt x="1312" y="2626"/>
                      </a:cubicBezTo>
                      <a:lnTo>
                        <a:pt x="7" y="1344"/>
                      </a:lnTo>
                      <a:cubicBezTo>
                        <a:pt x="3" y="1339"/>
                        <a:pt x="0" y="1334"/>
                        <a:pt x="0" y="1328"/>
                      </a:cubicBezTo>
                      <a:cubicBezTo>
                        <a:pt x="0" y="1321"/>
                        <a:pt x="2" y="1316"/>
                        <a:pt x="7" y="1311"/>
                      </a:cubicBezTo>
                      <a:lnTo>
                        <a:pt x="1289" y="6"/>
                      </a:lnTo>
                      <a:cubicBezTo>
                        <a:pt x="1298" y="-2"/>
                        <a:pt x="1313" y="-3"/>
                        <a:pt x="1322" y="6"/>
                      </a:cubicBezTo>
                      <a:lnTo>
                        <a:pt x="2627" y="1288"/>
                      </a:lnTo>
                      <a:cubicBezTo>
                        <a:pt x="2631" y="1293"/>
                        <a:pt x="2634" y="1299"/>
                        <a:pt x="2634" y="1305"/>
                      </a:cubicBezTo>
                      <a:cubicBezTo>
                        <a:pt x="2634" y="1311"/>
                        <a:pt x="2631" y="1317"/>
                        <a:pt x="2627" y="1321"/>
                      </a:cubicBezTo>
                      <a:lnTo>
                        <a:pt x="1345" y="2626"/>
                      </a:lnTo>
                      <a:cubicBezTo>
                        <a:pt x="1340" y="2630"/>
                        <a:pt x="1334" y="2632"/>
                        <a:pt x="1328" y="26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" name="Google Shape;630;p26"/>
                <p:cNvSpPr/>
                <p:nvPr/>
              </p:nvSpPr>
              <p:spPr>
                <a:xfrm>
                  <a:off x="3615120" y="462240"/>
                  <a:ext cx="466560" cy="466560"/>
                </a:xfrm>
                <a:custGeom>
                  <a:rect b="b" l="l" r="r" t="t"/>
                  <a:pathLst>
                    <a:path extrusionOk="0" h="1296" w="1296">
                      <a:moveTo>
                        <a:pt x="11" y="653"/>
                      </a:moveTo>
                      <a:lnTo>
                        <a:pt x="653" y="1285"/>
                      </a:lnTo>
                      <a:lnTo>
                        <a:pt x="1285" y="642"/>
                      </a:lnTo>
                      <a:lnTo>
                        <a:pt x="642" y="11"/>
                      </a:lnTo>
                      <a:lnTo>
                        <a:pt x="11" y="653"/>
                      </a:lnTo>
                      <a:moveTo>
                        <a:pt x="653" y="1296"/>
                      </a:moveTo>
                      <a:cubicBezTo>
                        <a:pt x="652" y="1296"/>
                        <a:pt x="651" y="1296"/>
                        <a:pt x="650" y="1295"/>
                      </a:cubicBezTo>
                      <a:lnTo>
                        <a:pt x="1" y="657"/>
                      </a:lnTo>
                      <a:cubicBezTo>
                        <a:pt x="1" y="656"/>
                        <a:pt x="0" y="655"/>
                        <a:pt x="0" y="654"/>
                      </a:cubicBezTo>
                      <a:cubicBezTo>
                        <a:pt x="0" y="653"/>
                        <a:pt x="1" y="651"/>
                        <a:pt x="1" y="651"/>
                      </a:cubicBezTo>
                      <a:lnTo>
                        <a:pt x="639" y="1"/>
                      </a:lnTo>
                      <a:cubicBezTo>
                        <a:pt x="641" y="0"/>
                        <a:pt x="644" y="0"/>
                        <a:pt x="645" y="1"/>
                      </a:cubicBezTo>
                      <a:lnTo>
                        <a:pt x="1294" y="639"/>
                      </a:lnTo>
                      <a:cubicBezTo>
                        <a:pt x="1295" y="640"/>
                        <a:pt x="1296" y="641"/>
                        <a:pt x="1296" y="642"/>
                      </a:cubicBezTo>
                      <a:cubicBezTo>
                        <a:pt x="1296" y="644"/>
                        <a:pt x="1295" y="645"/>
                        <a:pt x="1294" y="646"/>
                      </a:cubicBezTo>
                      <a:lnTo>
                        <a:pt x="657" y="1294"/>
                      </a:lnTo>
                      <a:cubicBezTo>
                        <a:pt x="656" y="1296"/>
                        <a:pt x="655" y="1296"/>
                        <a:pt x="653" y="12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" name="Google Shape;631;p26"/>
                <p:cNvSpPr/>
                <p:nvPr/>
              </p:nvSpPr>
              <p:spPr>
                <a:xfrm>
                  <a:off x="3639240" y="483480"/>
                  <a:ext cx="609120" cy="612000"/>
                </a:xfrm>
                <a:custGeom>
                  <a:rect b="b" l="l" r="r" t="t"/>
                  <a:pathLst>
                    <a:path extrusionOk="0" h="1700" w="1692">
                      <a:moveTo>
                        <a:pt x="591" y="1700"/>
                      </a:moveTo>
                      <a:cubicBezTo>
                        <a:pt x="575" y="1701"/>
                        <a:pt x="560" y="1695"/>
                        <a:pt x="549" y="1683"/>
                      </a:cubicBezTo>
                      <a:lnTo>
                        <a:pt x="18" y="1162"/>
                      </a:lnTo>
                      <a:cubicBezTo>
                        <a:pt x="-5" y="1139"/>
                        <a:pt x="-5" y="1102"/>
                        <a:pt x="17" y="1078"/>
                      </a:cubicBezTo>
                      <a:cubicBezTo>
                        <a:pt x="40" y="1056"/>
                        <a:pt x="78" y="1055"/>
                        <a:pt x="100" y="1078"/>
                      </a:cubicBezTo>
                      <a:lnTo>
                        <a:pt x="589" y="1558"/>
                      </a:lnTo>
                      <a:lnTo>
                        <a:pt x="1550" y="581"/>
                      </a:lnTo>
                      <a:lnTo>
                        <a:pt x="1061" y="100"/>
                      </a:lnTo>
                      <a:cubicBezTo>
                        <a:pt x="1038" y="77"/>
                        <a:pt x="1038" y="40"/>
                        <a:pt x="1061" y="17"/>
                      </a:cubicBezTo>
                      <a:cubicBezTo>
                        <a:pt x="1083" y="-6"/>
                        <a:pt x="1121" y="-6"/>
                        <a:pt x="1144" y="16"/>
                      </a:cubicBezTo>
                      <a:lnTo>
                        <a:pt x="1675" y="538"/>
                      </a:lnTo>
                      <a:cubicBezTo>
                        <a:pt x="1698" y="561"/>
                        <a:pt x="1698" y="598"/>
                        <a:pt x="1675" y="621"/>
                      </a:cubicBezTo>
                      <a:lnTo>
                        <a:pt x="632" y="1683"/>
                      </a:lnTo>
                      <a:cubicBezTo>
                        <a:pt x="621" y="1694"/>
                        <a:pt x="606" y="1700"/>
                        <a:pt x="591" y="17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2" name="Google Shape;632;p26"/>
                <p:cNvSpPr/>
                <p:nvPr/>
              </p:nvSpPr>
              <p:spPr>
                <a:xfrm>
                  <a:off x="3488605" y="718043"/>
                  <a:ext cx="319680" cy="314640"/>
                </a:xfrm>
                <a:custGeom>
                  <a:rect b="b" l="l" r="r" t="t"/>
                  <a:pathLst>
                    <a:path extrusionOk="0" h="874" w="888">
                      <a:moveTo>
                        <a:pt x="829" y="874"/>
                      </a:moveTo>
                      <a:cubicBezTo>
                        <a:pt x="814" y="874"/>
                        <a:pt x="800" y="868"/>
                        <a:pt x="788" y="857"/>
                      </a:cubicBezTo>
                      <a:lnTo>
                        <a:pt x="18" y="100"/>
                      </a:lnTo>
                      <a:cubicBezTo>
                        <a:pt x="-5" y="78"/>
                        <a:pt x="-6" y="40"/>
                        <a:pt x="17" y="17"/>
                      </a:cubicBezTo>
                      <a:cubicBezTo>
                        <a:pt x="40" y="-6"/>
                        <a:pt x="77" y="-6"/>
                        <a:pt x="100" y="17"/>
                      </a:cubicBezTo>
                      <a:lnTo>
                        <a:pt x="870" y="773"/>
                      </a:lnTo>
                      <a:cubicBezTo>
                        <a:pt x="894" y="796"/>
                        <a:pt x="894" y="833"/>
                        <a:pt x="871" y="857"/>
                      </a:cubicBezTo>
                      <a:cubicBezTo>
                        <a:pt x="860" y="868"/>
                        <a:pt x="845" y="874"/>
                        <a:pt x="829" y="87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633" name="Google Shape;633;p26"/>
              <p:cNvCxnSpPr/>
              <p:nvPr/>
            </p:nvCxnSpPr>
            <p:spPr>
              <a:xfrm flipH="1" rot="10800000">
                <a:off x="8023400" y="205025"/>
                <a:ext cx="5166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27"/>
          <p:cNvGrpSpPr/>
          <p:nvPr/>
        </p:nvGrpSpPr>
        <p:grpSpPr>
          <a:xfrm>
            <a:off x="-625092" y="950306"/>
            <a:ext cx="10473720" cy="3893004"/>
            <a:chOff x="-625092" y="950306"/>
            <a:chExt cx="10473720" cy="3893004"/>
          </a:xfrm>
        </p:grpSpPr>
        <p:grpSp>
          <p:nvGrpSpPr>
            <p:cNvPr id="636" name="Google Shape;636;p27"/>
            <p:cNvGrpSpPr/>
            <p:nvPr/>
          </p:nvGrpSpPr>
          <p:grpSpPr>
            <a:xfrm>
              <a:off x="7959331" y="2954516"/>
              <a:ext cx="1889297" cy="1888794"/>
              <a:chOff x="5604480" y="3862800"/>
              <a:chExt cx="1352880" cy="1352520"/>
            </a:xfrm>
          </p:grpSpPr>
          <p:sp>
            <p:nvSpPr>
              <p:cNvPr id="637" name="Google Shape;637;p27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rect b="b" l="l" r="r" t="t"/>
                <a:pathLst>
                  <a:path extrusionOk="0" h="2592" w="2617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27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rect b="b" l="l" r="r" t="t"/>
                <a:pathLst>
                  <a:path extrusionOk="0" h="357" w="922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27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rect b="b" l="l" r="r" t="t"/>
                <a:pathLst>
                  <a:path extrusionOk="0" h="2643" w="3758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27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rect b="b" l="l" r="r" t="t"/>
                <a:pathLst>
                  <a:path extrusionOk="0" h="204" w="125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27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rect b="b" l="l" r="r" t="t"/>
                <a:pathLst>
                  <a:path extrusionOk="0" h="409" w="403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27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rect b="b" l="l" r="r" t="t"/>
                <a:pathLst>
                  <a:path extrusionOk="0" h="3340" w="3339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27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rect b="b" l="l" r="r" t="t"/>
                <a:pathLst>
                  <a:path extrusionOk="0" h="129" w="13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1425" lIns="90000" spcFirstLastPara="1" rIns="90000" wrap="square" tIns="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27"/>
            <p:cNvGrpSpPr/>
            <p:nvPr/>
          </p:nvGrpSpPr>
          <p:grpSpPr>
            <a:xfrm flipH="1" rot="3600220">
              <a:off x="-214173" y="2682781"/>
              <a:ext cx="1550359" cy="1844109"/>
              <a:chOff x="5964933" y="1271550"/>
              <a:chExt cx="3226867" cy="3838270"/>
            </a:xfrm>
          </p:grpSpPr>
          <p:grpSp>
            <p:nvGrpSpPr>
              <p:cNvPr id="645" name="Google Shape;645;p27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646" name="Google Shape;646;p27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7" name="Google Shape;647;p27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8" name="Google Shape;648;p27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rect b="b" l="l" r="r" t="t"/>
                  <a:pathLst>
                    <a:path extrusionOk="0" h="1050" w="2115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9" name="Google Shape;649;p27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" name="Google Shape;650;p27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" name="Google Shape;651;p27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rect b="b" l="l" r="r" t="t"/>
                  <a:pathLst>
                    <a:path extrusionOk="0" h="676" w="194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2" name="Google Shape;652;p27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rect b="b" l="l" r="r" t="t"/>
                  <a:pathLst>
                    <a:path extrusionOk="0" h="392" w="406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3" name="Google Shape;653;p27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rect b="b" l="l" r="r" t="t"/>
                  <a:pathLst>
                    <a:path extrusionOk="0" h="392" w="407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4" name="Google Shape;654;p27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rect b="b" l="l" r="r" t="t"/>
                  <a:pathLst>
                    <a:path extrusionOk="0" h="2128" w="711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5" name="Google Shape;655;p27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rect b="b" l="l" r="r" t="t"/>
                  <a:pathLst>
                    <a:path extrusionOk="0" h="2128" w="715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6" name="Google Shape;656;p27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rect b="b" l="l" r="r" t="t"/>
                  <a:pathLst>
                    <a:path extrusionOk="0" h="5570" w="3107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7" name="Google Shape;657;p27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rect b="b" l="l" r="r" t="t"/>
                  <a:pathLst>
                    <a:path extrusionOk="0" h="2142" w="1071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8" name="Google Shape;658;p27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rect b="b" l="l" r="r" t="t"/>
                  <a:pathLst>
                    <a:path extrusionOk="0" h="2141" w="1086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9" name="Google Shape;659;p27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27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27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27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27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27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27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27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27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27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27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27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27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27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27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7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5" name="Google Shape;685;p27"/>
            <p:cNvGrpSpPr/>
            <p:nvPr/>
          </p:nvGrpSpPr>
          <p:grpSpPr>
            <a:xfrm rot="8100000">
              <a:off x="239079" y="1156066"/>
              <a:ext cx="989711" cy="984356"/>
              <a:chOff x="7550280" y="205025"/>
              <a:chExt cx="989720" cy="984365"/>
            </a:xfrm>
          </p:grpSpPr>
          <p:grpSp>
            <p:nvGrpSpPr>
              <p:cNvPr id="686" name="Google Shape;686;p27"/>
              <p:cNvGrpSpPr/>
              <p:nvPr/>
            </p:nvGrpSpPr>
            <p:grpSpPr>
              <a:xfrm>
                <a:off x="7550280" y="241510"/>
                <a:ext cx="948240" cy="947880"/>
                <a:chOff x="3374280" y="221760"/>
                <a:chExt cx="948240" cy="947880"/>
              </a:xfrm>
            </p:grpSpPr>
            <p:sp>
              <p:nvSpPr>
                <p:cNvPr id="687" name="Google Shape;687;p27"/>
                <p:cNvSpPr/>
                <p:nvPr/>
              </p:nvSpPr>
              <p:spPr>
                <a:xfrm>
                  <a:off x="3448440" y="295560"/>
                  <a:ext cx="500760" cy="520200"/>
                </a:xfrm>
                <a:custGeom>
                  <a:rect b="b" l="l" r="r" t="t"/>
                  <a:pathLst>
                    <a:path extrusionOk="0" h="1445" w="1391">
                      <a:moveTo>
                        <a:pt x="330" y="1445"/>
                      </a:moveTo>
                      <a:cubicBezTo>
                        <a:pt x="315" y="1446"/>
                        <a:pt x="300" y="1440"/>
                        <a:pt x="288" y="1428"/>
                      </a:cubicBezTo>
                      <a:lnTo>
                        <a:pt x="17" y="1162"/>
                      </a:lnTo>
                      <a:cubicBezTo>
                        <a:pt x="6" y="1151"/>
                        <a:pt x="0" y="1136"/>
                        <a:pt x="0" y="1121"/>
                      </a:cubicBezTo>
                      <a:cubicBezTo>
                        <a:pt x="0" y="1105"/>
                        <a:pt x="6" y="1090"/>
                        <a:pt x="16" y="1079"/>
                      </a:cubicBezTo>
                      <a:lnTo>
                        <a:pt x="1060" y="18"/>
                      </a:lnTo>
                      <a:cubicBezTo>
                        <a:pt x="1083" y="-6"/>
                        <a:pt x="1120" y="-6"/>
                        <a:pt x="1143" y="17"/>
                      </a:cubicBezTo>
                      <a:lnTo>
                        <a:pt x="1373" y="243"/>
                      </a:lnTo>
                      <a:cubicBezTo>
                        <a:pt x="1397" y="266"/>
                        <a:pt x="1397" y="303"/>
                        <a:pt x="1374" y="326"/>
                      </a:cubicBezTo>
                      <a:cubicBezTo>
                        <a:pt x="1351" y="350"/>
                        <a:pt x="1314" y="350"/>
                        <a:pt x="1291" y="327"/>
                      </a:cubicBezTo>
                      <a:lnTo>
                        <a:pt x="1103" y="142"/>
                      </a:lnTo>
                      <a:lnTo>
                        <a:pt x="142" y="1120"/>
                      </a:lnTo>
                      <a:lnTo>
                        <a:pt x="370" y="1345"/>
                      </a:lnTo>
                      <a:cubicBezTo>
                        <a:pt x="394" y="1367"/>
                        <a:pt x="394" y="1405"/>
                        <a:pt x="371" y="1428"/>
                      </a:cubicBezTo>
                      <a:cubicBezTo>
                        <a:pt x="360" y="1439"/>
                        <a:pt x="345" y="1445"/>
                        <a:pt x="330" y="14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8" name="Google Shape;688;p27"/>
                <p:cNvSpPr/>
                <p:nvPr/>
              </p:nvSpPr>
              <p:spPr>
                <a:xfrm>
                  <a:off x="3374280" y="221760"/>
                  <a:ext cx="948240" cy="947880"/>
                </a:xfrm>
                <a:custGeom>
                  <a:rect b="b" l="l" r="r" t="t"/>
                  <a:pathLst>
                    <a:path extrusionOk="0" h="2633" w="2634">
                      <a:moveTo>
                        <a:pt x="56" y="1327"/>
                      </a:moveTo>
                      <a:lnTo>
                        <a:pt x="1328" y="2577"/>
                      </a:lnTo>
                      <a:lnTo>
                        <a:pt x="2578" y="1305"/>
                      </a:lnTo>
                      <a:lnTo>
                        <a:pt x="1306" y="55"/>
                      </a:lnTo>
                      <a:lnTo>
                        <a:pt x="56" y="1327"/>
                      </a:lnTo>
                      <a:moveTo>
                        <a:pt x="1328" y="2633"/>
                      </a:moveTo>
                      <a:cubicBezTo>
                        <a:pt x="1322" y="2633"/>
                        <a:pt x="1316" y="2630"/>
                        <a:pt x="1312" y="2626"/>
                      </a:cubicBezTo>
                      <a:lnTo>
                        <a:pt x="7" y="1344"/>
                      </a:lnTo>
                      <a:cubicBezTo>
                        <a:pt x="3" y="1339"/>
                        <a:pt x="0" y="1334"/>
                        <a:pt x="0" y="1328"/>
                      </a:cubicBezTo>
                      <a:cubicBezTo>
                        <a:pt x="0" y="1321"/>
                        <a:pt x="2" y="1316"/>
                        <a:pt x="7" y="1311"/>
                      </a:cubicBezTo>
                      <a:lnTo>
                        <a:pt x="1289" y="6"/>
                      </a:lnTo>
                      <a:cubicBezTo>
                        <a:pt x="1298" y="-2"/>
                        <a:pt x="1313" y="-3"/>
                        <a:pt x="1322" y="6"/>
                      </a:cubicBezTo>
                      <a:lnTo>
                        <a:pt x="2627" y="1288"/>
                      </a:lnTo>
                      <a:cubicBezTo>
                        <a:pt x="2631" y="1293"/>
                        <a:pt x="2634" y="1299"/>
                        <a:pt x="2634" y="1305"/>
                      </a:cubicBezTo>
                      <a:cubicBezTo>
                        <a:pt x="2634" y="1311"/>
                        <a:pt x="2631" y="1317"/>
                        <a:pt x="2627" y="1321"/>
                      </a:cubicBezTo>
                      <a:lnTo>
                        <a:pt x="1345" y="2626"/>
                      </a:lnTo>
                      <a:cubicBezTo>
                        <a:pt x="1340" y="2630"/>
                        <a:pt x="1334" y="2632"/>
                        <a:pt x="1328" y="26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9" name="Google Shape;689;p27"/>
                <p:cNvSpPr/>
                <p:nvPr/>
              </p:nvSpPr>
              <p:spPr>
                <a:xfrm>
                  <a:off x="3615120" y="462240"/>
                  <a:ext cx="466560" cy="466560"/>
                </a:xfrm>
                <a:custGeom>
                  <a:rect b="b" l="l" r="r" t="t"/>
                  <a:pathLst>
                    <a:path extrusionOk="0" h="1296" w="1296">
                      <a:moveTo>
                        <a:pt x="11" y="653"/>
                      </a:moveTo>
                      <a:lnTo>
                        <a:pt x="653" y="1285"/>
                      </a:lnTo>
                      <a:lnTo>
                        <a:pt x="1285" y="642"/>
                      </a:lnTo>
                      <a:lnTo>
                        <a:pt x="642" y="11"/>
                      </a:lnTo>
                      <a:lnTo>
                        <a:pt x="11" y="653"/>
                      </a:lnTo>
                      <a:moveTo>
                        <a:pt x="653" y="1296"/>
                      </a:moveTo>
                      <a:cubicBezTo>
                        <a:pt x="652" y="1296"/>
                        <a:pt x="651" y="1296"/>
                        <a:pt x="650" y="1295"/>
                      </a:cubicBezTo>
                      <a:lnTo>
                        <a:pt x="1" y="657"/>
                      </a:lnTo>
                      <a:cubicBezTo>
                        <a:pt x="1" y="656"/>
                        <a:pt x="0" y="655"/>
                        <a:pt x="0" y="654"/>
                      </a:cubicBezTo>
                      <a:cubicBezTo>
                        <a:pt x="0" y="653"/>
                        <a:pt x="1" y="651"/>
                        <a:pt x="1" y="651"/>
                      </a:cubicBezTo>
                      <a:lnTo>
                        <a:pt x="639" y="1"/>
                      </a:lnTo>
                      <a:cubicBezTo>
                        <a:pt x="641" y="0"/>
                        <a:pt x="644" y="0"/>
                        <a:pt x="645" y="1"/>
                      </a:cubicBezTo>
                      <a:lnTo>
                        <a:pt x="1294" y="639"/>
                      </a:lnTo>
                      <a:cubicBezTo>
                        <a:pt x="1295" y="640"/>
                        <a:pt x="1296" y="641"/>
                        <a:pt x="1296" y="642"/>
                      </a:cubicBezTo>
                      <a:cubicBezTo>
                        <a:pt x="1296" y="644"/>
                        <a:pt x="1295" y="645"/>
                        <a:pt x="1294" y="646"/>
                      </a:cubicBezTo>
                      <a:lnTo>
                        <a:pt x="657" y="1294"/>
                      </a:lnTo>
                      <a:cubicBezTo>
                        <a:pt x="656" y="1296"/>
                        <a:pt x="655" y="1296"/>
                        <a:pt x="653" y="12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0" name="Google Shape;690;p27"/>
                <p:cNvSpPr/>
                <p:nvPr/>
              </p:nvSpPr>
              <p:spPr>
                <a:xfrm>
                  <a:off x="3639240" y="483480"/>
                  <a:ext cx="609120" cy="612000"/>
                </a:xfrm>
                <a:custGeom>
                  <a:rect b="b" l="l" r="r" t="t"/>
                  <a:pathLst>
                    <a:path extrusionOk="0" h="1700" w="1692">
                      <a:moveTo>
                        <a:pt x="591" y="1700"/>
                      </a:moveTo>
                      <a:cubicBezTo>
                        <a:pt x="575" y="1701"/>
                        <a:pt x="560" y="1695"/>
                        <a:pt x="549" y="1683"/>
                      </a:cubicBezTo>
                      <a:lnTo>
                        <a:pt x="18" y="1162"/>
                      </a:lnTo>
                      <a:cubicBezTo>
                        <a:pt x="-5" y="1139"/>
                        <a:pt x="-5" y="1102"/>
                        <a:pt x="17" y="1078"/>
                      </a:cubicBezTo>
                      <a:cubicBezTo>
                        <a:pt x="40" y="1056"/>
                        <a:pt x="78" y="1055"/>
                        <a:pt x="100" y="1078"/>
                      </a:cubicBezTo>
                      <a:lnTo>
                        <a:pt x="589" y="1558"/>
                      </a:lnTo>
                      <a:lnTo>
                        <a:pt x="1550" y="581"/>
                      </a:lnTo>
                      <a:lnTo>
                        <a:pt x="1061" y="100"/>
                      </a:lnTo>
                      <a:cubicBezTo>
                        <a:pt x="1038" y="77"/>
                        <a:pt x="1038" y="40"/>
                        <a:pt x="1061" y="17"/>
                      </a:cubicBezTo>
                      <a:cubicBezTo>
                        <a:pt x="1083" y="-6"/>
                        <a:pt x="1121" y="-6"/>
                        <a:pt x="1144" y="16"/>
                      </a:cubicBezTo>
                      <a:lnTo>
                        <a:pt x="1675" y="538"/>
                      </a:lnTo>
                      <a:cubicBezTo>
                        <a:pt x="1698" y="561"/>
                        <a:pt x="1698" y="598"/>
                        <a:pt x="1675" y="621"/>
                      </a:cubicBezTo>
                      <a:lnTo>
                        <a:pt x="632" y="1683"/>
                      </a:lnTo>
                      <a:cubicBezTo>
                        <a:pt x="621" y="1694"/>
                        <a:pt x="606" y="1700"/>
                        <a:pt x="591" y="17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1" name="Google Shape;691;p27"/>
                <p:cNvSpPr/>
                <p:nvPr/>
              </p:nvSpPr>
              <p:spPr>
                <a:xfrm>
                  <a:off x="3488605" y="718043"/>
                  <a:ext cx="319680" cy="314640"/>
                </a:xfrm>
                <a:custGeom>
                  <a:rect b="b" l="l" r="r" t="t"/>
                  <a:pathLst>
                    <a:path extrusionOk="0" h="874" w="888">
                      <a:moveTo>
                        <a:pt x="829" y="874"/>
                      </a:moveTo>
                      <a:cubicBezTo>
                        <a:pt x="814" y="874"/>
                        <a:pt x="800" y="868"/>
                        <a:pt x="788" y="857"/>
                      </a:cubicBezTo>
                      <a:lnTo>
                        <a:pt x="18" y="100"/>
                      </a:lnTo>
                      <a:cubicBezTo>
                        <a:pt x="-5" y="78"/>
                        <a:pt x="-6" y="40"/>
                        <a:pt x="17" y="17"/>
                      </a:cubicBezTo>
                      <a:cubicBezTo>
                        <a:pt x="40" y="-6"/>
                        <a:pt x="77" y="-6"/>
                        <a:pt x="100" y="17"/>
                      </a:cubicBezTo>
                      <a:lnTo>
                        <a:pt x="870" y="773"/>
                      </a:lnTo>
                      <a:cubicBezTo>
                        <a:pt x="894" y="796"/>
                        <a:pt x="894" y="833"/>
                        <a:pt x="871" y="857"/>
                      </a:cubicBezTo>
                      <a:cubicBezTo>
                        <a:pt x="860" y="868"/>
                        <a:pt x="845" y="874"/>
                        <a:pt x="829" y="87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692" name="Google Shape;692;p27"/>
              <p:cNvCxnSpPr/>
              <p:nvPr/>
            </p:nvCxnSpPr>
            <p:spPr>
              <a:xfrm flipH="1" rot="10800000">
                <a:off x="8023400" y="205025"/>
                <a:ext cx="5166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693" name="Google Shape;693;p27"/>
          <p:cNvGrpSpPr/>
          <p:nvPr/>
        </p:nvGrpSpPr>
        <p:grpSpPr>
          <a:xfrm>
            <a:off x="-341977" y="-4644150"/>
            <a:ext cx="11717904" cy="10467493"/>
            <a:chOff x="-341977" y="-4644150"/>
            <a:chExt cx="11717904" cy="10467493"/>
          </a:xfrm>
        </p:grpSpPr>
        <p:pic>
          <p:nvPicPr>
            <p:cNvPr id="694" name="Google Shape;694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5400002">
              <a:off x="-3436404" y="-1549721"/>
              <a:ext cx="10028158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5" name="Google Shape;695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30973" y="-770341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96" name="Google Shape;696;p27"/>
            <p:cNvGrpSpPr/>
            <p:nvPr/>
          </p:nvGrpSpPr>
          <p:grpSpPr>
            <a:xfrm>
              <a:off x="4337098" y="4843291"/>
              <a:ext cx="469800" cy="65160"/>
              <a:chOff x="9146520" y="317880"/>
              <a:chExt cx="469800" cy="65160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00" name="Google Shape;700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799999">
              <a:off x="6681825" y="-151850"/>
              <a:ext cx="3571551" cy="54471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1" name="Google Shape;701;p27"/>
          <p:cNvSpPr txBox="1"/>
          <p:nvPr>
            <p:ph type="title"/>
          </p:nvPr>
        </p:nvSpPr>
        <p:spPr>
          <a:xfrm>
            <a:off x="2347950" y="691625"/>
            <a:ext cx="4448100" cy="98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2" name="Google Shape;702;p27"/>
          <p:cNvSpPr txBox="1"/>
          <p:nvPr>
            <p:ph idx="1" type="subTitle"/>
          </p:nvPr>
        </p:nvSpPr>
        <p:spPr>
          <a:xfrm>
            <a:off x="2347900" y="1592609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3" name="Google Shape;703;p27"/>
          <p:cNvSpPr txBox="1"/>
          <p:nvPr/>
        </p:nvSpPr>
        <p:spPr>
          <a:xfrm>
            <a:off x="2191250" y="3545650"/>
            <a:ext cx="4761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CREDITS:</a:t>
            </a:r>
            <a:r>
              <a:rPr lang="en" sz="10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 This presentation template was created by </a:t>
            </a:r>
            <a:r>
              <a:rPr b="1" lang="en" sz="1000" u="sng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, and includes icons by </a:t>
            </a:r>
            <a:r>
              <a:rPr b="1" lang="en" sz="1000" u="sng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, and infographics &amp; images by </a:t>
            </a:r>
            <a:r>
              <a:rPr b="1" lang="en" sz="1000" u="sng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b="1" sz="1000" u="sng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5" name="Google Shape;705;p28"/>
          <p:cNvGrpSpPr/>
          <p:nvPr/>
        </p:nvGrpSpPr>
        <p:grpSpPr>
          <a:xfrm>
            <a:off x="-1301952" y="-898275"/>
            <a:ext cx="10266285" cy="7489224"/>
            <a:chOff x="-1309377" y="-876025"/>
            <a:chExt cx="10266285" cy="7489224"/>
          </a:xfrm>
        </p:grpSpPr>
        <p:pic>
          <p:nvPicPr>
            <p:cNvPr id="706" name="Google Shape;706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309377" y="-8760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57208" y="4215548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8" name="Google Shape;708;p28"/>
          <p:cNvGrpSpPr/>
          <p:nvPr/>
        </p:nvGrpSpPr>
        <p:grpSpPr>
          <a:xfrm>
            <a:off x="-772218" y="539506"/>
            <a:ext cx="9490987" cy="5222688"/>
            <a:chOff x="-772218" y="539506"/>
            <a:chExt cx="9490987" cy="5222688"/>
          </a:xfrm>
        </p:grpSpPr>
        <p:grpSp>
          <p:nvGrpSpPr>
            <p:cNvPr id="709" name="Google Shape;709;p28"/>
            <p:cNvGrpSpPr/>
            <p:nvPr/>
          </p:nvGrpSpPr>
          <p:grpSpPr>
            <a:xfrm rot="4499854">
              <a:off x="-559892" y="3658544"/>
              <a:ext cx="1891398" cy="1890894"/>
              <a:chOff x="5604480" y="3862800"/>
              <a:chExt cx="1352880" cy="1352520"/>
            </a:xfrm>
          </p:grpSpPr>
          <p:sp>
            <p:nvSpPr>
              <p:cNvPr id="710" name="Google Shape;710;p28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rect b="b" l="l" r="r" t="t"/>
                <a:pathLst>
                  <a:path extrusionOk="0" h="2592" w="2617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28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rect b="b" l="l" r="r" t="t"/>
                <a:pathLst>
                  <a:path extrusionOk="0" h="357" w="922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28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rect b="b" l="l" r="r" t="t"/>
                <a:pathLst>
                  <a:path extrusionOk="0" h="2643" w="3758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28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rect b="b" l="l" r="r" t="t"/>
                <a:pathLst>
                  <a:path extrusionOk="0" h="204" w="125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28425" lIns="90000" spcFirstLastPara="1" rIns="90000" wrap="square" tIns="28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28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rect b="b" l="l" r="r" t="t"/>
                <a:pathLst>
                  <a:path extrusionOk="0" h="409" w="403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28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rect b="b" l="l" r="r" t="t"/>
                <a:pathLst>
                  <a:path extrusionOk="0" h="3340" w="3339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28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rect b="b" l="l" r="r" t="t"/>
                <a:pathLst>
                  <a:path extrusionOk="0" h="129" w="13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1425" lIns="90000" spcFirstLastPara="1" rIns="90000" wrap="square" tIns="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7" name="Google Shape;717;p28"/>
            <p:cNvGrpSpPr/>
            <p:nvPr/>
          </p:nvGrpSpPr>
          <p:grpSpPr>
            <a:xfrm flipH="1">
              <a:off x="7168260" y="539506"/>
              <a:ext cx="1550510" cy="1844289"/>
              <a:chOff x="5964933" y="1271550"/>
              <a:chExt cx="3226867" cy="3838270"/>
            </a:xfrm>
          </p:grpSpPr>
          <p:grpSp>
            <p:nvGrpSpPr>
              <p:cNvPr id="718" name="Google Shape;718;p28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719" name="Google Shape;719;p28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28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1" name="Google Shape;721;p28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rect b="b" l="l" r="r" t="t"/>
                  <a:pathLst>
                    <a:path extrusionOk="0" h="1050" w="2115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2" name="Google Shape;722;p28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3" name="Google Shape;723;p28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4" name="Google Shape;724;p28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rect b="b" l="l" r="r" t="t"/>
                  <a:pathLst>
                    <a:path extrusionOk="0" h="676" w="194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28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rect b="b" l="l" r="r" t="t"/>
                  <a:pathLst>
                    <a:path extrusionOk="0" h="392" w="406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6" name="Google Shape;726;p28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rect b="b" l="l" r="r" t="t"/>
                  <a:pathLst>
                    <a:path extrusionOk="0" h="392" w="407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7" name="Google Shape;727;p28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rect b="b" l="l" r="r" t="t"/>
                  <a:pathLst>
                    <a:path extrusionOk="0" h="2128" w="711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Google Shape;728;p28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rect b="b" l="l" r="r" t="t"/>
                  <a:pathLst>
                    <a:path extrusionOk="0" h="2128" w="715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9" name="Google Shape;729;p28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rect b="b" l="l" r="r" t="t"/>
                  <a:pathLst>
                    <a:path extrusionOk="0" h="5570" w="3107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0" name="Google Shape;730;p28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rect b="b" l="l" r="r" t="t"/>
                  <a:pathLst>
                    <a:path extrusionOk="0" h="2142" w="1071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1" name="Google Shape;731;p28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rect b="b" l="l" r="r" t="t"/>
                  <a:pathLst>
                    <a:path extrusionOk="0" h="2141" w="1086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2" name="Google Shape;732;p28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8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8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8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8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8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8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8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8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8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28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28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8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8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8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8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8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8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8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8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8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8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8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8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28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8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29"/>
          <p:cNvGrpSpPr/>
          <p:nvPr/>
        </p:nvGrpSpPr>
        <p:grpSpPr>
          <a:xfrm>
            <a:off x="7009770" y="1628548"/>
            <a:ext cx="2372198" cy="3917614"/>
            <a:chOff x="7009770" y="1628548"/>
            <a:chExt cx="2372198" cy="3917614"/>
          </a:xfrm>
        </p:grpSpPr>
        <p:grpSp>
          <p:nvGrpSpPr>
            <p:cNvPr id="760" name="Google Shape;760;p29"/>
            <p:cNvGrpSpPr/>
            <p:nvPr/>
          </p:nvGrpSpPr>
          <p:grpSpPr>
            <a:xfrm flipH="1" rot="3600220">
              <a:off x="7420690" y="3491781"/>
              <a:ext cx="1550359" cy="1844109"/>
              <a:chOff x="5964933" y="1271550"/>
              <a:chExt cx="3226867" cy="3838270"/>
            </a:xfrm>
          </p:grpSpPr>
          <p:grpSp>
            <p:nvGrpSpPr>
              <p:cNvPr id="761" name="Google Shape;761;p29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762" name="Google Shape;762;p29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29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4" name="Google Shape;764;p29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rect b="b" l="l" r="r" t="t"/>
                  <a:pathLst>
                    <a:path extrusionOk="0" h="1050" w="2115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" name="Google Shape;765;p29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rect b="b" l="l" r="r" t="t"/>
                  <a:pathLst>
                    <a:path extrusionOk="0" h="1402" w="37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" name="Google Shape;766;p29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rect b="b" l="l" r="r" t="t"/>
                  <a:pathLst>
                    <a:path extrusionOk="0" h="1149" w="37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" name="Google Shape;767;p29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rect b="b" l="l" r="r" t="t"/>
                  <a:pathLst>
                    <a:path extrusionOk="0" h="676" w="194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8" name="Google Shape;768;p29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rect b="b" l="l" r="r" t="t"/>
                  <a:pathLst>
                    <a:path extrusionOk="0" h="392" w="406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" name="Google Shape;769;p29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rect b="b" l="l" r="r" t="t"/>
                  <a:pathLst>
                    <a:path extrusionOk="0" h="392" w="407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" name="Google Shape;770;p29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rect b="b" l="l" r="r" t="t"/>
                  <a:pathLst>
                    <a:path extrusionOk="0" h="2128" w="711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1" name="Google Shape;771;p29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rect b="b" l="l" r="r" t="t"/>
                  <a:pathLst>
                    <a:path extrusionOk="0" h="2128" w="715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" name="Google Shape;772;p29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rect b="b" l="l" r="r" t="t"/>
                  <a:pathLst>
                    <a:path extrusionOk="0" h="5570" w="3107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" name="Google Shape;773;p29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rect b="b" l="l" r="r" t="t"/>
                  <a:pathLst>
                    <a:path extrusionOk="0" h="2142" w="1071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4" name="Google Shape;774;p29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rect b="b" l="l" r="r" t="t"/>
                  <a:pathLst>
                    <a:path extrusionOk="0" h="2141" w="1086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" name="Google Shape;775;p29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9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9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9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9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9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9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29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9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9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9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9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9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9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9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9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rect b="b" l="l" r="r" t="t"/>
                <a:pathLst>
                  <a:path extrusionOk="0" h="1050" w="2115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9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rect b="b" l="l" r="r" t="t"/>
                <a:pathLst>
                  <a:path extrusionOk="0" h="1402" w="37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9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rect b="b" l="l" r="r" t="t"/>
                <a:pathLst>
                  <a:path extrusionOk="0" h="1149" w="37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9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rect b="b" l="l" r="r" t="t"/>
                <a:pathLst>
                  <a:path extrusionOk="0" h="676" w="194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29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rect b="b" l="l" r="r" t="t"/>
                <a:pathLst>
                  <a:path extrusionOk="0" h="392" w="406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29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rect b="b" l="l" r="r" t="t"/>
                <a:pathLst>
                  <a:path extrusionOk="0" h="392" w="407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9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rect b="b" l="l" r="r" t="t"/>
                <a:pathLst>
                  <a:path extrusionOk="0" h="2128" w="711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9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rect b="b" l="l" r="r" t="t"/>
                <a:pathLst>
                  <a:path extrusionOk="0" h="2128" w="715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9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rect b="b" l="l" r="r" t="t"/>
                <a:pathLst>
                  <a:path extrusionOk="0" h="5570" w="3107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9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rect b="b" l="l" r="r" t="t"/>
                <a:pathLst>
                  <a:path extrusionOk="0" h="2142" w="1071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9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rect b="b" l="l" r="r" t="t"/>
                <a:pathLst>
                  <a:path extrusionOk="0" h="2141" w="1086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" name="Google Shape;801;p29"/>
            <p:cNvGrpSpPr/>
            <p:nvPr/>
          </p:nvGrpSpPr>
          <p:grpSpPr>
            <a:xfrm rot="6299960">
              <a:off x="7701031" y="1741743"/>
              <a:ext cx="989690" cy="984336"/>
              <a:chOff x="7550280" y="205025"/>
              <a:chExt cx="989720" cy="984365"/>
            </a:xfrm>
          </p:grpSpPr>
          <p:grpSp>
            <p:nvGrpSpPr>
              <p:cNvPr id="802" name="Google Shape;802;p29"/>
              <p:cNvGrpSpPr/>
              <p:nvPr/>
            </p:nvGrpSpPr>
            <p:grpSpPr>
              <a:xfrm>
                <a:off x="7550280" y="241510"/>
                <a:ext cx="948240" cy="947880"/>
                <a:chOff x="3374280" y="221760"/>
                <a:chExt cx="948240" cy="947880"/>
              </a:xfrm>
            </p:grpSpPr>
            <p:sp>
              <p:nvSpPr>
                <p:cNvPr id="803" name="Google Shape;803;p29"/>
                <p:cNvSpPr/>
                <p:nvPr/>
              </p:nvSpPr>
              <p:spPr>
                <a:xfrm>
                  <a:off x="3448440" y="295560"/>
                  <a:ext cx="500760" cy="520200"/>
                </a:xfrm>
                <a:custGeom>
                  <a:rect b="b" l="l" r="r" t="t"/>
                  <a:pathLst>
                    <a:path extrusionOk="0" h="1445" w="1391">
                      <a:moveTo>
                        <a:pt x="330" y="1445"/>
                      </a:moveTo>
                      <a:cubicBezTo>
                        <a:pt x="315" y="1446"/>
                        <a:pt x="300" y="1440"/>
                        <a:pt x="288" y="1428"/>
                      </a:cubicBezTo>
                      <a:lnTo>
                        <a:pt x="17" y="1162"/>
                      </a:lnTo>
                      <a:cubicBezTo>
                        <a:pt x="6" y="1151"/>
                        <a:pt x="0" y="1136"/>
                        <a:pt x="0" y="1121"/>
                      </a:cubicBezTo>
                      <a:cubicBezTo>
                        <a:pt x="0" y="1105"/>
                        <a:pt x="6" y="1090"/>
                        <a:pt x="16" y="1079"/>
                      </a:cubicBezTo>
                      <a:lnTo>
                        <a:pt x="1060" y="18"/>
                      </a:lnTo>
                      <a:cubicBezTo>
                        <a:pt x="1083" y="-6"/>
                        <a:pt x="1120" y="-6"/>
                        <a:pt x="1143" y="17"/>
                      </a:cubicBezTo>
                      <a:lnTo>
                        <a:pt x="1373" y="243"/>
                      </a:lnTo>
                      <a:cubicBezTo>
                        <a:pt x="1397" y="266"/>
                        <a:pt x="1397" y="303"/>
                        <a:pt x="1374" y="326"/>
                      </a:cubicBezTo>
                      <a:cubicBezTo>
                        <a:pt x="1351" y="350"/>
                        <a:pt x="1314" y="350"/>
                        <a:pt x="1291" y="327"/>
                      </a:cubicBezTo>
                      <a:lnTo>
                        <a:pt x="1103" y="142"/>
                      </a:lnTo>
                      <a:lnTo>
                        <a:pt x="142" y="1120"/>
                      </a:lnTo>
                      <a:lnTo>
                        <a:pt x="370" y="1345"/>
                      </a:lnTo>
                      <a:cubicBezTo>
                        <a:pt x="394" y="1367"/>
                        <a:pt x="394" y="1405"/>
                        <a:pt x="371" y="1428"/>
                      </a:cubicBezTo>
                      <a:cubicBezTo>
                        <a:pt x="360" y="1439"/>
                        <a:pt x="345" y="1445"/>
                        <a:pt x="330" y="14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" name="Google Shape;804;p29"/>
                <p:cNvSpPr/>
                <p:nvPr/>
              </p:nvSpPr>
              <p:spPr>
                <a:xfrm>
                  <a:off x="3374280" y="221760"/>
                  <a:ext cx="948240" cy="947880"/>
                </a:xfrm>
                <a:custGeom>
                  <a:rect b="b" l="l" r="r" t="t"/>
                  <a:pathLst>
                    <a:path extrusionOk="0" h="2633" w="2634">
                      <a:moveTo>
                        <a:pt x="56" y="1327"/>
                      </a:moveTo>
                      <a:lnTo>
                        <a:pt x="1328" y="2577"/>
                      </a:lnTo>
                      <a:lnTo>
                        <a:pt x="2578" y="1305"/>
                      </a:lnTo>
                      <a:lnTo>
                        <a:pt x="1306" y="55"/>
                      </a:lnTo>
                      <a:lnTo>
                        <a:pt x="56" y="1327"/>
                      </a:lnTo>
                      <a:moveTo>
                        <a:pt x="1328" y="2633"/>
                      </a:moveTo>
                      <a:cubicBezTo>
                        <a:pt x="1322" y="2633"/>
                        <a:pt x="1316" y="2630"/>
                        <a:pt x="1312" y="2626"/>
                      </a:cubicBezTo>
                      <a:lnTo>
                        <a:pt x="7" y="1344"/>
                      </a:lnTo>
                      <a:cubicBezTo>
                        <a:pt x="3" y="1339"/>
                        <a:pt x="0" y="1334"/>
                        <a:pt x="0" y="1328"/>
                      </a:cubicBezTo>
                      <a:cubicBezTo>
                        <a:pt x="0" y="1321"/>
                        <a:pt x="2" y="1316"/>
                        <a:pt x="7" y="1311"/>
                      </a:cubicBezTo>
                      <a:lnTo>
                        <a:pt x="1289" y="6"/>
                      </a:lnTo>
                      <a:cubicBezTo>
                        <a:pt x="1298" y="-2"/>
                        <a:pt x="1313" y="-3"/>
                        <a:pt x="1322" y="6"/>
                      </a:cubicBezTo>
                      <a:lnTo>
                        <a:pt x="2627" y="1288"/>
                      </a:lnTo>
                      <a:cubicBezTo>
                        <a:pt x="2631" y="1293"/>
                        <a:pt x="2634" y="1299"/>
                        <a:pt x="2634" y="1305"/>
                      </a:cubicBezTo>
                      <a:cubicBezTo>
                        <a:pt x="2634" y="1311"/>
                        <a:pt x="2631" y="1317"/>
                        <a:pt x="2627" y="1321"/>
                      </a:cubicBezTo>
                      <a:lnTo>
                        <a:pt x="1345" y="2626"/>
                      </a:lnTo>
                      <a:cubicBezTo>
                        <a:pt x="1340" y="2630"/>
                        <a:pt x="1334" y="2632"/>
                        <a:pt x="1328" y="26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" name="Google Shape;805;p29"/>
                <p:cNvSpPr/>
                <p:nvPr/>
              </p:nvSpPr>
              <p:spPr>
                <a:xfrm>
                  <a:off x="3615120" y="462240"/>
                  <a:ext cx="466560" cy="466560"/>
                </a:xfrm>
                <a:custGeom>
                  <a:rect b="b" l="l" r="r" t="t"/>
                  <a:pathLst>
                    <a:path extrusionOk="0" h="1296" w="1296">
                      <a:moveTo>
                        <a:pt x="11" y="653"/>
                      </a:moveTo>
                      <a:lnTo>
                        <a:pt x="653" y="1285"/>
                      </a:lnTo>
                      <a:lnTo>
                        <a:pt x="1285" y="642"/>
                      </a:lnTo>
                      <a:lnTo>
                        <a:pt x="642" y="11"/>
                      </a:lnTo>
                      <a:lnTo>
                        <a:pt x="11" y="653"/>
                      </a:lnTo>
                      <a:moveTo>
                        <a:pt x="653" y="1296"/>
                      </a:moveTo>
                      <a:cubicBezTo>
                        <a:pt x="652" y="1296"/>
                        <a:pt x="651" y="1296"/>
                        <a:pt x="650" y="1295"/>
                      </a:cubicBezTo>
                      <a:lnTo>
                        <a:pt x="1" y="657"/>
                      </a:lnTo>
                      <a:cubicBezTo>
                        <a:pt x="1" y="656"/>
                        <a:pt x="0" y="655"/>
                        <a:pt x="0" y="654"/>
                      </a:cubicBezTo>
                      <a:cubicBezTo>
                        <a:pt x="0" y="653"/>
                        <a:pt x="1" y="651"/>
                        <a:pt x="1" y="651"/>
                      </a:cubicBezTo>
                      <a:lnTo>
                        <a:pt x="639" y="1"/>
                      </a:lnTo>
                      <a:cubicBezTo>
                        <a:pt x="641" y="0"/>
                        <a:pt x="644" y="0"/>
                        <a:pt x="645" y="1"/>
                      </a:cubicBezTo>
                      <a:lnTo>
                        <a:pt x="1294" y="639"/>
                      </a:lnTo>
                      <a:cubicBezTo>
                        <a:pt x="1295" y="640"/>
                        <a:pt x="1296" y="641"/>
                        <a:pt x="1296" y="642"/>
                      </a:cubicBezTo>
                      <a:cubicBezTo>
                        <a:pt x="1296" y="644"/>
                        <a:pt x="1295" y="645"/>
                        <a:pt x="1294" y="646"/>
                      </a:cubicBezTo>
                      <a:lnTo>
                        <a:pt x="657" y="1294"/>
                      </a:lnTo>
                      <a:cubicBezTo>
                        <a:pt x="656" y="1296"/>
                        <a:pt x="655" y="1296"/>
                        <a:pt x="653" y="12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" name="Google Shape;806;p29"/>
                <p:cNvSpPr/>
                <p:nvPr/>
              </p:nvSpPr>
              <p:spPr>
                <a:xfrm>
                  <a:off x="3639240" y="483480"/>
                  <a:ext cx="609120" cy="612000"/>
                </a:xfrm>
                <a:custGeom>
                  <a:rect b="b" l="l" r="r" t="t"/>
                  <a:pathLst>
                    <a:path extrusionOk="0" h="1700" w="1692">
                      <a:moveTo>
                        <a:pt x="591" y="1700"/>
                      </a:moveTo>
                      <a:cubicBezTo>
                        <a:pt x="575" y="1701"/>
                        <a:pt x="560" y="1695"/>
                        <a:pt x="549" y="1683"/>
                      </a:cubicBezTo>
                      <a:lnTo>
                        <a:pt x="18" y="1162"/>
                      </a:lnTo>
                      <a:cubicBezTo>
                        <a:pt x="-5" y="1139"/>
                        <a:pt x="-5" y="1102"/>
                        <a:pt x="17" y="1078"/>
                      </a:cubicBezTo>
                      <a:cubicBezTo>
                        <a:pt x="40" y="1056"/>
                        <a:pt x="78" y="1055"/>
                        <a:pt x="100" y="1078"/>
                      </a:cubicBezTo>
                      <a:lnTo>
                        <a:pt x="589" y="1558"/>
                      </a:lnTo>
                      <a:lnTo>
                        <a:pt x="1550" y="581"/>
                      </a:lnTo>
                      <a:lnTo>
                        <a:pt x="1061" y="100"/>
                      </a:lnTo>
                      <a:cubicBezTo>
                        <a:pt x="1038" y="77"/>
                        <a:pt x="1038" y="40"/>
                        <a:pt x="1061" y="17"/>
                      </a:cubicBezTo>
                      <a:cubicBezTo>
                        <a:pt x="1083" y="-6"/>
                        <a:pt x="1121" y="-6"/>
                        <a:pt x="1144" y="16"/>
                      </a:cubicBezTo>
                      <a:lnTo>
                        <a:pt x="1675" y="538"/>
                      </a:lnTo>
                      <a:cubicBezTo>
                        <a:pt x="1698" y="561"/>
                        <a:pt x="1698" y="598"/>
                        <a:pt x="1675" y="621"/>
                      </a:cubicBezTo>
                      <a:lnTo>
                        <a:pt x="632" y="1683"/>
                      </a:lnTo>
                      <a:cubicBezTo>
                        <a:pt x="621" y="1694"/>
                        <a:pt x="606" y="1700"/>
                        <a:pt x="591" y="17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" name="Google Shape;807;p29"/>
                <p:cNvSpPr/>
                <p:nvPr/>
              </p:nvSpPr>
              <p:spPr>
                <a:xfrm>
                  <a:off x="3488605" y="718043"/>
                  <a:ext cx="319680" cy="314640"/>
                </a:xfrm>
                <a:custGeom>
                  <a:rect b="b" l="l" r="r" t="t"/>
                  <a:pathLst>
                    <a:path extrusionOk="0" h="874" w="888">
                      <a:moveTo>
                        <a:pt x="829" y="874"/>
                      </a:moveTo>
                      <a:cubicBezTo>
                        <a:pt x="814" y="874"/>
                        <a:pt x="800" y="868"/>
                        <a:pt x="788" y="857"/>
                      </a:cubicBezTo>
                      <a:lnTo>
                        <a:pt x="18" y="100"/>
                      </a:lnTo>
                      <a:cubicBezTo>
                        <a:pt x="-5" y="78"/>
                        <a:pt x="-6" y="40"/>
                        <a:pt x="17" y="17"/>
                      </a:cubicBezTo>
                      <a:cubicBezTo>
                        <a:pt x="40" y="-6"/>
                        <a:pt x="77" y="-6"/>
                        <a:pt x="100" y="17"/>
                      </a:cubicBezTo>
                      <a:lnTo>
                        <a:pt x="870" y="773"/>
                      </a:lnTo>
                      <a:cubicBezTo>
                        <a:pt x="894" y="796"/>
                        <a:pt x="894" y="833"/>
                        <a:pt x="871" y="857"/>
                      </a:cubicBezTo>
                      <a:cubicBezTo>
                        <a:pt x="860" y="868"/>
                        <a:pt x="845" y="874"/>
                        <a:pt x="829" y="87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808" name="Google Shape;808;p29"/>
              <p:cNvCxnSpPr/>
              <p:nvPr/>
            </p:nvCxnSpPr>
            <p:spPr>
              <a:xfrm flipH="1" rot="10800000">
                <a:off x="8023400" y="205025"/>
                <a:ext cx="516600" cy="516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809" name="Google Shape;809;p29"/>
          <p:cNvGrpSpPr/>
          <p:nvPr/>
        </p:nvGrpSpPr>
        <p:grpSpPr>
          <a:xfrm>
            <a:off x="-371727" y="-3216225"/>
            <a:ext cx="8802499" cy="10028158"/>
            <a:chOff x="-371727" y="-3216225"/>
            <a:chExt cx="8802499" cy="10028158"/>
          </a:xfrm>
        </p:grpSpPr>
        <p:pic>
          <p:nvPicPr>
            <p:cNvPr id="810" name="Google Shape;81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5400002">
              <a:off x="-3466154" y="-121796"/>
              <a:ext cx="10028158" cy="3839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1" name="Google Shape;811;p29"/>
            <p:cNvGrpSpPr/>
            <p:nvPr/>
          </p:nvGrpSpPr>
          <p:grpSpPr>
            <a:xfrm>
              <a:off x="7960973" y="474341"/>
              <a:ext cx="469800" cy="65160"/>
              <a:chOff x="9146520" y="317880"/>
              <a:chExt cx="469800" cy="65160"/>
            </a:xfrm>
          </p:grpSpPr>
          <p:sp>
            <p:nvSpPr>
              <p:cNvPr id="812" name="Google Shape;812;p29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29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29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rect b="b" l="l" r="r" t="t"/>
                <a:pathLst>
                  <a:path extrusionOk="0" h="181" w="181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1" anchor="ctr" bIns="20150" lIns="90000" spcFirstLastPara="1" rIns="90000" wrap="square" tIns="20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b="1" sz="30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b="1" sz="30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b="1" sz="30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b="1" sz="30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b="1" sz="30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b="1" sz="30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b="1" sz="30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b="1" sz="30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b="1" sz="3000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●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○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■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●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○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■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●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○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■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4beptgSj5pCDKJHagP_NqjuBqEHT84Nb/view" TargetMode="External"/><Relationship Id="rId4" Type="http://schemas.openxmlformats.org/officeDocument/2006/relationships/image" Target="../media/image22.jp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3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g"/><Relationship Id="rId4" Type="http://schemas.openxmlformats.org/officeDocument/2006/relationships/image" Target="../media/image23.jpg"/><Relationship Id="rId5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8.jpg"/><Relationship Id="rId5" Type="http://schemas.openxmlformats.org/officeDocument/2006/relationships/image" Target="../media/image27.jp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hyperlink" Target="http://drive.google.com/file/d/18LBfDfnMhuW81me3jkxC6aJdBHbxetpy/view" TargetMode="External"/><Relationship Id="rId6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31.jpg"/><Relationship Id="rId6" Type="http://schemas.openxmlformats.org/officeDocument/2006/relationships/image" Target="../media/image3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jpg"/><Relationship Id="rId4" Type="http://schemas.openxmlformats.org/officeDocument/2006/relationships/image" Target="../media/image25.jpg"/><Relationship Id="rId5" Type="http://schemas.openxmlformats.org/officeDocument/2006/relationships/image" Target="../media/image36.jpg"/><Relationship Id="rId6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jpg"/><Relationship Id="rId4" Type="http://schemas.openxmlformats.org/officeDocument/2006/relationships/image" Target="../media/image34.jpg"/><Relationship Id="rId5" Type="http://schemas.openxmlformats.org/officeDocument/2006/relationships/image" Target="../media/image33.jpg"/><Relationship Id="rId6" Type="http://schemas.openxmlformats.org/officeDocument/2006/relationships/image" Target="../media/image3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0"/>
          <p:cNvSpPr txBox="1"/>
          <p:nvPr>
            <p:ph type="ctrTitle"/>
          </p:nvPr>
        </p:nvSpPr>
        <p:spPr>
          <a:xfrm>
            <a:off x="2409025" y="600900"/>
            <a:ext cx="4570800" cy="28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Hydrogen </a:t>
            </a:r>
            <a:endParaRPr sz="5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Car    </a:t>
            </a:r>
            <a:endParaRPr sz="5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Renewal</a:t>
            </a:r>
            <a:endParaRPr b="0" sz="4700"/>
          </a:p>
        </p:txBody>
      </p:sp>
      <p:sp>
        <p:nvSpPr>
          <p:cNvPr id="820" name="Google Shape;820;p30"/>
          <p:cNvSpPr txBox="1"/>
          <p:nvPr>
            <p:ph idx="1" type="subTitle"/>
          </p:nvPr>
        </p:nvSpPr>
        <p:spPr>
          <a:xfrm>
            <a:off x="2716025" y="3457100"/>
            <a:ext cx="397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Justin Chai and Ben Horvat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Advisor: Prof. Everbach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Swarthmore College E90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2024</a:t>
            </a:r>
            <a:endParaRPr/>
          </a:p>
        </p:txBody>
      </p:sp>
      <p:pic>
        <p:nvPicPr>
          <p:cNvPr id="821" name="Google Shape;8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00" y="3751575"/>
            <a:ext cx="1459851" cy="122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1"/>
          <p:cNvSpPr txBox="1"/>
          <p:nvPr>
            <p:ph idx="15" type="title"/>
          </p:nvPr>
        </p:nvSpPr>
        <p:spPr>
          <a:xfrm>
            <a:off x="720000" y="539500"/>
            <a:ext cx="530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Outline</a:t>
            </a:r>
            <a:endParaRPr/>
          </a:p>
        </p:txBody>
      </p:sp>
      <p:sp>
        <p:nvSpPr>
          <p:cNvPr id="827" name="Google Shape;827;p31"/>
          <p:cNvSpPr txBox="1"/>
          <p:nvPr>
            <p:ph type="title"/>
          </p:nvPr>
        </p:nvSpPr>
        <p:spPr>
          <a:xfrm>
            <a:off x="720000" y="1677348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28" name="Google Shape;828;p31"/>
          <p:cNvSpPr txBox="1"/>
          <p:nvPr>
            <p:ph idx="2" type="title"/>
          </p:nvPr>
        </p:nvSpPr>
        <p:spPr>
          <a:xfrm>
            <a:off x="3372138" y="1677352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 </a:t>
            </a:r>
            <a:endParaRPr/>
          </a:p>
        </p:txBody>
      </p:sp>
      <p:sp>
        <p:nvSpPr>
          <p:cNvPr id="829" name="Google Shape;829;p31"/>
          <p:cNvSpPr txBox="1"/>
          <p:nvPr>
            <p:ph idx="3" type="title"/>
          </p:nvPr>
        </p:nvSpPr>
        <p:spPr>
          <a:xfrm>
            <a:off x="720000" y="2978959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30" name="Google Shape;830;p31"/>
          <p:cNvSpPr txBox="1"/>
          <p:nvPr>
            <p:ph idx="4" type="title"/>
          </p:nvPr>
        </p:nvSpPr>
        <p:spPr>
          <a:xfrm>
            <a:off x="6024288" y="1677362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 </a:t>
            </a:r>
            <a:endParaRPr/>
          </a:p>
        </p:txBody>
      </p:sp>
      <p:sp>
        <p:nvSpPr>
          <p:cNvPr id="831" name="Google Shape;831;p31"/>
          <p:cNvSpPr txBox="1"/>
          <p:nvPr>
            <p:ph idx="5" type="title"/>
          </p:nvPr>
        </p:nvSpPr>
        <p:spPr>
          <a:xfrm>
            <a:off x="3372150" y="2978969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32" name="Google Shape;832;p31"/>
          <p:cNvSpPr txBox="1"/>
          <p:nvPr>
            <p:ph idx="6" type="title"/>
          </p:nvPr>
        </p:nvSpPr>
        <p:spPr>
          <a:xfrm>
            <a:off x="6024288" y="2978973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33" name="Google Shape;833;p31"/>
          <p:cNvSpPr txBox="1"/>
          <p:nvPr>
            <p:ph idx="1" type="subTitle"/>
          </p:nvPr>
        </p:nvSpPr>
        <p:spPr>
          <a:xfrm>
            <a:off x="720000" y="2201625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Eco-Marathon/ Previous Projects</a:t>
            </a:r>
            <a:endParaRPr/>
          </a:p>
        </p:txBody>
      </p:sp>
      <p:sp>
        <p:nvSpPr>
          <p:cNvPr id="834" name="Google Shape;834;p31"/>
          <p:cNvSpPr txBox="1"/>
          <p:nvPr>
            <p:ph idx="7" type="subTitle"/>
          </p:nvPr>
        </p:nvSpPr>
        <p:spPr>
          <a:xfrm>
            <a:off x="720000" y="3503228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</a:t>
            </a:r>
            <a:endParaRPr/>
          </a:p>
        </p:txBody>
      </p:sp>
      <p:sp>
        <p:nvSpPr>
          <p:cNvPr id="835" name="Google Shape;835;p31"/>
          <p:cNvSpPr txBox="1"/>
          <p:nvPr>
            <p:ph idx="8" type="subTitle"/>
          </p:nvPr>
        </p:nvSpPr>
        <p:spPr>
          <a:xfrm>
            <a:off x="3372161" y="3503249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</a:t>
            </a:r>
            <a:endParaRPr/>
          </a:p>
        </p:txBody>
      </p:sp>
      <p:sp>
        <p:nvSpPr>
          <p:cNvPr id="836" name="Google Shape;836;p31"/>
          <p:cNvSpPr txBox="1"/>
          <p:nvPr>
            <p:ph idx="9" type="subTitle"/>
          </p:nvPr>
        </p:nvSpPr>
        <p:spPr>
          <a:xfrm>
            <a:off x="3372149" y="2201675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Conditions/ Motivation</a:t>
            </a:r>
            <a:endParaRPr/>
          </a:p>
        </p:txBody>
      </p:sp>
      <p:sp>
        <p:nvSpPr>
          <p:cNvPr id="837" name="Google Shape;837;p31"/>
          <p:cNvSpPr txBox="1"/>
          <p:nvPr>
            <p:ph idx="13" type="subTitle"/>
          </p:nvPr>
        </p:nvSpPr>
        <p:spPr>
          <a:xfrm>
            <a:off x="6024299" y="2201675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 Theory</a:t>
            </a:r>
            <a:endParaRPr/>
          </a:p>
        </p:txBody>
      </p:sp>
      <p:sp>
        <p:nvSpPr>
          <p:cNvPr id="838" name="Google Shape;838;p31"/>
          <p:cNvSpPr txBox="1"/>
          <p:nvPr>
            <p:ph idx="14" type="subTitle"/>
          </p:nvPr>
        </p:nvSpPr>
        <p:spPr>
          <a:xfrm>
            <a:off x="6024299" y="3503296"/>
            <a:ext cx="23997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Plans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3" name="Google Shape;843;p32"/>
          <p:cNvPicPr preferRelativeResize="0"/>
          <p:nvPr/>
        </p:nvPicPr>
        <p:blipFill rotWithShape="1">
          <a:blip r:embed="rId3">
            <a:alphaModFix/>
          </a:blip>
          <a:srcRect b="0" l="19504" r="17760" t="0"/>
          <a:stretch/>
        </p:blipFill>
        <p:spPr>
          <a:xfrm>
            <a:off x="4716975" y="1438125"/>
            <a:ext cx="4479424" cy="5097477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32"/>
          <p:cNvSpPr txBox="1"/>
          <p:nvPr>
            <p:ph type="title"/>
          </p:nvPr>
        </p:nvSpPr>
        <p:spPr>
          <a:xfrm>
            <a:off x="370025" y="173525"/>
            <a:ext cx="3811500" cy="10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Eco-Marathon</a:t>
            </a:r>
            <a:endParaRPr/>
          </a:p>
        </p:txBody>
      </p:sp>
      <p:sp>
        <p:nvSpPr>
          <p:cNvPr id="845" name="Google Shape;845;p32"/>
          <p:cNvSpPr txBox="1"/>
          <p:nvPr>
            <p:ph idx="1" type="subTitle"/>
          </p:nvPr>
        </p:nvSpPr>
        <p:spPr>
          <a:xfrm>
            <a:off x="436500" y="1349250"/>
            <a:ext cx="4088100" cy="3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❖"/>
            </a:pPr>
            <a:r>
              <a:rPr b="1" lang="en" sz="1500" u="sng">
                <a:solidFill>
                  <a:schemeClr val="dk2"/>
                </a:solidFill>
              </a:rPr>
              <a:t>Worldwide Engineering Competition</a:t>
            </a:r>
            <a:r>
              <a:rPr lang="en" sz="1500">
                <a:solidFill>
                  <a:schemeClr val="accent3"/>
                </a:solidFill>
              </a:rPr>
              <a:t> for Energy Efficiency and Low Carbon Transportation Solutions! </a:t>
            </a:r>
            <a:endParaRPr sz="1500">
              <a:solidFill>
                <a:schemeClr val="accent3"/>
              </a:solidFill>
            </a:endParaRPr>
          </a:p>
          <a:p>
            <a:pPr indent="-32385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➢"/>
            </a:pPr>
            <a:r>
              <a:rPr lang="en" sz="1500">
                <a:solidFill>
                  <a:schemeClr val="accent3"/>
                </a:solidFill>
              </a:rPr>
              <a:t>NA: Indianapolis Motor Speedway</a:t>
            </a:r>
            <a:endParaRPr sz="1500">
              <a:solidFill>
                <a:schemeClr val="accent3"/>
              </a:solidFill>
            </a:endParaRPr>
          </a:p>
          <a:p>
            <a:pPr indent="-32385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➢"/>
            </a:pPr>
            <a:r>
              <a:rPr lang="en" sz="1500">
                <a:solidFill>
                  <a:schemeClr val="accent3"/>
                </a:solidFill>
              </a:rPr>
              <a:t>Like the less fast innovation F1</a:t>
            </a:r>
            <a:endParaRPr sz="1500">
              <a:solidFill>
                <a:schemeClr val="accent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❖"/>
            </a:pPr>
            <a:r>
              <a:rPr b="1" lang="en" sz="1500" u="sng">
                <a:solidFill>
                  <a:schemeClr val="dk2"/>
                </a:solidFill>
              </a:rPr>
              <a:t>Multiple </a:t>
            </a:r>
            <a:r>
              <a:rPr b="1" lang="en" sz="1500" u="sng">
                <a:solidFill>
                  <a:schemeClr val="dk2"/>
                </a:solidFill>
              </a:rPr>
              <a:t>Categories</a:t>
            </a:r>
            <a:r>
              <a:rPr b="1" lang="en" sz="1500">
                <a:solidFill>
                  <a:schemeClr val="dk2"/>
                </a:solidFill>
              </a:rPr>
              <a:t>:</a:t>
            </a:r>
            <a:r>
              <a:rPr lang="en" sz="1500">
                <a:solidFill>
                  <a:schemeClr val="accent3"/>
                </a:solidFill>
              </a:rPr>
              <a:t> Prototype and Urban</a:t>
            </a:r>
            <a:endParaRPr b="1" sz="1500">
              <a:solidFill>
                <a:schemeClr val="accent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❖"/>
            </a:pPr>
            <a:r>
              <a:rPr b="1" lang="en" sz="1500">
                <a:solidFill>
                  <a:schemeClr val="dk2"/>
                </a:solidFill>
              </a:rPr>
              <a:t>Different Powertrain Systems: Hydrogen</a:t>
            </a:r>
            <a:r>
              <a:rPr lang="en" sz="1500">
                <a:solidFill>
                  <a:schemeClr val="accent3"/>
                </a:solidFill>
              </a:rPr>
              <a:t>, Combustion, Battery EVs</a:t>
            </a:r>
            <a:r>
              <a:rPr lang="en" sz="1500">
                <a:solidFill>
                  <a:schemeClr val="accent3"/>
                </a:solidFill>
              </a:rPr>
              <a:t> </a:t>
            </a:r>
            <a:endParaRPr sz="1500">
              <a:solidFill>
                <a:schemeClr val="accent3"/>
              </a:solidFill>
            </a:endParaRPr>
          </a:p>
        </p:txBody>
      </p:sp>
      <p:grpSp>
        <p:nvGrpSpPr>
          <p:cNvPr id="846" name="Google Shape;846;p32"/>
          <p:cNvGrpSpPr/>
          <p:nvPr/>
        </p:nvGrpSpPr>
        <p:grpSpPr>
          <a:xfrm>
            <a:off x="7422800" y="3692327"/>
            <a:ext cx="2078128" cy="2037981"/>
            <a:chOff x="6975075" y="3463002"/>
            <a:chExt cx="2078128" cy="2037981"/>
          </a:xfrm>
        </p:grpSpPr>
        <p:grpSp>
          <p:nvGrpSpPr>
            <p:cNvPr id="847" name="Google Shape;847;p32"/>
            <p:cNvGrpSpPr/>
            <p:nvPr/>
          </p:nvGrpSpPr>
          <p:grpSpPr>
            <a:xfrm>
              <a:off x="7015222" y="3463002"/>
              <a:ext cx="2037981" cy="2037981"/>
              <a:chOff x="231120" y="3754800"/>
              <a:chExt cx="1568160" cy="1568160"/>
            </a:xfrm>
          </p:grpSpPr>
          <p:sp>
            <p:nvSpPr>
              <p:cNvPr id="848" name="Google Shape;848;p32"/>
              <p:cNvSpPr/>
              <p:nvPr/>
            </p:nvSpPr>
            <p:spPr>
              <a:xfrm>
                <a:off x="848160" y="4339800"/>
                <a:ext cx="828720" cy="860760"/>
              </a:xfrm>
              <a:custGeom>
                <a:rect b="b" l="l" r="r" t="t"/>
                <a:pathLst>
                  <a:path extrusionOk="0" h="2391" w="2302">
                    <a:moveTo>
                      <a:pt x="480" y="2391"/>
                    </a:moveTo>
                    <a:cubicBezTo>
                      <a:pt x="454" y="2391"/>
                      <a:pt x="429" y="2381"/>
                      <a:pt x="410" y="2363"/>
                    </a:cubicBezTo>
                    <a:lnTo>
                      <a:pt x="29" y="1989"/>
                    </a:lnTo>
                    <a:cubicBezTo>
                      <a:pt x="-9" y="1951"/>
                      <a:pt x="-9" y="1889"/>
                      <a:pt x="28" y="1851"/>
                    </a:cubicBezTo>
                    <a:cubicBezTo>
                      <a:pt x="66" y="1813"/>
                      <a:pt x="128" y="1812"/>
                      <a:pt x="166" y="1850"/>
                    </a:cubicBezTo>
                    <a:lnTo>
                      <a:pt x="477" y="2156"/>
                    </a:lnTo>
                    <a:lnTo>
                      <a:pt x="2067" y="539"/>
                    </a:lnTo>
                    <a:lnTo>
                      <a:pt x="1688" y="167"/>
                    </a:lnTo>
                    <a:cubicBezTo>
                      <a:pt x="1650" y="129"/>
                      <a:pt x="1649" y="68"/>
                      <a:pt x="1687" y="29"/>
                    </a:cubicBezTo>
                    <a:cubicBezTo>
                      <a:pt x="1725" y="-9"/>
                      <a:pt x="1786" y="-10"/>
                      <a:pt x="1824" y="28"/>
                    </a:cubicBezTo>
                    <a:lnTo>
                      <a:pt x="2273" y="468"/>
                    </a:lnTo>
                    <a:cubicBezTo>
                      <a:pt x="2311" y="506"/>
                      <a:pt x="2311" y="568"/>
                      <a:pt x="2274" y="606"/>
                    </a:cubicBezTo>
                    <a:lnTo>
                      <a:pt x="548" y="2362"/>
                    </a:lnTo>
                    <a:cubicBezTo>
                      <a:pt x="530" y="2380"/>
                      <a:pt x="505" y="2391"/>
                      <a:pt x="480" y="239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32"/>
              <p:cNvSpPr/>
              <p:nvPr/>
            </p:nvSpPr>
            <p:spPr>
              <a:xfrm>
                <a:off x="973440" y="4538880"/>
                <a:ext cx="41760" cy="41760"/>
              </a:xfrm>
              <a:custGeom>
                <a:rect b="b" l="l" r="r" t="t"/>
                <a:pathLst>
                  <a:path extrusionOk="0" h="116" w="116">
                    <a:moveTo>
                      <a:pt x="99" y="99"/>
                    </a:moveTo>
                    <a:cubicBezTo>
                      <a:pt x="77" y="122"/>
                      <a:pt x="40" y="122"/>
                      <a:pt x="17" y="100"/>
                    </a:cubicBezTo>
                    <a:cubicBezTo>
                      <a:pt x="-5" y="77"/>
                      <a:pt x="-5" y="41"/>
                      <a:pt x="17" y="18"/>
                    </a:cubicBezTo>
                    <a:cubicBezTo>
                      <a:pt x="39" y="-5"/>
                      <a:pt x="76" y="-5"/>
                      <a:pt x="99" y="17"/>
                    </a:cubicBezTo>
                    <a:cubicBezTo>
                      <a:pt x="121" y="40"/>
                      <a:pt x="122" y="76"/>
                      <a:pt x="9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32"/>
              <p:cNvSpPr/>
              <p:nvPr/>
            </p:nvSpPr>
            <p:spPr>
              <a:xfrm>
                <a:off x="231120" y="3754800"/>
                <a:ext cx="1568160" cy="1568160"/>
              </a:xfrm>
              <a:custGeom>
                <a:rect b="b" l="l" r="r" t="t"/>
                <a:pathLst>
                  <a:path extrusionOk="0" h="4356" w="4356">
                    <a:moveTo>
                      <a:pt x="91" y="2196"/>
                    </a:moveTo>
                    <a:lnTo>
                      <a:pt x="2196" y="4264"/>
                    </a:lnTo>
                    <a:lnTo>
                      <a:pt x="4264" y="2160"/>
                    </a:lnTo>
                    <a:lnTo>
                      <a:pt x="2160" y="92"/>
                    </a:lnTo>
                    <a:lnTo>
                      <a:pt x="91" y="2196"/>
                    </a:lnTo>
                    <a:moveTo>
                      <a:pt x="2196" y="4356"/>
                    </a:moveTo>
                    <a:cubicBezTo>
                      <a:pt x="2187" y="4356"/>
                      <a:pt x="2177" y="4352"/>
                      <a:pt x="2169" y="4345"/>
                    </a:cubicBezTo>
                    <a:lnTo>
                      <a:pt x="11" y="2224"/>
                    </a:lnTo>
                    <a:cubicBezTo>
                      <a:pt x="4" y="2217"/>
                      <a:pt x="0" y="2207"/>
                      <a:pt x="0" y="2197"/>
                    </a:cubicBezTo>
                    <a:cubicBezTo>
                      <a:pt x="0" y="2187"/>
                      <a:pt x="4" y="2177"/>
                      <a:pt x="11" y="2170"/>
                    </a:cubicBezTo>
                    <a:lnTo>
                      <a:pt x="2132" y="11"/>
                    </a:lnTo>
                    <a:cubicBezTo>
                      <a:pt x="2147" y="-3"/>
                      <a:pt x="2171" y="-4"/>
                      <a:pt x="2186" y="11"/>
                    </a:cubicBezTo>
                    <a:lnTo>
                      <a:pt x="4344" y="2132"/>
                    </a:lnTo>
                    <a:cubicBezTo>
                      <a:pt x="4351" y="2139"/>
                      <a:pt x="4355" y="2149"/>
                      <a:pt x="4356" y="2159"/>
                    </a:cubicBezTo>
                    <a:cubicBezTo>
                      <a:pt x="4356" y="2169"/>
                      <a:pt x="4352" y="2179"/>
                      <a:pt x="4345" y="2186"/>
                    </a:cubicBezTo>
                    <a:lnTo>
                      <a:pt x="2223" y="4344"/>
                    </a:lnTo>
                    <a:cubicBezTo>
                      <a:pt x="2216" y="4352"/>
                      <a:pt x="2206" y="4356"/>
                      <a:pt x="2196" y="435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32"/>
              <p:cNvSpPr/>
              <p:nvPr/>
            </p:nvSpPr>
            <p:spPr>
              <a:xfrm>
                <a:off x="629280" y="4152960"/>
                <a:ext cx="771480" cy="771840"/>
              </a:xfrm>
              <a:custGeom>
                <a:rect b="b" l="l" r="r" t="t"/>
                <a:pathLst>
                  <a:path extrusionOk="0" h="2144" w="2143">
                    <a:moveTo>
                      <a:pt x="18" y="1081"/>
                    </a:moveTo>
                    <a:lnTo>
                      <a:pt x="1081" y="2125"/>
                    </a:lnTo>
                    <a:lnTo>
                      <a:pt x="2125" y="1063"/>
                    </a:lnTo>
                    <a:lnTo>
                      <a:pt x="1063" y="18"/>
                    </a:lnTo>
                    <a:lnTo>
                      <a:pt x="18" y="1081"/>
                    </a:lnTo>
                    <a:moveTo>
                      <a:pt x="1081" y="2144"/>
                    </a:moveTo>
                    <a:cubicBezTo>
                      <a:pt x="1079" y="2144"/>
                      <a:pt x="1077" y="2143"/>
                      <a:pt x="1076" y="2141"/>
                    </a:cubicBezTo>
                    <a:lnTo>
                      <a:pt x="2" y="1087"/>
                    </a:lnTo>
                    <a:cubicBezTo>
                      <a:pt x="1" y="1085"/>
                      <a:pt x="0" y="1083"/>
                      <a:pt x="0" y="1081"/>
                    </a:cubicBezTo>
                    <a:cubicBezTo>
                      <a:pt x="0" y="1079"/>
                      <a:pt x="1" y="1077"/>
                      <a:pt x="2" y="1076"/>
                    </a:cubicBezTo>
                    <a:lnTo>
                      <a:pt x="1057" y="3"/>
                    </a:lnTo>
                    <a:cubicBezTo>
                      <a:pt x="1060" y="0"/>
                      <a:pt x="1065" y="0"/>
                      <a:pt x="1067" y="3"/>
                    </a:cubicBezTo>
                    <a:lnTo>
                      <a:pt x="2141" y="1057"/>
                    </a:lnTo>
                    <a:cubicBezTo>
                      <a:pt x="2143" y="1059"/>
                      <a:pt x="2143" y="1060"/>
                      <a:pt x="2143" y="1063"/>
                    </a:cubicBezTo>
                    <a:cubicBezTo>
                      <a:pt x="2143" y="1065"/>
                      <a:pt x="2143" y="1067"/>
                      <a:pt x="2141" y="1068"/>
                    </a:cubicBezTo>
                    <a:lnTo>
                      <a:pt x="1086" y="2141"/>
                    </a:lnTo>
                    <a:cubicBezTo>
                      <a:pt x="1085" y="2143"/>
                      <a:pt x="1083" y="2144"/>
                      <a:pt x="1081" y="214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32"/>
              <p:cNvSpPr/>
              <p:nvPr/>
            </p:nvSpPr>
            <p:spPr>
              <a:xfrm>
                <a:off x="353520" y="3877200"/>
                <a:ext cx="1007280" cy="1012680"/>
              </a:xfrm>
              <a:custGeom>
                <a:rect b="b" l="l" r="r" t="t"/>
                <a:pathLst>
                  <a:path extrusionOk="0" h="2813" w="2798">
                    <a:moveTo>
                      <a:pt x="976" y="2813"/>
                    </a:moveTo>
                    <a:cubicBezTo>
                      <a:pt x="951" y="2813"/>
                      <a:pt x="926" y="2804"/>
                      <a:pt x="907" y="2785"/>
                    </a:cubicBezTo>
                    <a:lnTo>
                      <a:pt x="29" y="1923"/>
                    </a:lnTo>
                    <a:cubicBezTo>
                      <a:pt x="10" y="1905"/>
                      <a:pt x="0" y="1880"/>
                      <a:pt x="0" y="1854"/>
                    </a:cubicBezTo>
                    <a:cubicBezTo>
                      <a:pt x="-1" y="1828"/>
                      <a:pt x="9" y="1803"/>
                      <a:pt x="27" y="1785"/>
                    </a:cubicBezTo>
                    <a:lnTo>
                      <a:pt x="1753" y="29"/>
                    </a:lnTo>
                    <a:cubicBezTo>
                      <a:pt x="1791" y="-9"/>
                      <a:pt x="1852" y="-10"/>
                      <a:pt x="1891" y="28"/>
                    </a:cubicBezTo>
                    <a:lnTo>
                      <a:pt x="2769" y="890"/>
                    </a:lnTo>
                    <a:cubicBezTo>
                      <a:pt x="2807" y="928"/>
                      <a:pt x="2808" y="990"/>
                      <a:pt x="2770" y="1028"/>
                    </a:cubicBezTo>
                    <a:cubicBezTo>
                      <a:pt x="2732" y="1067"/>
                      <a:pt x="2671" y="1067"/>
                      <a:pt x="2632" y="1029"/>
                    </a:cubicBezTo>
                    <a:lnTo>
                      <a:pt x="1824" y="235"/>
                    </a:lnTo>
                    <a:lnTo>
                      <a:pt x="234" y="1852"/>
                    </a:lnTo>
                    <a:lnTo>
                      <a:pt x="1043" y="2646"/>
                    </a:lnTo>
                    <a:cubicBezTo>
                      <a:pt x="1081" y="2684"/>
                      <a:pt x="1082" y="2746"/>
                      <a:pt x="1044" y="2784"/>
                    </a:cubicBezTo>
                    <a:cubicBezTo>
                      <a:pt x="1025" y="2803"/>
                      <a:pt x="1000" y="2813"/>
                      <a:pt x="976" y="28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32"/>
              <p:cNvSpPr/>
              <p:nvPr/>
            </p:nvSpPr>
            <p:spPr>
              <a:xfrm>
                <a:off x="1092960" y="3993480"/>
                <a:ext cx="528480" cy="520560"/>
              </a:xfrm>
              <a:custGeom>
                <a:rect b="b" l="l" r="r" t="t"/>
                <a:pathLst>
                  <a:path extrusionOk="0" h="1446" w="1468">
                    <a:moveTo>
                      <a:pt x="1372" y="1446"/>
                    </a:moveTo>
                    <a:cubicBezTo>
                      <a:pt x="1347" y="1447"/>
                      <a:pt x="1322" y="1437"/>
                      <a:pt x="1303" y="1418"/>
                    </a:cubicBezTo>
                    <a:lnTo>
                      <a:pt x="29" y="166"/>
                    </a:lnTo>
                    <a:cubicBezTo>
                      <a:pt x="-10" y="129"/>
                      <a:pt x="-10" y="67"/>
                      <a:pt x="28" y="29"/>
                    </a:cubicBezTo>
                    <a:cubicBezTo>
                      <a:pt x="65" y="-9"/>
                      <a:pt x="127" y="-10"/>
                      <a:pt x="165" y="28"/>
                    </a:cubicBezTo>
                    <a:lnTo>
                      <a:pt x="1439" y="1279"/>
                    </a:lnTo>
                    <a:cubicBezTo>
                      <a:pt x="1478" y="1317"/>
                      <a:pt x="1478" y="1379"/>
                      <a:pt x="1440" y="1417"/>
                    </a:cubicBezTo>
                    <a:cubicBezTo>
                      <a:pt x="1422" y="1436"/>
                      <a:pt x="1397" y="1446"/>
                      <a:pt x="1372" y="14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54" name="Google Shape;854;p32"/>
            <p:cNvCxnSpPr/>
            <p:nvPr/>
          </p:nvCxnSpPr>
          <p:spPr>
            <a:xfrm rot="10800000">
              <a:off x="6975075" y="3478850"/>
              <a:ext cx="1032600" cy="103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pic>
        <p:nvPicPr>
          <p:cNvPr id="855" name="Google Shape;8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972" y="-812200"/>
            <a:ext cx="4479426" cy="299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62575" y="0"/>
            <a:ext cx="631389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33"/>
          <p:cNvSpPr txBox="1"/>
          <p:nvPr>
            <p:ph type="title"/>
          </p:nvPr>
        </p:nvSpPr>
        <p:spPr>
          <a:xfrm>
            <a:off x="6223375" y="512075"/>
            <a:ext cx="2578500" cy="10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Inspections</a:t>
            </a:r>
            <a:endParaRPr/>
          </a:p>
        </p:txBody>
      </p:sp>
      <p:sp>
        <p:nvSpPr>
          <p:cNvPr id="862" name="Google Shape;862;p33"/>
          <p:cNvSpPr txBox="1"/>
          <p:nvPr>
            <p:ph idx="1" type="subTitle"/>
          </p:nvPr>
        </p:nvSpPr>
        <p:spPr>
          <a:xfrm>
            <a:off x="6223375" y="1754850"/>
            <a:ext cx="2578500" cy="25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</a:rPr>
              <a:t>BEFORE RACING</a:t>
            </a:r>
            <a:r>
              <a:rPr lang="en" sz="1400">
                <a:solidFill>
                  <a:schemeClr val="accent3"/>
                </a:solidFill>
              </a:rPr>
              <a:t>, need to pass the 11 rounds of testing -&gt; </a:t>
            </a:r>
            <a:r>
              <a:rPr b="1" lang="en" sz="1400">
                <a:solidFill>
                  <a:schemeClr val="dk2"/>
                </a:solidFill>
              </a:rPr>
              <a:t>lots of design constraints</a:t>
            </a:r>
            <a:r>
              <a:rPr lang="en" sz="1400">
                <a:solidFill>
                  <a:schemeClr val="accent3"/>
                </a:solidFill>
              </a:rPr>
              <a:t>:</a:t>
            </a:r>
            <a:endParaRPr sz="1400">
              <a:solidFill>
                <a:schemeClr val="accent3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❖"/>
            </a:pPr>
            <a:r>
              <a:rPr lang="en" sz="1400">
                <a:solidFill>
                  <a:schemeClr val="accent3"/>
                </a:solidFill>
              </a:rPr>
              <a:t>Turning radius</a:t>
            </a:r>
            <a:endParaRPr sz="1400">
              <a:solidFill>
                <a:schemeClr val="accent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❖"/>
            </a:pPr>
            <a:r>
              <a:rPr lang="en" sz="1400">
                <a:solidFill>
                  <a:schemeClr val="accent3"/>
                </a:solidFill>
              </a:rPr>
              <a:t>Dimensions of car</a:t>
            </a:r>
            <a:endParaRPr sz="1400">
              <a:solidFill>
                <a:schemeClr val="accent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❖"/>
            </a:pPr>
            <a:r>
              <a:rPr lang="en" sz="1400">
                <a:solidFill>
                  <a:schemeClr val="accent3"/>
                </a:solidFill>
              </a:rPr>
              <a:t>Hydrogen FC integration</a:t>
            </a:r>
            <a:endParaRPr sz="1400">
              <a:solidFill>
                <a:schemeClr val="accent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❖"/>
            </a:pPr>
            <a:r>
              <a:rPr lang="en" sz="1400">
                <a:solidFill>
                  <a:schemeClr val="accent3"/>
                </a:solidFill>
              </a:rPr>
              <a:t>Braking tests at different intensity</a:t>
            </a:r>
            <a:endParaRPr sz="1400">
              <a:solidFill>
                <a:schemeClr val="accent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❖"/>
            </a:pPr>
            <a:r>
              <a:rPr lang="en" sz="1400">
                <a:solidFill>
                  <a:schemeClr val="accent3"/>
                </a:solidFill>
              </a:rPr>
              <a:t>Safety/Visibility of driver</a:t>
            </a:r>
            <a:endParaRPr sz="1400">
              <a:solidFill>
                <a:schemeClr val="accent3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4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Focused Design Constraints </a:t>
            </a:r>
            <a:endParaRPr/>
          </a:p>
        </p:txBody>
      </p:sp>
      <p:sp>
        <p:nvSpPr>
          <p:cNvPr id="868" name="Google Shape;868;p34"/>
          <p:cNvSpPr txBox="1"/>
          <p:nvPr>
            <p:ph idx="6" type="subTitle"/>
          </p:nvPr>
        </p:nvSpPr>
        <p:spPr>
          <a:xfrm>
            <a:off x="6158400" y="1667475"/>
            <a:ext cx="28506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Regulation</a:t>
            </a:r>
            <a:endParaRPr/>
          </a:p>
        </p:txBody>
      </p:sp>
      <p:sp>
        <p:nvSpPr>
          <p:cNvPr id="869" name="Google Shape;869;p34"/>
          <p:cNvSpPr txBox="1"/>
          <p:nvPr>
            <p:ph idx="1" type="subTitle"/>
          </p:nvPr>
        </p:nvSpPr>
        <p:spPr>
          <a:xfrm>
            <a:off x="720000" y="2055925"/>
            <a:ext cx="2265600" cy="18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  <p:sp>
        <p:nvSpPr>
          <p:cNvPr id="870" name="Google Shape;870;p34"/>
          <p:cNvSpPr txBox="1"/>
          <p:nvPr>
            <p:ph idx="2" type="subTitle"/>
          </p:nvPr>
        </p:nvSpPr>
        <p:spPr>
          <a:xfrm>
            <a:off x="3439197" y="2055925"/>
            <a:ext cx="2265600" cy="18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Front and back suspension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All hydraulic brakes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Firewall between driver and engine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Proper electrical harnessing</a:t>
            </a:r>
            <a:endParaRPr/>
          </a:p>
        </p:txBody>
      </p:sp>
      <p:sp>
        <p:nvSpPr>
          <p:cNvPr id="871" name="Google Shape;871;p34"/>
          <p:cNvSpPr txBox="1"/>
          <p:nvPr>
            <p:ph idx="3" type="subTitle"/>
          </p:nvPr>
        </p:nvSpPr>
        <p:spPr>
          <a:xfrm>
            <a:off x="6158400" y="2055925"/>
            <a:ext cx="2265600" cy="18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Turning Radius of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Passing __ degree brake test</a:t>
            </a:r>
            <a:endParaRPr/>
          </a:p>
        </p:txBody>
      </p:sp>
      <p:sp>
        <p:nvSpPr>
          <p:cNvPr id="872" name="Google Shape;872;p34"/>
          <p:cNvSpPr txBox="1"/>
          <p:nvPr>
            <p:ph idx="4" type="subTitle"/>
          </p:nvPr>
        </p:nvSpPr>
        <p:spPr>
          <a:xfrm>
            <a:off x="720000" y="1667475"/>
            <a:ext cx="22656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Regulation</a:t>
            </a:r>
            <a:endParaRPr/>
          </a:p>
        </p:txBody>
      </p:sp>
      <p:sp>
        <p:nvSpPr>
          <p:cNvPr id="873" name="Google Shape;873;p34"/>
          <p:cNvSpPr txBox="1"/>
          <p:nvPr>
            <p:ph idx="5" type="subTitle"/>
          </p:nvPr>
        </p:nvSpPr>
        <p:spPr>
          <a:xfrm>
            <a:off x="3439201" y="1667475"/>
            <a:ext cx="2265600" cy="4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Regulation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35" title="20240325_15591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25" y="142400"/>
            <a:ext cx="2550275" cy="4536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9" name="Google Shape;879;p35"/>
          <p:cNvSpPr txBox="1"/>
          <p:nvPr>
            <p:ph type="title"/>
          </p:nvPr>
        </p:nvSpPr>
        <p:spPr>
          <a:xfrm>
            <a:off x="3671775" y="539500"/>
            <a:ext cx="23331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Vehicles and Past Troubles</a:t>
            </a:r>
            <a:endParaRPr/>
          </a:p>
        </p:txBody>
      </p:sp>
      <p:grpSp>
        <p:nvGrpSpPr>
          <p:cNvPr id="880" name="Google Shape;880;p35"/>
          <p:cNvGrpSpPr/>
          <p:nvPr/>
        </p:nvGrpSpPr>
        <p:grpSpPr>
          <a:xfrm>
            <a:off x="2807348" y="3862291"/>
            <a:ext cx="1510220" cy="1509818"/>
            <a:chOff x="5604480" y="3862800"/>
            <a:chExt cx="1352880" cy="1352520"/>
          </a:xfrm>
        </p:grpSpPr>
        <p:sp>
          <p:nvSpPr>
            <p:cNvPr id="881" name="Google Shape;881;p35"/>
            <p:cNvSpPr/>
            <p:nvPr/>
          </p:nvSpPr>
          <p:spPr>
            <a:xfrm>
              <a:off x="5810040" y="4077000"/>
              <a:ext cx="942120" cy="933120"/>
            </a:xfrm>
            <a:custGeom>
              <a:rect b="b" l="l" r="r" t="t"/>
              <a:pathLst>
                <a:path extrusionOk="0" h="2592" w="2617">
                  <a:moveTo>
                    <a:pt x="1319" y="2592"/>
                  </a:moveTo>
                  <a:cubicBezTo>
                    <a:pt x="970" y="2595"/>
                    <a:pt x="640" y="2461"/>
                    <a:pt x="391" y="2217"/>
                  </a:cubicBezTo>
                  <a:cubicBezTo>
                    <a:pt x="-124" y="1711"/>
                    <a:pt x="-131" y="881"/>
                    <a:pt x="375" y="366"/>
                  </a:cubicBezTo>
                  <a:cubicBezTo>
                    <a:pt x="555" y="182"/>
                    <a:pt x="783" y="57"/>
                    <a:pt x="1035" y="3"/>
                  </a:cubicBezTo>
                  <a:cubicBezTo>
                    <a:pt x="1113" y="-13"/>
                    <a:pt x="1190" y="37"/>
                    <a:pt x="1207" y="115"/>
                  </a:cubicBezTo>
                  <a:cubicBezTo>
                    <a:pt x="1224" y="194"/>
                    <a:pt x="1174" y="271"/>
                    <a:pt x="1095" y="288"/>
                  </a:cubicBezTo>
                  <a:cubicBezTo>
                    <a:pt x="900" y="329"/>
                    <a:pt x="722" y="427"/>
                    <a:pt x="582" y="570"/>
                  </a:cubicBezTo>
                  <a:cubicBezTo>
                    <a:pt x="189" y="970"/>
                    <a:pt x="194" y="1616"/>
                    <a:pt x="594" y="2009"/>
                  </a:cubicBezTo>
                  <a:cubicBezTo>
                    <a:pt x="789" y="2200"/>
                    <a:pt x="1045" y="2304"/>
                    <a:pt x="1317" y="2301"/>
                  </a:cubicBezTo>
                  <a:cubicBezTo>
                    <a:pt x="1589" y="2299"/>
                    <a:pt x="1843" y="2191"/>
                    <a:pt x="2034" y="1997"/>
                  </a:cubicBezTo>
                  <a:cubicBezTo>
                    <a:pt x="2225" y="1803"/>
                    <a:pt x="2328" y="1546"/>
                    <a:pt x="2326" y="1274"/>
                  </a:cubicBezTo>
                  <a:cubicBezTo>
                    <a:pt x="2324" y="1002"/>
                    <a:pt x="2215" y="748"/>
                    <a:pt x="2022" y="557"/>
                  </a:cubicBezTo>
                  <a:cubicBezTo>
                    <a:pt x="1914" y="452"/>
                    <a:pt x="1788" y="373"/>
                    <a:pt x="1648" y="324"/>
                  </a:cubicBezTo>
                  <a:cubicBezTo>
                    <a:pt x="1572" y="297"/>
                    <a:pt x="1532" y="214"/>
                    <a:pt x="1559" y="138"/>
                  </a:cubicBezTo>
                  <a:cubicBezTo>
                    <a:pt x="1586" y="62"/>
                    <a:pt x="1668" y="23"/>
                    <a:pt x="1744" y="49"/>
                  </a:cubicBezTo>
                  <a:cubicBezTo>
                    <a:pt x="1925" y="113"/>
                    <a:pt x="2087" y="214"/>
                    <a:pt x="2225" y="350"/>
                  </a:cubicBezTo>
                  <a:cubicBezTo>
                    <a:pt x="2475" y="595"/>
                    <a:pt x="2613" y="922"/>
                    <a:pt x="2617" y="1272"/>
                  </a:cubicBezTo>
                  <a:cubicBezTo>
                    <a:pt x="2620" y="1621"/>
                    <a:pt x="2486" y="1951"/>
                    <a:pt x="2241" y="2201"/>
                  </a:cubicBezTo>
                  <a:cubicBezTo>
                    <a:pt x="1996" y="2450"/>
                    <a:pt x="1669" y="2589"/>
                    <a:pt x="1319" y="25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35"/>
            <p:cNvSpPr/>
            <p:nvPr/>
          </p:nvSpPr>
          <p:spPr>
            <a:xfrm>
              <a:off x="6140880" y="4068000"/>
              <a:ext cx="331920" cy="128520"/>
            </a:xfrm>
            <a:custGeom>
              <a:rect b="b" l="l" r="r" t="t"/>
              <a:pathLst>
                <a:path extrusionOk="0" h="357" w="922">
                  <a:moveTo>
                    <a:pt x="778" y="357"/>
                  </a:moveTo>
                  <a:cubicBezTo>
                    <a:pt x="762" y="357"/>
                    <a:pt x="745" y="354"/>
                    <a:pt x="729" y="349"/>
                  </a:cubicBezTo>
                  <a:cubicBezTo>
                    <a:pt x="551" y="286"/>
                    <a:pt x="360" y="274"/>
                    <a:pt x="176" y="313"/>
                  </a:cubicBezTo>
                  <a:cubicBezTo>
                    <a:pt x="97" y="329"/>
                    <a:pt x="20" y="279"/>
                    <a:pt x="4" y="201"/>
                  </a:cubicBezTo>
                  <a:cubicBezTo>
                    <a:pt x="-13" y="122"/>
                    <a:pt x="37" y="45"/>
                    <a:pt x="116" y="28"/>
                  </a:cubicBezTo>
                  <a:cubicBezTo>
                    <a:pt x="352" y="-22"/>
                    <a:pt x="598" y="-6"/>
                    <a:pt x="825" y="74"/>
                  </a:cubicBezTo>
                  <a:cubicBezTo>
                    <a:pt x="901" y="101"/>
                    <a:pt x="941" y="184"/>
                    <a:pt x="914" y="260"/>
                  </a:cubicBezTo>
                  <a:cubicBezTo>
                    <a:pt x="893" y="319"/>
                    <a:pt x="838" y="356"/>
                    <a:pt x="778" y="3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5"/>
            <p:cNvSpPr/>
            <p:nvPr/>
          </p:nvSpPr>
          <p:spPr>
            <a:xfrm>
              <a:off x="5604480" y="4263840"/>
              <a:ext cx="1352880" cy="951480"/>
            </a:xfrm>
            <a:custGeom>
              <a:rect b="b" l="l" r="r" t="t"/>
              <a:pathLst>
                <a:path extrusionOk="0" h="2643" w="3758">
                  <a:moveTo>
                    <a:pt x="1895" y="2643"/>
                  </a:moveTo>
                  <a:cubicBezTo>
                    <a:pt x="1394" y="2647"/>
                    <a:pt x="920" y="2456"/>
                    <a:pt x="562" y="2104"/>
                  </a:cubicBezTo>
                  <a:cubicBezTo>
                    <a:pt x="287" y="1833"/>
                    <a:pt x="104" y="1490"/>
                    <a:pt x="33" y="1113"/>
                  </a:cubicBezTo>
                  <a:cubicBezTo>
                    <a:pt x="-36" y="743"/>
                    <a:pt x="5" y="366"/>
                    <a:pt x="153" y="22"/>
                  </a:cubicBezTo>
                  <a:cubicBezTo>
                    <a:pt x="161" y="4"/>
                    <a:pt x="182" y="-5"/>
                    <a:pt x="201" y="3"/>
                  </a:cubicBezTo>
                  <a:cubicBezTo>
                    <a:pt x="219" y="11"/>
                    <a:pt x="228" y="32"/>
                    <a:pt x="220" y="51"/>
                  </a:cubicBezTo>
                  <a:cubicBezTo>
                    <a:pt x="-77" y="740"/>
                    <a:pt x="78" y="1526"/>
                    <a:pt x="613" y="2052"/>
                  </a:cubicBezTo>
                  <a:cubicBezTo>
                    <a:pt x="957" y="2390"/>
                    <a:pt x="1412" y="2574"/>
                    <a:pt x="1895" y="2570"/>
                  </a:cubicBezTo>
                  <a:cubicBezTo>
                    <a:pt x="2377" y="2566"/>
                    <a:pt x="2829" y="2374"/>
                    <a:pt x="3167" y="2030"/>
                  </a:cubicBezTo>
                  <a:cubicBezTo>
                    <a:pt x="3556" y="1633"/>
                    <a:pt x="3740" y="1089"/>
                    <a:pt x="3671" y="537"/>
                  </a:cubicBezTo>
                  <a:cubicBezTo>
                    <a:pt x="3668" y="517"/>
                    <a:pt x="3682" y="499"/>
                    <a:pt x="3702" y="497"/>
                  </a:cubicBezTo>
                  <a:cubicBezTo>
                    <a:pt x="3722" y="494"/>
                    <a:pt x="3740" y="508"/>
                    <a:pt x="3743" y="528"/>
                  </a:cubicBezTo>
                  <a:cubicBezTo>
                    <a:pt x="3815" y="1103"/>
                    <a:pt x="3624" y="1669"/>
                    <a:pt x="3219" y="2081"/>
                  </a:cubicBezTo>
                  <a:cubicBezTo>
                    <a:pt x="2867" y="2439"/>
                    <a:pt x="2397" y="2638"/>
                    <a:pt x="1895" y="26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35"/>
            <p:cNvSpPr/>
            <p:nvPr/>
          </p:nvSpPr>
          <p:spPr>
            <a:xfrm>
              <a:off x="6090120" y="3862800"/>
              <a:ext cx="450000" cy="73440"/>
            </a:xfrm>
            <a:custGeom>
              <a:rect b="b" l="l" r="r" t="t"/>
              <a:pathLst>
                <a:path extrusionOk="0" h="204" w="1250">
                  <a:moveTo>
                    <a:pt x="1214" y="204"/>
                  </a:moveTo>
                  <a:cubicBezTo>
                    <a:pt x="1210" y="204"/>
                    <a:pt x="1205" y="203"/>
                    <a:pt x="1200" y="201"/>
                  </a:cubicBezTo>
                  <a:cubicBezTo>
                    <a:pt x="836" y="56"/>
                    <a:pt x="426" y="33"/>
                    <a:pt x="46" y="138"/>
                  </a:cubicBezTo>
                  <a:cubicBezTo>
                    <a:pt x="27" y="143"/>
                    <a:pt x="7" y="132"/>
                    <a:pt x="2" y="113"/>
                  </a:cubicBezTo>
                  <a:cubicBezTo>
                    <a:pt x="-4" y="94"/>
                    <a:pt x="7" y="74"/>
                    <a:pt x="27" y="68"/>
                  </a:cubicBezTo>
                  <a:cubicBezTo>
                    <a:pt x="421" y="-41"/>
                    <a:pt x="848" y="-18"/>
                    <a:pt x="1227" y="134"/>
                  </a:cubicBezTo>
                  <a:cubicBezTo>
                    <a:pt x="1246" y="141"/>
                    <a:pt x="1255" y="162"/>
                    <a:pt x="1248" y="181"/>
                  </a:cubicBezTo>
                  <a:cubicBezTo>
                    <a:pt x="1242" y="195"/>
                    <a:pt x="1228" y="204"/>
                    <a:pt x="1214" y="2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28425" lIns="90000" spcFirstLastPara="1" rIns="90000" wrap="square" tIns="28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35"/>
            <p:cNvSpPr/>
            <p:nvPr/>
          </p:nvSpPr>
          <p:spPr>
            <a:xfrm>
              <a:off x="5739120" y="4004280"/>
              <a:ext cx="145080" cy="147240"/>
            </a:xfrm>
            <a:custGeom>
              <a:rect b="b" l="l" r="r" t="t"/>
              <a:pathLst>
                <a:path extrusionOk="0" h="409" w="403">
                  <a:moveTo>
                    <a:pt x="36" y="409"/>
                  </a:moveTo>
                  <a:cubicBezTo>
                    <a:pt x="29" y="409"/>
                    <a:pt x="21" y="407"/>
                    <a:pt x="14" y="402"/>
                  </a:cubicBezTo>
                  <a:cubicBezTo>
                    <a:pt x="-2" y="390"/>
                    <a:pt x="-5" y="367"/>
                    <a:pt x="7" y="351"/>
                  </a:cubicBezTo>
                  <a:cubicBezTo>
                    <a:pt x="56" y="288"/>
                    <a:pt x="109" y="226"/>
                    <a:pt x="165" y="169"/>
                  </a:cubicBezTo>
                  <a:cubicBezTo>
                    <a:pt x="222" y="111"/>
                    <a:pt x="282" y="57"/>
                    <a:pt x="345" y="8"/>
                  </a:cubicBezTo>
                  <a:cubicBezTo>
                    <a:pt x="360" y="-5"/>
                    <a:pt x="383" y="-2"/>
                    <a:pt x="396" y="14"/>
                  </a:cubicBezTo>
                  <a:cubicBezTo>
                    <a:pt x="408" y="30"/>
                    <a:pt x="405" y="53"/>
                    <a:pt x="390" y="65"/>
                  </a:cubicBezTo>
                  <a:cubicBezTo>
                    <a:pt x="329" y="113"/>
                    <a:pt x="271" y="165"/>
                    <a:pt x="217" y="220"/>
                  </a:cubicBezTo>
                  <a:cubicBezTo>
                    <a:pt x="163" y="275"/>
                    <a:pt x="112" y="334"/>
                    <a:pt x="65" y="395"/>
                  </a:cubicBezTo>
                  <a:cubicBezTo>
                    <a:pt x="58" y="405"/>
                    <a:pt x="47" y="409"/>
                    <a:pt x="36" y="4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35"/>
            <p:cNvSpPr/>
            <p:nvPr/>
          </p:nvSpPr>
          <p:spPr>
            <a:xfrm>
              <a:off x="5680080" y="3937680"/>
              <a:ext cx="1202040" cy="1202400"/>
            </a:xfrm>
            <a:custGeom>
              <a:rect b="b" l="l" r="r" t="t"/>
              <a:pathLst>
                <a:path extrusionOk="0" h="3340" w="3339">
                  <a:moveTo>
                    <a:pt x="1684" y="3340"/>
                  </a:moveTo>
                  <a:cubicBezTo>
                    <a:pt x="1238" y="3344"/>
                    <a:pt x="816" y="3174"/>
                    <a:pt x="498" y="2862"/>
                  </a:cubicBezTo>
                  <a:cubicBezTo>
                    <a:pt x="-159" y="2216"/>
                    <a:pt x="-168" y="1156"/>
                    <a:pt x="478" y="500"/>
                  </a:cubicBezTo>
                  <a:cubicBezTo>
                    <a:pt x="790" y="182"/>
                    <a:pt x="1208" y="4"/>
                    <a:pt x="1654" y="0"/>
                  </a:cubicBezTo>
                  <a:cubicBezTo>
                    <a:pt x="2100" y="-4"/>
                    <a:pt x="2522" y="166"/>
                    <a:pt x="2840" y="479"/>
                  </a:cubicBezTo>
                  <a:cubicBezTo>
                    <a:pt x="3152" y="787"/>
                    <a:pt x="3330" y="1197"/>
                    <a:pt x="3339" y="1635"/>
                  </a:cubicBezTo>
                  <a:lnTo>
                    <a:pt x="3330" y="1636"/>
                  </a:lnTo>
                  <a:cubicBezTo>
                    <a:pt x="3321" y="1200"/>
                    <a:pt x="3145" y="791"/>
                    <a:pt x="2833" y="486"/>
                  </a:cubicBezTo>
                  <a:cubicBezTo>
                    <a:pt x="2517" y="175"/>
                    <a:pt x="2098" y="5"/>
                    <a:pt x="1654" y="9"/>
                  </a:cubicBezTo>
                  <a:cubicBezTo>
                    <a:pt x="1211" y="13"/>
                    <a:pt x="795" y="190"/>
                    <a:pt x="484" y="506"/>
                  </a:cubicBezTo>
                  <a:cubicBezTo>
                    <a:pt x="-158" y="1159"/>
                    <a:pt x="-149" y="2213"/>
                    <a:pt x="505" y="2855"/>
                  </a:cubicBezTo>
                  <a:cubicBezTo>
                    <a:pt x="821" y="3166"/>
                    <a:pt x="1240" y="3335"/>
                    <a:pt x="1684" y="3331"/>
                  </a:cubicBezTo>
                  <a:cubicBezTo>
                    <a:pt x="2127" y="3328"/>
                    <a:pt x="2543" y="3151"/>
                    <a:pt x="2854" y="2835"/>
                  </a:cubicBezTo>
                  <a:cubicBezTo>
                    <a:pt x="2940" y="2747"/>
                    <a:pt x="3016" y="2650"/>
                    <a:pt x="3080" y="2547"/>
                  </a:cubicBezTo>
                  <a:lnTo>
                    <a:pt x="3088" y="2552"/>
                  </a:lnTo>
                  <a:cubicBezTo>
                    <a:pt x="3024" y="2656"/>
                    <a:pt x="2947" y="2753"/>
                    <a:pt x="2860" y="2841"/>
                  </a:cubicBezTo>
                  <a:cubicBezTo>
                    <a:pt x="2548" y="3159"/>
                    <a:pt x="2130" y="3337"/>
                    <a:pt x="1684" y="33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35"/>
            <p:cNvSpPr/>
            <p:nvPr/>
          </p:nvSpPr>
          <p:spPr>
            <a:xfrm>
              <a:off x="6257520" y="4515840"/>
              <a:ext cx="46800" cy="46440"/>
            </a:xfrm>
            <a:custGeom>
              <a:rect b="b" l="l" r="r" t="t"/>
              <a:pathLst>
                <a:path extrusionOk="0" h="129" w="130">
                  <a:moveTo>
                    <a:pt x="19" y="19"/>
                  </a:moveTo>
                  <a:cubicBezTo>
                    <a:pt x="44" y="-7"/>
                    <a:pt x="85" y="-7"/>
                    <a:pt x="111" y="18"/>
                  </a:cubicBezTo>
                  <a:cubicBezTo>
                    <a:pt x="136" y="43"/>
                    <a:pt x="136" y="84"/>
                    <a:pt x="111" y="110"/>
                  </a:cubicBezTo>
                  <a:cubicBezTo>
                    <a:pt x="86" y="135"/>
                    <a:pt x="45" y="135"/>
                    <a:pt x="20" y="111"/>
                  </a:cubicBezTo>
                  <a:cubicBezTo>
                    <a:pt x="-6" y="86"/>
                    <a:pt x="-6" y="44"/>
                    <a:pt x="19" y="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1425" lIns="90000" spcFirstLastPara="1" rIns="90000" wrap="square" tIns="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8" name="Google Shape;88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1434" y="142400"/>
            <a:ext cx="2384766" cy="2541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9" name="Google Shape;889;p35"/>
          <p:cNvSpPr txBox="1"/>
          <p:nvPr/>
        </p:nvSpPr>
        <p:spPr>
          <a:xfrm>
            <a:off x="6895000" y="2387975"/>
            <a:ext cx="21387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  <a:highlight>
                  <a:srgbClr val="191919"/>
                </a:highlight>
                <a:latin typeface="Nunito Sans"/>
                <a:ea typeface="Nunito Sans"/>
                <a:cs typeface="Nunito Sans"/>
                <a:sym typeface="Nunito Sans"/>
              </a:rPr>
              <a:t>2015 Competition Team</a:t>
            </a:r>
            <a:endParaRPr sz="1200">
              <a:solidFill>
                <a:srgbClr val="CCCCCC"/>
              </a:solidFill>
              <a:highlight>
                <a:srgbClr val="191919"/>
              </a:highlight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890" name="Google Shape;890;p35"/>
          <p:cNvPicPr preferRelativeResize="0"/>
          <p:nvPr/>
        </p:nvPicPr>
        <p:blipFill rotWithShape="1">
          <a:blip r:embed="rId6">
            <a:alphaModFix/>
          </a:blip>
          <a:srcRect b="14835" l="0" r="0" t="0"/>
          <a:stretch/>
        </p:blipFill>
        <p:spPr>
          <a:xfrm>
            <a:off x="5359500" y="2823325"/>
            <a:ext cx="3326708" cy="183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1" name="Google Shape;891;p35"/>
          <p:cNvSpPr txBox="1"/>
          <p:nvPr/>
        </p:nvSpPr>
        <p:spPr>
          <a:xfrm>
            <a:off x="5974588" y="4285075"/>
            <a:ext cx="27387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  <a:highlight>
                  <a:srgbClr val="191919"/>
                </a:highlight>
                <a:latin typeface="Nunito Sans"/>
                <a:ea typeface="Nunito Sans"/>
                <a:cs typeface="Nunito Sans"/>
                <a:sym typeface="Nunito Sans"/>
              </a:rPr>
              <a:t>2012 - Original Chassis Construction</a:t>
            </a:r>
            <a:endParaRPr sz="1200">
              <a:solidFill>
                <a:srgbClr val="CCCCCC"/>
              </a:solidFill>
              <a:highlight>
                <a:srgbClr val="191919"/>
              </a:highlight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892" name="Google Shape;892;p35"/>
          <p:cNvPicPr preferRelativeResize="0"/>
          <p:nvPr/>
        </p:nvPicPr>
        <p:blipFill rotWithShape="1">
          <a:blip r:embed="rId7">
            <a:alphaModFix/>
          </a:blip>
          <a:srcRect b="23617" l="0" r="0" t="10541"/>
          <a:stretch/>
        </p:blipFill>
        <p:spPr>
          <a:xfrm>
            <a:off x="3245900" y="2823325"/>
            <a:ext cx="1924301" cy="18500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3" name="Google Shape;893;p35"/>
          <p:cNvSpPr txBox="1"/>
          <p:nvPr/>
        </p:nvSpPr>
        <p:spPr>
          <a:xfrm>
            <a:off x="3428650" y="4366425"/>
            <a:ext cx="21387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highlight>
                  <a:srgbClr val="191919"/>
                </a:highlight>
                <a:latin typeface="Nunito Sans"/>
                <a:ea typeface="Nunito Sans"/>
                <a:cs typeface="Nunito Sans"/>
                <a:sym typeface="Nunito Sans"/>
              </a:rPr>
              <a:t>2018 Front Suspension</a:t>
            </a:r>
            <a:endParaRPr sz="1200">
              <a:solidFill>
                <a:schemeClr val="accent6"/>
              </a:solidFill>
              <a:highlight>
                <a:srgbClr val="191919"/>
              </a:highlight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94" name="Google Shape;894;p35"/>
          <p:cNvSpPr txBox="1"/>
          <p:nvPr/>
        </p:nvSpPr>
        <p:spPr>
          <a:xfrm>
            <a:off x="1901500" y="4366425"/>
            <a:ext cx="21387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highlight>
                  <a:srgbClr val="191919"/>
                </a:highlight>
                <a:latin typeface="Nunito Sans"/>
                <a:ea typeface="Nunito Sans"/>
                <a:cs typeface="Nunito Sans"/>
                <a:sym typeface="Nunito Sans"/>
              </a:rPr>
              <a:t>Current Status</a:t>
            </a:r>
            <a:endParaRPr sz="1200">
              <a:solidFill>
                <a:schemeClr val="accent6"/>
              </a:solidFill>
              <a:highlight>
                <a:srgbClr val="191919"/>
              </a:highlight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6"/>
          <p:cNvSpPr txBox="1"/>
          <p:nvPr>
            <p:ph type="title"/>
          </p:nvPr>
        </p:nvSpPr>
        <p:spPr>
          <a:xfrm>
            <a:off x="276075" y="346950"/>
            <a:ext cx="49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Motivations for an Overhaul</a:t>
            </a:r>
            <a:endParaRPr/>
          </a:p>
        </p:txBody>
      </p:sp>
      <p:graphicFrame>
        <p:nvGraphicFramePr>
          <p:cNvPr id="900" name="Google Shape;900;p36"/>
          <p:cNvGraphicFramePr/>
          <p:nvPr/>
        </p:nvGraphicFramePr>
        <p:xfrm>
          <a:off x="276075" y="104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{41545FDE-6368-4C99-9D23-35C5D13CB673}</a:tableStyleId>
              </a:tblPr>
              <a:tblGrid>
                <a:gridCol w="1571900"/>
                <a:gridCol w="3427300"/>
              </a:tblGrid>
              <a:tr h="60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Outdated Chassis Model</a:t>
                      </a:r>
                      <a:endParaRPr b="1" sz="1200">
                        <a:solidFill>
                          <a:schemeClr val="dk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Current chassis was made in ‘13 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No aerodynamic considerations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New size requirements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Hydraulic Brakes</a:t>
                      </a:r>
                      <a:endParaRPr b="1" sz="1200">
                        <a:solidFill>
                          <a:schemeClr val="dk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Hydraulic disk-pad brakes are standardized and required 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Outdated Materials</a:t>
                      </a:r>
                      <a:endParaRPr b="1" sz="1200">
                        <a:solidFill>
                          <a:schemeClr val="dk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Aluminum chassis adds unnecessary weight and is restricting performance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New front and rear suspension </a:t>
                      </a:r>
                      <a:endParaRPr b="1" sz="1200">
                        <a:solidFill>
                          <a:schemeClr val="dk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Front suspension is hefty and complicates steering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No rear suspension system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Steering and Driver Safety Systems</a:t>
                      </a:r>
                      <a:endParaRPr b="1" sz="1200">
                        <a:solidFill>
                          <a:schemeClr val="dk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Steering columns need to be redesigned for turning radius requirements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Safety electronics need an update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Fuel Cell Woes</a:t>
                      </a:r>
                      <a:endParaRPr b="1" sz="1200">
                        <a:solidFill>
                          <a:schemeClr val="dk2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200"/>
                        <a:buFont typeface="Nunito Sans"/>
                        <a:buChar char="❖"/>
                      </a:pPr>
                      <a:r>
                        <a:rPr lang="en" sz="1200">
                          <a:solidFill>
                            <a:schemeClr val="accent6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Current FC is inconsistent and needs to be assessed for further use</a:t>
                      </a:r>
                      <a:endParaRPr sz="1200">
                        <a:solidFill>
                          <a:schemeClr val="accent6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01" name="Google Shape;901;p36"/>
          <p:cNvPicPr preferRelativeResize="0"/>
          <p:nvPr/>
        </p:nvPicPr>
        <p:blipFill rotWithShape="1">
          <a:blip r:embed="rId3">
            <a:alphaModFix/>
          </a:blip>
          <a:srcRect b="29460" l="0" r="0" t="33979"/>
          <a:stretch/>
        </p:blipFill>
        <p:spPr>
          <a:xfrm>
            <a:off x="5434675" y="0"/>
            <a:ext cx="3857576" cy="188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36"/>
          <p:cNvPicPr preferRelativeResize="0"/>
          <p:nvPr/>
        </p:nvPicPr>
        <p:blipFill rotWithShape="1">
          <a:blip r:embed="rId4">
            <a:alphaModFix/>
          </a:blip>
          <a:srcRect b="8388" l="2040" r="-2039" t="25666"/>
          <a:stretch/>
        </p:blipFill>
        <p:spPr>
          <a:xfrm>
            <a:off x="5434675" y="1745600"/>
            <a:ext cx="4291200" cy="212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36"/>
          <p:cNvPicPr preferRelativeResize="0"/>
          <p:nvPr/>
        </p:nvPicPr>
        <p:blipFill rotWithShape="1">
          <a:blip r:embed="rId5">
            <a:alphaModFix/>
          </a:blip>
          <a:srcRect b="33476" l="0" r="0" t="36129"/>
          <a:stretch/>
        </p:blipFill>
        <p:spPr>
          <a:xfrm>
            <a:off x="5434675" y="3580250"/>
            <a:ext cx="3857576" cy="156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7"/>
          <p:cNvSpPr txBox="1"/>
          <p:nvPr>
            <p:ph type="title"/>
          </p:nvPr>
        </p:nvSpPr>
        <p:spPr>
          <a:xfrm>
            <a:off x="5959300" y="2882625"/>
            <a:ext cx="3104400" cy="14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u="sng"/>
              <a:t>Main Goals:</a:t>
            </a:r>
            <a:endParaRPr sz="35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How do we get more efficient?</a:t>
            </a:r>
            <a:endParaRPr sz="3500"/>
          </a:p>
        </p:txBody>
      </p:sp>
      <p:sp>
        <p:nvSpPr>
          <p:cNvPr id="909" name="Google Shape;909;p37"/>
          <p:cNvSpPr txBox="1"/>
          <p:nvPr>
            <p:ph idx="2" type="title"/>
          </p:nvPr>
        </p:nvSpPr>
        <p:spPr>
          <a:xfrm>
            <a:off x="6956275" y="883500"/>
            <a:ext cx="1474500" cy="109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910" name="Google Shape;91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192" y="3773748"/>
            <a:ext cx="2399700" cy="239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500" y="296825"/>
            <a:ext cx="2840699" cy="21305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2" name="Google Shape;91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8600" y="296825"/>
            <a:ext cx="2840699" cy="21305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3" name="Google Shape;91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6211" y="3254574"/>
            <a:ext cx="2964414" cy="1428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4" name="Google Shape;914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7863" y="3166450"/>
            <a:ext cx="2464190" cy="1516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5" name="Google Shape;915;p37"/>
          <p:cNvSpPr/>
          <p:nvPr/>
        </p:nvSpPr>
        <p:spPr>
          <a:xfrm>
            <a:off x="1258600" y="2564513"/>
            <a:ext cx="3630300" cy="5529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Nunito Sans"/>
                <a:ea typeface="Nunito Sans"/>
                <a:cs typeface="Nunito Sans"/>
                <a:sym typeface="Nunito Sans"/>
              </a:rPr>
              <a:t>Work cut out for us?</a:t>
            </a:r>
            <a:endParaRPr b="1" sz="2400">
              <a:solidFill>
                <a:schemeClr val="accent3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6" name="Google Shape;916;p37"/>
          <p:cNvSpPr txBox="1"/>
          <p:nvPr/>
        </p:nvSpPr>
        <p:spPr>
          <a:xfrm>
            <a:off x="2102500" y="202250"/>
            <a:ext cx="1935300" cy="552900"/>
          </a:xfrm>
          <a:prstGeom prst="rect">
            <a:avLst/>
          </a:prstGeom>
          <a:gradFill>
            <a:gsLst>
              <a:gs pos="0">
                <a:srgbClr val="3177EE"/>
              </a:gs>
              <a:gs pos="100000">
                <a:srgbClr val="113D8A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FROM CURRENT</a:t>
            </a:r>
            <a:endParaRPr b="1" sz="18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7" name="Google Shape;917;p37"/>
          <p:cNvSpPr txBox="1"/>
          <p:nvPr/>
        </p:nvSpPr>
        <p:spPr>
          <a:xfrm>
            <a:off x="2145775" y="4399600"/>
            <a:ext cx="1935300" cy="552900"/>
          </a:xfrm>
          <a:prstGeom prst="rect">
            <a:avLst/>
          </a:prstGeom>
          <a:gradFill>
            <a:gsLst>
              <a:gs pos="0">
                <a:srgbClr val="3177EE"/>
              </a:gs>
              <a:gs pos="100000">
                <a:srgbClr val="113D8A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To New Standard</a:t>
            </a:r>
            <a:endParaRPr b="1" sz="18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8"/>
          <p:cNvSpPr txBox="1"/>
          <p:nvPr>
            <p:ph idx="6" type="subTitle"/>
          </p:nvPr>
        </p:nvSpPr>
        <p:spPr>
          <a:xfrm>
            <a:off x="720001" y="2977972"/>
            <a:ext cx="37794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Current FC woes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23" name="Google Shape;923;p38"/>
          <p:cNvSpPr txBox="1"/>
          <p:nvPr>
            <p:ph type="title"/>
          </p:nvPr>
        </p:nvSpPr>
        <p:spPr>
          <a:xfrm>
            <a:off x="720000" y="386725"/>
            <a:ext cx="731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Fuel Cell Renewal &amp; Feasibility Assessment</a:t>
            </a:r>
            <a:endParaRPr/>
          </a:p>
        </p:txBody>
      </p:sp>
      <p:sp>
        <p:nvSpPr>
          <p:cNvPr id="924" name="Google Shape;924;p38"/>
          <p:cNvSpPr txBox="1"/>
          <p:nvPr>
            <p:ph idx="1" type="subTitle"/>
          </p:nvPr>
        </p:nvSpPr>
        <p:spPr>
          <a:xfrm>
            <a:off x="661500" y="1532325"/>
            <a:ext cx="29688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H</a:t>
            </a:r>
            <a:r>
              <a:rPr baseline="-25000" lang="en"/>
              <a:t>2</a:t>
            </a:r>
            <a:r>
              <a:rPr lang="en"/>
              <a:t> gas moves along a membrane where it merges with O</a:t>
            </a:r>
            <a:r>
              <a:rPr baseline="-25000" lang="en"/>
              <a:t>2</a:t>
            </a:r>
            <a:r>
              <a:rPr lang="en"/>
              <a:t> gas to make water and electricity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An electric motor powers the vehicle -&gt; 0 emission kinematic propulsion!</a:t>
            </a:r>
            <a:endParaRPr/>
          </a:p>
        </p:txBody>
      </p:sp>
      <p:sp>
        <p:nvSpPr>
          <p:cNvPr id="925" name="Google Shape;925;p38"/>
          <p:cNvSpPr txBox="1"/>
          <p:nvPr>
            <p:ph idx="3" type="subTitle"/>
          </p:nvPr>
        </p:nvSpPr>
        <p:spPr>
          <a:xfrm>
            <a:off x="596550" y="3363000"/>
            <a:ext cx="29688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FC was bought in ‘19 and has had multiple start-up issues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Possible need for FC rehydration &amp; system renewals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No benchmarking of potential power </a:t>
            </a:r>
            <a:endParaRPr/>
          </a:p>
        </p:txBody>
      </p:sp>
      <p:sp>
        <p:nvSpPr>
          <p:cNvPr id="926" name="Google Shape;926;p38"/>
          <p:cNvSpPr txBox="1"/>
          <p:nvPr>
            <p:ph idx="5" type="subTitle"/>
          </p:nvPr>
        </p:nvSpPr>
        <p:spPr>
          <a:xfrm>
            <a:off x="720001" y="1067300"/>
            <a:ext cx="37794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How does a HFCV work?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27" name="Google Shape;92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650" y="1112200"/>
            <a:ext cx="2845325" cy="15999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8" name="Google Shape;92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4650" y="2999800"/>
            <a:ext cx="2845325" cy="183945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9" name="Google Shape;929;p38" title="IMG_7864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6475" y="1112200"/>
            <a:ext cx="2096453" cy="37270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9"/>
          <p:cNvSpPr txBox="1"/>
          <p:nvPr>
            <p:ph idx="1" type="subTitle"/>
          </p:nvPr>
        </p:nvSpPr>
        <p:spPr>
          <a:xfrm>
            <a:off x="2832963" y="2736860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Our fuel efficiency model estimates </a:t>
            </a:r>
            <a:r>
              <a:rPr b="1" lang="en" sz="1400" u="sng"/>
              <a:t>~3-4 MPGe gained per pound</a:t>
            </a:r>
            <a:r>
              <a:rPr lang="en" sz="1400" u="sng"/>
              <a:t> </a:t>
            </a:r>
            <a:r>
              <a:rPr b="1" lang="en" sz="1400" u="sng"/>
              <a:t>reduced</a:t>
            </a:r>
            <a:r>
              <a:rPr lang="en" sz="1400" u="sng"/>
              <a:t>.</a:t>
            </a:r>
            <a:endParaRPr sz="1400" u="sng"/>
          </a:p>
        </p:txBody>
      </p:sp>
      <p:sp>
        <p:nvSpPr>
          <p:cNvPr id="935" name="Google Shape;935;p39"/>
          <p:cNvSpPr txBox="1"/>
          <p:nvPr>
            <p:ph type="title"/>
          </p:nvPr>
        </p:nvSpPr>
        <p:spPr>
          <a:xfrm>
            <a:off x="2832975" y="1977950"/>
            <a:ext cx="43356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Weight kills efficiency</a:t>
            </a:r>
            <a:endParaRPr sz="3300"/>
          </a:p>
        </p:txBody>
      </p:sp>
      <p:sp>
        <p:nvSpPr>
          <p:cNvPr id="936" name="Google Shape;936;p39"/>
          <p:cNvSpPr txBox="1"/>
          <p:nvPr>
            <p:ph idx="2" type="title"/>
          </p:nvPr>
        </p:nvSpPr>
        <p:spPr>
          <a:xfrm>
            <a:off x="713225" y="539500"/>
            <a:ext cx="43356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Fuel Efficiency is King! </a:t>
            </a:r>
            <a:endParaRPr sz="3300"/>
          </a:p>
        </p:txBody>
      </p:sp>
      <p:sp>
        <p:nvSpPr>
          <p:cNvPr id="937" name="Google Shape;937;p39"/>
          <p:cNvSpPr txBox="1"/>
          <p:nvPr>
            <p:ph idx="3" type="subTitle"/>
          </p:nvPr>
        </p:nvSpPr>
        <p:spPr>
          <a:xfrm>
            <a:off x="647475" y="1298400"/>
            <a:ext cx="44013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Shell Eco-Marathon measures the amount of hydrogen used to drive </a:t>
            </a:r>
            <a:r>
              <a:rPr b="1" lang="en" sz="1400" u="sng"/>
              <a:t>3.9kms in less than 35 mins</a:t>
            </a:r>
            <a:r>
              <a:rPr b="1" lang="en" sz="1400"/>
              <a:t>.</a:t>
            </a:r>
            <a:endParaRPr b="1" sz="1400"/>
          </a:p>
        </p:txBody>
      </p:sp>
      <p:sp>
        <p:nvSpPr>
          <p:cNvPr id="938" name="Google Shape;938;p39"/>
          <p:cNvSpPr txBox="1"/>
          <p:nvPr>
            <p:ph idx="4" type="title"/>
          </p:nvPr>
        </p:nvSpPr>
        <p:spPr>
          <a:xfrm>
            <a:off x="4843588" y="3416400"/>
            <a:ext cx="34926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240</a:t>
            </a:r>
            <a:r>
              <a:rPr lang="en" sz="3300"/>
              <a:t>+ MPG Gained</a:t>
            </a:r>
            <a:endParaRPr sz="3300"/>
          </a:p>
        </p:txBody>
      </p:sp>
      <p:sp>
        <p:nvSpPr>
          <p:cNvPr id="939" name="Google Shape;939;p39"/>
          <p:cNvSpPr txBox="1"/>
          <p:nvPr>
            <p:ph idx="5" type="subTitle"/>
          </p:nvPr>
        </p:nvSpPr>
        <p:spPr>
          <a:xfrm>
            <a:off x="4764600" y="4099775"/>
            <a:ext cx="34491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 </a:t>
            </a:r>
            <a:r>
              <a:rPr b="1" lang="en" sz="1400" u="sng"/>
              <a:t>potential &gt;20% fuel efficiency increase</a:t>
            </a:r>
            <a:r>
              <a:rPr lang="en" sz="1400"/>
              <a:t> by swapping to lighter material! 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0"/>
          <p:cNvSpPr txBox="1"/>
          <p:nvPr>
            <p:ph type="title"/>
          </p:nvPr>
        </p:nvSpPr>
        <p:spPr>
          <a:xfrm>
            <a:off x="720000" y="539500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Impacts</a:t>
            </a:r>
            <a:endParaRPr/>
          </a:p>
        </p:txBody>
      </p:sp>
      <p:cxnSp>
        <p:nvCxnSpPr>
          <p:cNvPr id="945" name="Google Shape;945;p40"/>
          <p:cNvCxnSpPr/>
          <p:nvPr/>
        </p:nvCxnSpPr>
        <p:spPr>
          <a:xfrm rot="5400000">
            <a:off x="2628300" y="2742850"/>
            <a:ext cx="3887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6" name="Google Shape;946;p4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55" y="1620375"/>
            <a:ext cx="3887400" cy="240374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7" name="Google Shape;947;p40"/>
          <p:cNvSpPr txBox="1"/>
          <p:nvPr>
            <p:ph type="title"/>
          </p:nvPr>
        </p:nvSpPr>
        <p:spPr>
          <a:xfrm>
            <a:off x="4886575" y="539500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 Tube </a:t>
            </a:r>
            <a:r>
              <a:rPr lang="en"/>
              <a:t>Δ</a:t>
            </a:r>
            <a:endParaRPr/>
          </a:p>
        </p:txBody>
      </p:sp>
      <p:sp>
        <p:nvSpPr>
          <p:cNvPr id="948" name="Google Shape;948;p40"/>
          <p:cNvSpPr txBox="1"/>
          <p:nvPr/>
        </p:nvSpPr>
        <p:spPr>
          <a:xfrm>
            <a:off x="4886575" y="1196525"/>
            <a:ext cx="3852000" cy="20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Overall Weight (Including Driver):</a:t>
            </a:r>
            <a:r>
              <a:rPr lang="en" sz="1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sz="1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243 ➔ 166 lbs (31% Decrease)</a:t>
            </a:r>
            <a:endParaRPr sz="17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Fuel Efficiency:</a:t>
            </a:r>
            <a:r>
              <a:rPr lang="en" sz="1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sz="1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1288➔ 1598MPGe (24% Increase)</a:t>
            </a:r>
            <a:endParaRPr sz="17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49" name="Google Shape;949;p40"/>
          <p:cNvSpPr txBox="1"/>
          <p:nvPr>
            <p:ph type="title"/>
          </p:nvPr>
        </p:nvSpPr>
        <p:spPr>
          <a:xfrm>
            <a:off x="4886575" y="3239225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Suspension</a:t>
            </a:r>
            <a:endParaRPr/>
          </a:p>
        </p:txBody>
      </p:sp>
      <p:sp>
        <p:nvSpPr>
          <p:cNvPr id="950" name="Google Shape;950;p40"/>
          <p:cNvSpPr txBox="1"/>
          <p:nvPr/>
        </p:nvSpPr>
        <p:spPr>
          <a:xfrm>
            <a:off x="4886575" y="3899300"/>
            <a:ext cx="3852000" cy="20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Overall Weight:</a:t>
            </a:r>
            <a:r>
              <a:rPr lang="en" sz="1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sz="1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25 ➔ ~12 lbs (With Added Back)</a:t>
            </a:r>
            <a:endParaRPr sz="17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1"/>
          <p:cNvSpPr txBox="1"/>
          <p:nvPr>
            <p:ph type="title"/>
          </p:nvPr>
        </p:nvSpPr>
        <p:spPr>
          <a:xfrm>
            <a:off x="713225" y="676875"/>
            <a:ext cx="4548600" cy="12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2:</a:t>
            </a:r>
            <a:endParaRPr/>
          </a:p>
        </p:txBody>
      </p:sp>
      <p:pic>
        <p:nvPicPr>
          <p:cNvPr id="956" name="Google Shape;95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038" y="147725"/>
            <a:ext cx="3012100" cy="2611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7" name="Google Shape;95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7376" y="2974150"/>
            <a:ext cx="3692775" cy="176744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8" name="Google Shape;958;p41"/>
          <p:cNvSpPr txBox="1"/>
          <p:nvPr>
            <p:ph type="title"/>
          </p:nvPr>
        </p:nvSpPr>
        <p:spPr>
          <a:xfrm>
            <a:off x="713225" y="2064150"/>
            <a:ext cx="3979200" cy="19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CCCCCC"/>
                </a:solidFill>
              </a:rPr>
              <a:t>New Chassis &amp; Materials Research</a:t>
            </a:r>
            <a:endParaRPr sz="38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2"/>
          <p:cNvSpPr txBox="1"/>
          <p:nvPr>
            <p:ph idx="4" type="subTitle"/>
          </p:nvPr>
        </p:nvSpPr>
        <p:spPr>
          <a:xfrm>
            <a:off x="6659725" y="1203850"/>
            <a:ext cx="24159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3D Printed Collars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4" name="Google Shape;964;p42"/>
          <p:cNvSpPr txBox="1"/>
          <p:nvPr>
            <p:ph type="title"/>
          </p:nvPr>
        </p:nvSpPr>
        <p:spPr>
          <a:xfrm>
            <a:off x="720000" y="539500"/>
            <a:ext cx="756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 Methods: Carbon Fiber Tubes</a:t>
            </a:r>
            <a:endParaRPr/>
          </a:p>
        </p:txBody>
      </p:sp>
      <p:sp>
        <p:nvSpPr>
          <p:cNvPr id="965" name="Google Shape;965;p42"/>
          <p:cNvSpPr txBox="1"/>
          <p:nvPr>
            <p:ph idx="1" type="subTitle"/>
          </p:nvPr>
        </p:nvSpPr>
        <p:spPr>
          <a:xfrm>
            <a:off x="6659725" y="1641438"/>
            <a:ext cx="2856000" cy="23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Benefits:</a:t>
            </a:r>
            <a:endParaRPr>
              <a:solidFill>
                <a:schemeClr val="accen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">
                <a:solidFill>
                  <a:schemeClr val="accent2"/>
                </a:solidFill>
              </a:rPr>
              <a:t>Lightweight and strong</a:t>
            </a:r>
            <a:endParaRPr>
              <a:solidFill>
                <a:schemeClr val="accen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">
                <a:solidFill>
                  <a:schemeClr val="accent2"/>
                </a:solidFill>
              </a:rPr>
              <a:t>Flexible in design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Drawbacks:</a:t>
            </a:r>
            <a:endParaRPr>
              <a:solidFill>
                <a:schemeClr val="accen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">
                <a:solidFill>
                  <a:schemeClr val="accent2"/>
                </a:solidFill>
              </a:rPr>
              <a:t>Layer Shear Failure</a:t>
            </a:r>
            <a:endParaRPr>
              <a:solidFill>
                <a:schemeClr val="accen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">
                <a:solidFill>
                  <a:schemeClr val="accent2"/>
                </a:solidFill>
              </a:rPr>
              <a:t>Misprints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Potential Additional Strength:</a:t>
            </a:r>
            <a:endParaRPr>
              <a:solidFill>
                <a:schemeClr val="accen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">
                <a:solidFill>
                  <a:schemeClr val="accent2"/>
                </a:solidFill>
              </a:rPr>
              <a:t>Screw Connections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42"/>
          <p:cNvSpPr txBox="1"/>
          <p:nvPr>
            <p:ph idx="2" type="subTitle"/>
          </p:nvPr>
        </p:nvSpPr>
        <p:spPr>
          <a:xfrm>
            <a:off x="146050" y="1641449"/>
            <a:ext cx="28560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Reliable material strength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Machining Constraints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Drawbacks: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Heavier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Welding is difficult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Additional Strength: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Cable/String through rod</a:t>
            </a:r>
            <a:endParaRPr/>
          </a:p>
        </p:txBody>
      </p:sp>
      <p:sp>
        <p:nvSpPr>
          <p:cNvPr id="967" name="Google Shape;967;p42"/>
          <p:cNvSpPr txBox="1"/>
          <p:nvPr>
            <p:ph idx="3" type="subTitle"/>
          </p:nvPr>
        </p:nvSpPr>
        <p:spPr>
          <a:xfrm>
            <a:off x="146050" y="1203850"/>
            <a:ext cx="21360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Aluminum Inserts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68" name="Google Shape;96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550" y="2801225"/>
            <a:ext cx="1360825" cy="120875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9" name="Google Shape;969;p42"/>
          <p:cNvPicPr preferRelativeResize="0"/>
          <p:nvPr/>
        </p:nvPicPr>
        <p:blipFill rotWithShape="1">
          <a:blip r:embed="rId4">
            <a:alphaModFix/>
          </a:blip>
          <a:srcRect b="23025" l="21462" r="38081" t="15980"/>
          <a:stretch/>
        </p:blipFill>
        <p:spPr>
          <a:xfrm>
            <a:off x="4871550" y="1203850"/>
            <a:ext cx="1360825" cy="128579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0" name="Google Shape;970;p42"/>
          <p:cNvPicPr preferRelativeResize="0"/>
          <p:nvPr/>
        </p:nvPicPr>
        <p:blipFill rotWithShape="1">
          <a:blip r:embed="rId5">
            <a:alphaModFix/>
          </a:blip>
          <a:srcRect b="26621" l="7239" r="7085" t="18915"/>
          <a:stretch/>
        </p:blipFill>
        <p:spPr>
          <a:xfrm>
            <a:off x="2959625" y="1203850"/>
            <a:ext cx="1467018" cy="1243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1" name="Google Shape;971;p42"/>
          <p:cNvPicPr preferRelativeResize="0"/>
          <p:nvPr/>
        </p:nvPicPr>
        <p:blipFill rotWithShape="1">
          <a:blip r:embed="rId6">
            <a:alphaModFix/>
          </a:blip>
          <a:srcRect b="5718" l="6899" r="1959" t="23589"/>
          <a:stretch/>
        </p:blipFill>
        <p:spPr>
          <a:xfrm rot="5400000">
            <a:off x="3035200" y="2705237"/>
            <a:ext cx="1315876" cy="136081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43"/>
          <p:cNvPicPr preferRelativeResize="0"/>
          <p:nvPr/>
        </p:nvPicPr>
        <p:blipFill rotWithShape="1">
          <a:blip r:embed="rId3">
            <a:alphaModFix/>
          </a:blip>
          <a:srcRect b="21363" l="0" r="0" t="60663"/>
          <a:stretch/>
        </p:blipFill>
        <p:spPr>
          <a:xfrm>
            <a:off x="3671775" y="3468075"/>
            <a:ext cx="4740300" cy="1136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7" name="Google Shape;977;p43"/>
          <p:cNvSpPr txBox="1"/>
          <p:nvPr>
            <p:ph type="title"/>
          </p:nvPr>
        </p:nvSpPr>
        <p:spPr>
          <a:xfrm>
            <a:off x="3671775" y="539500"/>
            <a:ext cx="23331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Tension Tests</a:t>
            </a:r>
            <a:endParaRPr/>
          </a:p>
        </p:txBody>
      </p:sp>
      <p:pic>
        <p:nvPicPr>
          <p:cNvPr id="978" name="Google Shape;978;p4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4052" r="4061" t="0"/>
          <a:stretch/>
        </p:blipFill>
        <p:spPr>
          <a:xfrm>
            <a:off x="6443750" y="441575"/>
            <a:ext cx="1968326" cy="2856177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9" name="Google Shape;979;p43"/>
          <p:cNvPicPr preferRelativeResize="0"/>
          <p:nvPr/>
        </p:nvPicPr>
        <p:blipFill rotWithShape="1">
          <a:blip r:embed="rId5">
            <a:alphaModFix/>
          </a:blip>
          <a:srcRect b="0" l="19268" r="9445" t="8900"/>
          <a:stretch/>
        </p:blipFill>
        <p:spPr>
          <a:xfrm>
            <a:off x="907550" y="445087"/>
            <a:ext cx="2446936" cy="416949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80" name="Google Shape;980;p43"/>
          <p:cNvGrpSpPr/>
          <p:nvPr/>
        </p:nvGrpSpPr>
        <p:grpSpPr>
          <a:xfrm>
            <a:off x="2807348" y="3862291"/>
            <a:ext cx="1510220" cy="1509818"/>
            <a:chOff x="5604480" y="3862800"/>
            <a:chExt cx="1352880" cy="1352520"/>
          </a:xfrm>
        </p:grpSpPr>
        <p:sp>
          <p:nvSpPr>
            <p:cNvPr id="981" name="Google Shape;981;p43"/>
            <p:cNvSpPr/>
            <p:nvPr/>
          </p:nvSpPr>
          <p:spPr>
            <a:xfrm>
              <a:off x="5810040" y="4077000"/>
              <a:ext cx="942120" cy="933120"/>
            </a:xfrm>
            <a:custGeom>
              <a:rect b="b" l="l" r="r" t="t"/>
              <a:pathLst>
                <a:path extrusionOk="0" h="2592" w="2617">
                  <a:moveTo>
                    <a:pt x="1319" y="2592"/>
                  </a:moveTo>
                  <a:cubicBezTo>
                    <a:pt x="970" y="2595"/>
                    <a:pt x="640" y="2461"/>
                    <a:pt x="391" y="2217"/>
                  </a:cubicBezTo>
                  <a:cubicBezTo>
                    <a:pt x="-124" y="1711"/>
                    <a:pt x="-131" y="881"/>
                    <a:pt x="375" y="366"/>
                  </a:cubicBezTo>
                  <a:cubicBezTo>
                    <a:pt x="555" y="182"/>
                    <a:pt x="783" y="57"/>
                    <a:pt x="1035" y="3"/>
                  </a:cubicBezTo>
                  <a:cubicBezTo>
                    <a:pt x="1113" y="-13"/>
                    <a:pt x="1190" y="37"/>
                    <a:pt x="1207" y="115"/>
                  </a:cubicBezTo>
                  <a:cubicBezTo>
                    <a:pt x="1224" y="194"/>
                    <a:pt x="1174" y="271"/>
                    <a:pt x="1095" y="288"/>
                  </a:cubicBezTo>
                  <a:cubicBezTo>
                    <a:pt x="900" y="329"/>
                    <a:pt x="722" y="427"/>
                    <a:pt x="582" y="570"/>
                  </a:cubicBezTo>
                  <a:cubicBezTo>
                    <a:pt x="189" y="970"/>
                    <a:pt x="194" y="1616"/>
                    <a:pt x="594" y="2009"/>
                  </a:cubicBezTo>
                  <a:cubicBezTo>
                    <a:pt x="789" y="2200"/>
                    <a:pt x="1045" y="2304"/>
                    <a:pt x="1317" y="2301"/>
                  </a:cubicBezTo>
                  <a:cubicBezTo>
                    <a:pt x="1589" y="2299"/>
                    <a:pt x="1843" y="2191"/>
                    <a:pt x="2034" y="1997"/>
                  </a:cubicBezTo>
                  <a:cubicBezTo>
                    <a:pt x="2225" y="1803"/>
                    <a:pt x="2328" y="1546"/>
                    <a:pt x="2326" y="1274"/>
                  </a:cubicBezTo>
                  <a:cubicBezTo>
                    <a:pt x="2324" y="1002"/>
                    <a:pt x="2215" y="748"/>
                    <a:pt x="2022" y="557"/>
                  </a:cubicBezTo>
                  <a:cubicBezTo>
                    <a:pt x="1914" y="452"/>
                    <a:pt x="1788" y="373"/>
                    <a:pt x="1648" y="324"/>
                  </a:cubicBezTo>
                  <a:cubicBezTo>
                    <a:pt x="1572" y="297"/>
                    <a:pt x="1532" y="214"/>
                    <a:pt x="1559" y="138"/>
                  </a:cubicBezTo>
                  <a:cubicBezTo>
                    <a:pt x="1586" y="62"/>
                    <a:pt x="1668" y="23"/>
                    <a:pt x="1744" y="49"/>
                  </a:cubicBezTo>
                  <a:cubicBezTo>
                    <a:pt x="1925" y="113"/>
                    <a:pt x="2087" y="214"/>
                    <a:pt x="2225" y="350"/>
                  </a:cubicBezTo>
                  <a:cubicBezTo>
                    <a:pt x="2475" y="595"/>
                    <a:pt x="2613" y="922"/>
                    <a:pt x="2617" y="1272"/>
                  </a:cubicBezTo>
                  <a:cubicBezTo>
                    <a:pt x="2620" y="1621"/>
                    <a:pt x="2486" y="1951"/>
                    <a:pt x="2241" y="2201"/>
                  </a:cubicBezTo>
                  <a:cubicBezTo>
                    <a:pt x="1996" y="2450"/>
                    <a:pt x="1669" y="2589"/>
                    <a:pt x="1319" y="25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6140880" y="4068000"/>
              <a:ext cx="331920" cy="128520"/>
            </a:xfrm>
            <a:custGeom>
              <a:rect b="b" l="l" r="r" t="t"/>
              <a:pathLst>
                <a:path extrusionOk="0" h="357" w="922">
                  <a:moveTo>
                    <a:pt x="778" y="357"/>
                  </a:moveTo>
                  <a:cubicBezTo>
                    <a:pt x="762" y="357"/>
                    <a:pt x="745" y="354"/>
                    <a:pt x="729" y="349"/>
                  </a:cubicBezTo>
                  <a:cubicBezTo>
                    <a:pt x="551" y="286"/>
                    <a:pt x="360" y="274"/>
                    <a:pt x="176" y="313"/>
                  </a:cubicBezTo>
                  <a:cubicBezTo>
                    <a:pt x="97" y="329"/>
                    <a:pt x="20" y="279"/>
                    <a:pt x="4" y="201"/>
                  </a:cubicBezTo>
                  <a:cubicBezTo>
                    <a:pt x="-13" y="122"/>
                    <a:pt x="37" y="45"/>
                    <a:pt x="116" y="28"/>
                  </a:cubicBezTo>
                  <a:cubicBezTo>
                    <a:pt x="352" y="-22"/>
                    <a:pt x="598" y="-6"/>
                    <a:pt x="825" y="74"/>
                  </a:cubicBezTo>
                  <a:cubicBezTo>
                    <a:pt x="901" y="101"/>
                    <a:pt x="941" y="184"/>
                    <a:pt x="914" y="260"/>
                  </a:cubicBezTo>
                  <a:cubicBezTo>
                    <a:pt x="893" y="319"/>
                    <a:pt x="838" y="356"/>
                    <a:pt x="778" y="3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5604480" y="4263840"/>
              <a:ext cx="1352880" cy="951480"/>
            </a:xfrm>
            <a:custGeom>
              <a:rect b="b" l="l" r="r" t="t"/>
              <a:pathLst>
                <a:path extrusionOk="0" h="2643" w="3758">
                  <a:moveTo>
                    <a:pt x="1895" y="2643"/>
                  </a:moveTo>
                  <a:cubicBezTo>
                    <a:pt x="1394" y="2647"/>
                    <a:pt x="920" y="2456"/>
                    <a:pt x="562" y="2104"/>
                  </a:cubicBezTo>
                  <a:cubicBezTo>
                    <a:pt x="287" y="1833"/>
                    <a:pt x="104" y="1490"/>
                    <a:pt x="33" y="1113"/>
                  </a:cubicBezTo>
                  <a:cubicBezTo>
                    <a:pt x="-36" y="743"/>
                    <a:pt x="5" y="366"/>
                    <a:pt x="153" y="22"/>
                  </a:cubicBezTo>
                  <a:cubicBezTo>
                    <a:pt x="161" y="4"/>
                    <a:pt x="182" y="-5"/>
                    <a:pt x="201" y="3"/>
                  </a:cubicBezTo>
                  <a:cubicBezTo>
                    <a:pt x="219" y="11"/>
                    <a:pt x="228" y="32"/>
                    <a:pt x="220" y="51"/>
                  </a:cubicBezTo>
                  <a:cubicBezTo>
                    <a:pt x="-77" y="740"/>
                    <a:pt x="78" y="1526"/>
                    <a:pt x="613" y="2052"/>
                  </a:cubicBezTo>
                  <a:cubicBezTo>
                    <a:pt x="957" y="2390"/>
                    <a:pt x="1412" y="2574"/>
                    <a:pt x="1895" y="2570"/>
                  </a:cubicBezTo>
                  <a:cubicBezTo>
                    <a:pt x="2377" y="2566"/>
                    <a:pt x="2829" y="2374"/>
                    <a:pt x="3167" y="2030"/>
                  </a:cubicBezTo>
                  <a:cubicBezTo>
                    <a:pt x="3556" y="1633"/>
                    <a:pt x="3740" y="1089"/>
                    <a:pt x="3671" y="537"/>
                  </a:cubicBezTo>
                  <a:cubicBezTo>
                    <a:pt x="3668" y="517"/>
                    <a:pt x="3682" y="499"/>
                    <a:pt x="3702" y="497"/>
                  </a:cubicBezTo>
                  <a:cubicBezTo>
                    <a:pt x="3722" y="494"/>
                    <a:pt x="3740" y="508"/>
                    <a:pt x="3743" y="528"/>
                  </a:cubicBezTo>
                  <a:cubicBezTo>
                    <a:pt x="3815" y="1103"/>
                    <a:pt x="3624" y="1669"/>
                    <a:pt x="3219" y="2081"/>
                  </a:cubicBezTo>
                  <a:cubicBezTo>
                    <a:pt x="2867" y="2439"/>
                    <a:pt x="2397" y="2638"/>
                    <a:pt x="1895" y="26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43"/>
            <p:cNvSpPr/>
            <p:nvPr/>
          </p:nvSpPr>
          <p:spPr>
            <a:xfrm>
              <a:off x="6090120" y="3862800"/>
              <a:ext cx="450000" cy="73440"/>
            </a:xfrm>
            <a:custGeom>
              <a:rect b="b" l="l" r="r" t="t"/>
              <a:pathLst>
                <a:path extrusionOk="0" h="204" w="1250">
                  <a:moveTo>
                    <a:pt x="1214" y="204"/>
                  </a:moveTo>
                  <a:cubicBezTo>
                    <a:pt x="1210" y="204"/>
                    <a:pt x="1205" y="203"/>
                    <a:pt x="1200" y="201"/>
                  </a:cubicBezTo>
                  <a:cubicBezTo>
                    <a:pt x="836" y="56"/>
                    <a:pt x="426" y="33"/>
                    <a:pt x="46" y="138"/>
                  </a:cubicBezTo>
                  <a:cubicBezTo>
                    <a:pt x="27" y="143"/>
                    <a:pt x="7" y="132"/>
                    <a:pt x="2" y="113"/>
                  </a:cubicBezTo>
                  <a:cubicBezTo>
                    <a:pt x="-4" y="94"/>
                    <a:pt x="7" y="74"/>
                    <a:pt x="27" y="68"/>
                  </a:cubicBezTo>
                  <a:cubicBezTo>
                    <a:pt x="421" y="-41"/>
                    <a:pt x="848" y="-18"/>
                    <a:pt x="1227" y="134"/>
                  </a:cubicBezTo>
                  <a:cubicBezTo>
                    <a:pt x="1246" y="141"/>
                    <a:pt x="1255" y="162"/>
                    <a:pt x="1248" y="181"/>
                  </a:cubicBezTo>
                  <a:cubicBezTo>
                    <a:pt x="1242" y="195"/>
                    <a:pt x="1228" y="204"/>
                    <a:pt x="1214" y="2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28425" lIns="90000" spcFirstLastPara="1" rIns="90000" wrap="square" tIns="28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43"/>
            <p:cNvSpPr/>
            <p:nvPr/>
          </p:nvSpPr>
          <p:spPr>
            <a:xfrm>
              <a:off x="5739120" y="4004280"/>
              <a:ext cx="145080" cy="147240"/>
            </a:xfrm>
            <a:custGeom>
              <a:rect b="b" l="l" r="r" t="t"/>
              <a:pathLst>
                <a:path extrusionOk="0" h="409" w="403">
                  <a:moveTo>
                    <a:pt x="36" y="409"/>
                  </a:moveTo>
                  <a:cubicBezTo>
                    <a:pt x="29" y="409"/>
                    <a:pt x="21" y="407"/>
                    <a:pt x="14" y="402"/>
                  </a:cubicBezTo>
                  <a:cubicBezTo>
                    <a:pt x="-2" y="390"/>
                    <a:pt x="-5" y="367"/>
                    <a:pt x="7" y="351"/>
                  </a:cubicBezTo>
                  <a:cubicBezTo>
                    <a:pt x="56" y="288"/>
                    <a:pt x="109" y="226"/>
                    <a:pt x="165" y="169"/>
                  </a:cubicBezTo>
                  <a:cubicBezTo>
                    <a:pt x="222" y="111"/>
                    <a:pt x="282" y="57"/>
                    <a:pt x="345" y="8"/>
                  </a:cubicBezTo>
                  <a:cubicBezTo>
                    <a:pt x="360" y="-5"/>
                    <a:pt x="383" y="-2"/>
                    <a:pt x="396" y="14"/>
                  </a:cubicBezTo>
                  <a:cubicBezTo>
                    <a:pt x="408" y="30"/>
                    <a:pt x="405" y="53"/>
                    <a:pt x="390" y="65"/>
                  </a:cubicBezTo>
                  <a:cubicBezTo>
                    <a:pt x="329" y="113"/>
                    <a:pt x="271" y="165"/>
                    <a:pt x="217" y="220"/>
                  </a:cubicBezTo>
                  <a:cubicBezTo>
                    <a:pt x="163" y="275"/>
                    <a:pt x="112" y="334"/>
                    <a:pt x="65" y="395"/>
                  </a:cubicBezTo>
                  <a:cubicBezTo>
                    <a:pt x="58" y="405"/>
                    <a:pt x="47" y="409"/>
                    <a:pt x="36" y="4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3"/>
            <p:cNvSpPr/>
            <p:nvPr/>
          </p:nvSpPr>
          <p:spPr>
            <a:xfrm>
              <a:off x="5680080" y="3937680"/>
              <a:ext cx="1202040" cy="1202400"/>
            </a:xfrm>
            <a:custGeom>
              <a:rect b="b" l="l" r="r" t="t"/>
              <a:pathLst>
                <a:path extrusionOk="0" h="3340" w="3339">
                  <a:moveTo>
                    <a:pt x="1684" y="3340"/>
                  </a:moveTo>
                  <a:cubicBezTo>
                    <a:pt x="1238" y="3344"/>
                    <a:pt x="816" y="3174"/>
                    <a:pt x="498" y="2862"/>
                  </a:cubicBezTo>
                  <a:cubicBezTo>
                    <a:pt x="-159" y="2216"/>
                    <a:pt x="-168" y="1156"/>
                    <a:pt x="478" y="500"/>
                  </a:cubicBezTo>
                  <a:cubicBezTo>
                    <a:pt x="790" y="182"/>
                    <a:pt x="1208" y="4"/>
                    <a:pt x="1654" y="0"/>
                  </a:cubicBezTo>
                  <a:cubicBezTo>
                    <a:pt x="2100" y="-4"/>
                    <a:pt x="2522" y="166"/>
                    <a:pt x="2840" y="479"/>
                  </a:cubicBezTo>
                  <a:cubicBezTo>
                    <a:pt x="3152" y="787"/>
                    <a:pt x="3330" y="1197"/>
                    <a:pt x="3339" y="1635"/>
                  </a:cubicBezTo>
                  <a:lnTo>
                    <a:pt x="3330" y="1636"/>
                  </a:lnTo>
                  <a:cubicBezTo>
                    <a:pt x="3321" y="1200"/>
                    <a:pt x="3145" y="791"/>
                    <a:pt x="2833" y="486"/>
                  </a:cubicBezTo>
                  <a:cubicBezTo>
                    <a:pt x="2517" y="175"/>
                    <a:pt x="2098" y="5"/>
                    <a:pt x="1654" y="9"/>
                  </a:cubicBezTo>
                  <a:cubicBezTo>
                    <a:pt x="1211" y="13"/>
                    <a:pt x="795" y="190"/>
                    <a:pt x="484" y="506"/>
                  </a:cubicBezTo>
                  <a:cubicBezTo>
                    <a:pt x="-158" y="1159"/>
                    <a:pt x="-149" y="2213"/>
                    <a:pt x="505" y="2855"/>
                  </a:cubicBezTo>
                  <a:cubicBezTo>
                    <a:pt x="821" y="3166"/>
                    <a:pt x="1240" y="3335"/>
                    <a:pt x="1684" y="3331"/>
                  </a:cubicBezTo>
                  <a:cubicBezTo>
                    <a:pt x="2127" y="3328"/>
                    <a:pt x="2543" y="3151"/>
                    <a:pt x="2854" y="2835"/>
                  </a:cubicBezTo>
                  <a:cubicBezTo>
                    <a:pt x="2940" y="2747"/>
                    <a:pt x="3016" y="2650"/>
                    <a:pt x="3080" y="2547"/>
                  </a:cubicBezTo>
                  <a:lnTo>
                    <a:pt x="3088" y="2552"/>
                  </a:lnTo>
                  <a:cubicBezTo>
                    <a:pt x="3024" y="2656"/>
                    <a:pt x="2947" y="2753"/>
                    <a:pt x="2860" y="2841"/>
                  </a:cubicBezTo>
                  <a:cubicBezTo>
                    <a:pt x="2548" y="3159"/>
                    <a:pt x="2130" y="3337"/>
                    <a:pt x="1684" y="33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3"/>
            <p:cNvSpPr/>
            <p:nvPr/>
          </p:nvSpPr>
          <p:spPr>
            <a:xfrm>
              <a:off x="6257520" y="4515840"/>
              <a:ext cx="46800" cy="46440"/>
            </a:xfrm>
            <a:custGeom>
              <a:rect b="b" l="l" r="r" t="t"/>
              <a:pathLst>
                <a:path extrusionOk="0" h="129" w="130">
                  <a:moveTo>
                    <a:pt x="19" y="19"/>
                  </a:moveTo>
                  <a:cubicBezTo>
                    <a:pt x="44" y="-7"/>
                    <a:pt x="85" y="-7"/>
                    <a:pt x="111" y="18"/>
                  </a:cubicBezTo>
                  <a:cubicBezTo>
                    <a:pt x="136" y="43"/>
                    <a:pt x="136" y="84"/>
                    <a:pt x="111" y="110"/>
                  </a:cubicBezTo>
                  <a:cubicBezTo>
                    <a:pt x="86" y="135"/>
                    <a:pt x="45" y="135"/>
                    <a:pt x="20" y="111"/>
                  </a:cubicBezTo>
                  <a:cubicBezTo>
                    <a:pt x="-6" y="86"/>
                    <a:pt x="-6" y="44"/>
                    <a:pt x="19" y="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1425" lIns="90000" spcFirstLastPara="1" rIns="90000" wrap="square" tIns="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88" name="Google Shape;988;p43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79825" y="1761913"/>
            <a:ext cx="2483961" cy="15358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4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Tension Test Results + Cost Analysis</a:t>
            </a:r>
            <a:endParaRPr/>
          </a:p>
        </p:txBody>
      </p:sp>
      <p:graphicFrame>
        <p:nvGraphicFramePr>
          <p:cNvPr id="994" name="Google Shape;994;p44"/>
          <p:cNvGraphicFramePr/>
          <p:nvPr/>
        </p:nvGraphicFramePr>
        <p:xfrm>
          <a:off x="720000" y="284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{94A90269-36C9-4DD1-9D7C-9EBEC8F73D1A}</a:tableStyleId>
              </a:tblPr>
              <a:tblGrid>
                <a:gridCol w="1769850"/>
                <a:gridCol w="699325"/>
                <a:gridCol w="874700"/>
                <a:gridCol w="1438525"/>
              </a:tblGrid>
              <a:tr h="23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 (.5” D)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LW (.75” D)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Average (Wrapped)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6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Maximum (lbs)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561.1629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596.35785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578.760375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15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Modulus (lbs/in)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9425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9297.626316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9361.313158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180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Est. Displacement before Fail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0.055</a:t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995" name="Google Shape;995;p44"/>
          <p:cNvSpPr txBox="1"/>
          <p:nvPr/>
        </p:nvSpPr>
        <p:spPr>
          <a:xfrm>
            <a:off x="720000" y="1112200"/>
            <a:ext cx="5758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Maximum Simulated Loads (200 lb Driver): 300 lbs (T) &amp; 540 lbs </a:t>
            </a: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(C)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Design Goals: 1000 lbs (T) &amp; 2000 lbs </a:t>
            </a: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(C)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5"/>
          <p:cNvSpPr txBox="1"/>
          <p:nvPr>
            <p:ph type="title"/>
          </p:nvPr>
        </p:nvSpPr>
        <p:spPr>
          <a:xfrm>
            <a:off x="3671775" y="539500"/>
            <a:ext cx="23331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Failures so far</a:t>
            </a:r>
            <a:endParaRPr/>
          </a:p>
        </p:txBody>
      </p:sp>
      <p:pic>
        <p:nvPicPr>
          <p:cNvPr id="1001" name="Google Shape;1001;p45"/>
          <p:cNvPicPr preferRelativeResize="0"/>
          <p:nvPr/>
        </p:nvPicPr>
        <p:blipFill rotWithShape="1">
          <a:blip r:embed="rId3">
            <a:alphaModFix/>
          </a:blip>
          <a:srcRect b="0" l="0" r="0" t="28145"/>
          <a:stretch/>
        </p:blipFill>
        <p:spPr>
          <a:xfrm>
            <a:off x="6345550" y="92850"/>
            <a:ext cx="1785350" cy="17104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2" name="Google Shape;1002;p45"/>
          <p:cNvPicPr preferRelativeResize="0"/>
          <p:nvPr/>
        </p:nvPicPr>
        <p:blipFill rotWithShape="1">
          <a:blip r:embed="rId4">
            <a:alphaModFix/>
          </a:blip>
          <a:srcRect b="24457" l="0" r="0" t="25217"/>
          <a:stretch/>
        </p:blipFill>
        <p:spPr>
          <a:xfrm>
            <a:off x="3930077" y="2006800"/>
            <a:ext cx="4200822" cy="28187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3" name="Google Shape;1003;p45"/>
          <p:cNvPicPr preferRelativeResize="0"/>
          <p:nvPr/>
        </p:nvPicPr>
        <p:blipFill rotWithShape="1">
          <a:blip r:embed="rId5">
            <a:alphaModFix/>
          </a:blip>
          <a:srcRect b="2752" l="0" r="3698" t="32930"/>
          <a:stretch/>
        </p:blipFill>
        <p:spPr>
          <a:xfrm>
            <a:off x="950175" y="2618175"/>
            <a:ext cx="2478824" cy="2207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04" name="Google Shape;1004;p45"/>
          <p:cNvGrpSpPr/>
          <p:nvPr/>
        </p:nvGrpSpPr>
        <p:grpSpPr>
          <a:xfrm>
            <a:off x="2807348" y="3862291"/>
            <a:ext cx="1510220" cy="1509818"/>
            <a:chOff x="5604480" y="3862800"/>
            <a:chExt cx="1352880" cy="1352520"/>
          </a:xfrm>
        </p:grpSpPr>
        <p:sp>
          <p:nvSpPr>
            <p:cNvPr id="1005" name="Google Shape;1005;p45"/>
            <p:cNvSpPr/>
            <p:nvPr/>
          </p:nvSpPr>
          <p:spPr>
            <a:xfrm>
              <a:off x="5810040" y="4077000"/>
              <a:ext cx="942120" cy="933120"/>
            </a:xfrm>
            <a:custGeom>
              <a:rect b="b" l="l" r="r" t="t"/>
              <a:pathLst>
                <a:path extrusionOk="0" h="2592" w="2617">
                  <a:moveTo>
                    <a:pt x="1319" y="2592"/>
                  </a:moveTo>
                  <a:cubicBezTo>
                    <a:pt x="970" y="2595"/>
                    <a:pt x="640" y="2461"/>
                    <a:pt x="391" y="2217"/>
                  </a:cubicBezTo>
                  <a:cubicBezTo>
                    <a:pt x="-124" y="1711"/>
                    <a:pt x="-131" y="881"/>
                    <a:pt x="375" y="366"/>
                  </a:cubicBezTo>
                  <a:cubicBezTo>
                    <a:pt x="555" y="182"/>
                    <a:pt x="783" y="57"/>
                    <a:pt x="1035" y="3"/>
                  </a:cubicBezTo>
                  <a:cubicBezTo>
                    <a:pt x="1113" y="-13"/>
                    <a:pt x="1190" y="37"/>
                    <a:pt x="1207" y="115"/>
                  </a:cubicBezTo>
                  <a:cubicBezTo>
                    <a:pt x="1224" y="194"/>
                    <a:pt x="1174" y="271"/>
                    <a:pt x="1095" y="288"/>
                  </a:cubicBezTo>
                  <a:cubicBezTo>
                    <a:pt x="900" y="329"/>
                    <a:pt x="722" y="427"/>
                    <a:pt x="582" y="570"/>
                  </a:cubicBezTo>
                  <a:cubicBezTo>
                    <a:pt x="189" y="970"/>
                    <a:pt x="194" y="1616"/>
                    <a:pt x="594" y="2009"/>
                  </a:cubicBezTo>
                  <a:cubicBezTo>
                    <a:pt x="789" y="2200"/>
                    <a:pt x="1045" y="2304"/>
                    <a:pt x="1317" y="2301"/>
                  </a:cubicBezTo>
                  <a:cubicBezTo>
                    <a:pt x="1589" y="2299"/>
                    <a:pt x="1843" y="2191"/>
                    <a:pt x="2034" y="1997"/>
                  </a:cubicBezTo>
                  <a:cubicBezTo>
                    <a:pt x="2225" y="1803"/>
                    <a:pt x="2328" y="1546"/>
                    <a:pt x="2326" y="1274"/>
                  </a:cubicBezTo>
                  <a:cubicBezTo>
                    <a:pt x="2324" y="1002"/>
                    <a:pt x="2215" y="748"/>
                    <a:pt x="2022" y="557"/>
                  </a:cubicBezTo>
                  <a:cubicBezTo>
                    <a:pt x="1914" y="452"/>
                    <a:pt x="1788" y="373"/>
                    <a:pt x="1648" y="324"/>
                  </a:cubicBezTo>
                  <a:cubicBezTo>
                    <a:pt x="1572" y="297"/>
                    <a:pt x="1532" y="214"/>
                    <a:pt x="1559" y="138"/>
                  </a:cubicBezTo>
                  <a:cubicBezTo>
                    <a:pt x="1586" y="62"/>
                    <a:pt x="1668" y="23"/>
                    <a:pt x="1744" y="49"/>
                  </a:cubicBezTo>
                  <a:cubicBezTo>
                    <a:pt x="1925" y="113"/>
                    <a:pt x="2087" y="214"/>
                    <a:pt x="2225" y="350"/>
                  </a:cubicBezTo>
                  <a:cubicBezTo>
                    <a:pt x="2475" y="595"/>
                    <a:pt x="2613" y="922"/>
                    <a:pt x="2617" y="1272"/>
                  </a:cubicBezTo>
                  <a:cubicBezTo>
                    <a:pt x="2620" y="1621"/>
                    <a:pt x="2486" y="1951"/>
                    <a:pt x="2241" y="2201"/>
                  </a:cubicBezTo>
                  <a:cubicBezTo>
                    <a:pt x="1996" y="2450"/>
                    <a:pt x="1669" y="2589"/>
                    <a:pt x="1319" y="25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5"/>
            <p:cNvSpPr/>
            <p:nvPr/>
          </p:nvSpPr>
          <p:spPr>
            <a:xfrm>
              <a:off x="6140880" y="4068000"/>
              <a:ext cx="331920" cy="128520"/>
            </a:xfrm>
            <a:custGeom>
              <a:rect b="b" l="l" r="r" t="t"/>
              <a:pathLst>
                <a:path extrusionOk="0" h="357" w="922">
                  <a:moveTo>
                    <a:pt x="778" y="357"/>
                  </a:moveTo>
                  <a:cubicBezTo>
                    <a:pt x="762" y="357"/>
                    <a:pt x="745" y="354"/>
                    <a:pt x="729" y="349"/>
                  </a:cubicBezTo>
                  <a:cubicBezTo>
                    <a:pt x="551" y="286"/>
                    <a:pt x="360" y="274"/>
                    <a:pt x="176" y="313"/>
                  </a:cubicBezTo>
                  <a:cubicBezTo>
                    <a:pt x="97" y="329"/>
                    <a:pt x="20" y="279"/>
                    <a:pt x="4" y="201"/>
                  </a:cubicBezTo>
                  <a:cubicBezTo>
                    <a:pt x="-13" y="122"/>
                    <a:pt x="37" y="45"/>
                    <a:pt x="116" y="28"/>
                  </a:cubicBezTo>
                  <a:cubicBezTo>
                    <a:pt x="352" y="-22"/>
                    <a:pt x="598" y="-6"/>
                    <a:pt x="825" y="74"/>
                  </a:cubicBezTo>
                  <a:cubicBezTo>
                    <a:pt x="901" y="101"/>
                    <a:pt x="941" y="184"/>
                    <a:pt x="914" y="260"/>
                  </a:cubicBezTo>
                  <a:cubicBezTo>
                    <a:pt x="893" y="319"/>
                    <a:pt x="838" y="356"/>
                    <a:pt x="778" y="3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5"/>
            <p:cNvSpPr/>
            <p:nvPr/>
          </p:nvSpPr>
          <p:spPr>
            <a:xfrm>
              <a:off x="5604480" y="4263840"/>
              <a:ext cx="1352880" cy="951480"/>
            </a:xfrm>
            <a:custGeom>
              <a:rect b="b" l="l" r="r" t="t"/>
              <a:pathLst>
                <a:path extrusionOk="0" h="2643" w="3758">
                  <a:moveTo>
                    <a:pt x="1895" y="2643"/>
                  </a:moveTo>
                  <a:cubicBezTo>
                    <a:pt x="1394" y="2647"/>
                    <a:pt x="920" y="2456"/>
                    <a:pt x="562" y="2104"/>
                  </a:cubicBezTo>
                  <a:cubicBezTo>
                    <a:pt x="287" y="1833"/>
                    <a:pt x="104" y="1490"/>
                    <a:pt x="33" y="1113"/>
                  </a:cubicBezTo>
                  <a:cubicBezTo>
                    <a:pt x="-36" y="743"/>
                    <a:pt x="5" y="366"/>
                    <a:pt x="153" y="22"/>
                  </a:cubicBezTo>
                  <a:cubicBezTo>
                    <a:pt x="161" y="4"/>
                    <a:pt x="182" y="-5"/>
                    <a:pt x="201" y="3"/>
                  </a:cubicBezTo>
                  <a:cubicBezTo>
                    <a:pt x="219" y="11"/>
                    <a:pt x="228" y="32"/>
                    <a:pt x="220" y="51"/>
                  </a:cubicBezTo>
                  <a:cubicBezTo>
                    <a:pt x="-77" y="740"/>
                    <a:pt x="78" y="1526"/>
                    <a:pt x="613" y="2052"/>
                  </a:cubicBezTo>
                  <a:cubicBezTo>
                    <a:pt x="957" y="2390"/>
                    <a:pt x="1412" y="2574"/>
                    <a:pt x="1895" y="2570"/>
                  </a:cubicBezTo>
                  <a:cubicBezTo>
                    <a:pt x="2377" y="2566"/>
                    <a:pt x="2829" y="2374"/>
                    <a:pt x="3167" y="2030"/>
                  </a:cubicBezTo>
                  <a:cubicBezTo>
                    <a:pt x="3556" y="1633"/>
                    <a:pt x="3740" y="1089"/>
                    <a:pt x="3671" y="537"/>
                  </a:cubicBezTo>
                  <a:cubicBezTo>
                    <a:pt x="3668" y="517"/>
                    <a:pt x="3682" y="499"/>
                    <a:pt x="3702" y="497"/>
                  </a:cubicBezTo>
                  <a:cubicBezTo>
                    <a:pt x="3722" y="494"/>
                    <a:pt x="3740" y="508"/>
                    <a:pt x="3743" y="528"/>
                  </a:cubicBezTo>
                  <a:cubicBezTo>
                    <a:pt x="3815" y="1103"/>
                    <a:pt x="3624" y="1669"/>
                    <a:pt x="3219" y="2081"/>
                  </a:cubicBezTo>
                  <a:cubicBezTo>
                    <a:pt x="2867" y="2439"/>
                    <a:pt x="2397" y="2638"/>
                    <a:pt x="1895" y="26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5"/>
            <p:cNvSpPr/>
            <p:nvPr/>
          </p:nvSpPr>
          <p:spPr>
            <a:xfrm>
              <a:off x="6090120" y="3862800"/>
              <a:ext cx="450000" cy="73440"/>
            </a:xfrm>
            <a:custGeom>
              <a:rect b="b" l="l" r="r" t="t"/>
              <a:pathLst>
                <a:path extrusionOk="0" h="204" w="1250">
                  <a:moveTo>
                    <a:pt x="1214" y="204"/>
                  </a:moveTo>
                  <a:cubicBezTo>
                    <a:pt x="1210" y="204"/>
                    <a:pt x="1205" y="203"/>
                    <a:pt x="1200" y="201"/>
                  </a:cubicBezTo>
                  <a:cubicBezTo>
                    <a:pt x="836" y="56"/>
                    <a:pt x="426" y="33"/>
                    <a:pt x="46" y="138"/>
                  </a:cubicBezTo>
                  <a:cubicBezTo>
                    <a:pt x="27" y="143"/>
                    <a:pt x="7" y="132"/>
                    <a:pt x="2" y="113"/>
                  </a:cubicBezTo>
                  <a:cubicBezTo>
                    <a:pt x="-4" y="94"/>
                    <a:pt x="7" y="74"/>
                    <a:pt x="27" y="68"/>
                  </a:cubicBezTo>
                  <a:cubicBezTo>
                    <a:pt x="421" y="-41"/>
                    <a:pt x="848" y="-18"/>
                    <a:pt x="1227" y="134"/>
                  </a:cubicBezTo>
                  <a:cubicBezTo>
                    <a:pt x="1246" y="141"/>
                    <a:pt x="1255" y="162"/>
                    <a:pt x="1248" y="181"/>
                  </a:cubicBezTo>
                  <a:cubicBezTo>
                    <a:pt x="1242" y="195"/>
                    <a:pt x="1228" y="204"/>
                    <a:pt x="1214" y="2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28425" lIns="90000" spcFirstLastPara="1" rIns="90000" wrap="square" tIns="28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5"/>
            <p:cNvSpPr/>
            <p:nvPr/>
          </p:nvSpPr>
          <p:spPr>
            <a:xfrm>
              <a:off x="5739120" y="4004280"/>
              <a:ext cx="145080" cy="147240"/>
            </a:xfrm>
            <a:custGeom>
              <a:rect b="b" l="l" r="r" t="t"/>
              <a:pathLst>
                <a:path extrusionOk="0" h="409" w="403">
                  <a:moveTo>
                    <a:pt x="36" y="409"/>
                  </a:moveTo>
                  <a:cubicBezTo>
                    <a:pt x="29" y="409"/>
                    <a:pt x="21" y="407"/>
                    <a:pt x="14" y="402"/>
                  </a:cubicBezTo>
                  <a:cubicBezTo>
                    <a:pt x="-2" y="390"/>
                    <a:pt x="-5" y="367"/>
                    <a:pt x="7" y="351"/>
                  </a:cubicBezTo>
                  <a:cubicBezTo>
                    <a:pt x="56" y="288"/>
                    <a:pt x="109" y="226"/>
                    <a:pt x="165" y="169"/>
                  </a:cubicBezTo>
                  <a:cubicBezTo>
                    <a:pt x="222" y="111"/>
                    <a:pt x="282" y="57"/>
                    <a:pt x="345" y="8"/>
                  </a:cubicBezTo>
                  <a:cubicBezTo>
                    <a:pt x="360" y="-5"/>
                    <a:pt x="383" y="-2"/>
                    <a:pt x="396" y="14"/>
                  </a:cubicBezTo>
                  <a:cubicBezTo>
                    <a:pt x="408" y="30"/>
                    <a:pt x="405" y="53"/>
                    <a:pt x="390" y="65"/>
                  </a:cubicBezTo>
                  <a:cubicBezTo>
                    <a:pt x="329" y="113"/>
                    <a:pt x="271" y="165"/>
                    <a:pt x="217" y="220"/>
                  </a:cubicBezTo>
                  <a:cubicBezTo>
                    <a:pt x="163" y="275"/>
                    <a:pt x="112" y="334"/>
                    <a:pt x="65" y="395"/>
                  </a:cubicBezTo>
                  <a:cubicBezTo>
                    <a:pt x="58" y="405"/>
                    <a:pt x="47" y="409"/>
                    <a:pt x="36" y="4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45"/>
            <p:cNvSpPr/>
            <p:nvPr/>
          </p:nvSpPr>
          <p:spPr>
            <a:xfrm>
              <a:off x="5680080" y="3937680"/>
              <a:ext cx="1202040" cy="1202400"/>
            </a:xfrm>
            <a:custGeom>
              <a:rect b="b" l="l" r="r" t="t"/>
              <a:pathLst>
                <a:path extrusionOk="0" h="3340" w="3339">
                  <a:moveTo>
                    <a:pt x="1684" y="3340"/>
                  </a:moveTo>
                  <a:cubicBezTo>
                    <a:pt x="1238" y="3344"/>
                    <a:pt x="816" y="3174"/>
                    <a:pt x="498" y="2862"/>
                  </a:cubicBezTo>
                  <a:cubicBezTo>
                    <a:pt x="-159" y="2216"/>
                    <a:pt x="-168" y="1156"/>
                    <a:pt x="478" y="500"/>
                  </a:cubicBezTo>
                  <a:cubicBezTo>
                    <a:pt x="790" y="182"/>
                    <a:pt x="1208" y="4"/>
                    <a:pt x="1654" y="0"/>
                  </a:cubicBezTo>
                  <a:cubicBezTo>
                    <a:pt x="2100" y="-4"/>
                    <a:pt x="2522" y="166"/>
                    <a:pt x="2840" y="479"/>
                  </a:cubicBezTo>
                  <a:cubicBezTo>
                    <a:pt x="3152" y="787"/>
                    <a:pt x="3330" y="1197"/>
                    <a:pt x="3339" y="1635"/>
                  </a:cubicBezTo>
                  <a:lnTo>
                    <a:pt x="3330" y="1636"/>
                  </a:lnTo>
                  <a:cubicBezTo>
                    <a:pt x="3321" y="1200"/>
                    <a:pt x="3145" y="791"/>
                    <a:pt x="2833" y="486"/>
                  </a:cubicBezTo>
                  <a:cubicBezTo>
                    <a:pt x="2517" y="175"/>
                    <a:pt x="2098" y="5"/>
                    <a:pt x="1654" y="9"/>
                  </a:cubicBezTo>
                  <a:cubicBezTo>
                    <a:pt x="1211" y="13"/>
                    <a:pt x="795" y="190"/>
                    <a:pt x="484" y="506"/>
                  </a:cubicBezTo>
                  <a:cubicBezTo>
                    <a:pt x="-158" y="1159"/>
                    <a:pt x="-149" y="2213"/>
                    <a:pt x="505" y="2855"/>
                  </a:cubicBezTo>
                  <a:cubicBezTo>
                    <a:pt x="821" y="3166"/>
                    <a:pt x="1240" y="3335"/>
                    <a:pt x="1684" y="3331"/>
                  </a:cubicBezTo>
                  <a:cubicBezTo>
                    <a:pt x="2127" y="3328"/>
                    <a:pt x="2543" y="3151"/>
                    <a:pt x="2854" y="2835"/>
                  </a:cubicBezTo>
                  <a:cubicBezTo>
                    <a:pt x="2940" y="2747"/>
                    <a:pt x="3016" y="2650"/>
                    <a:pt x="3080" y="2547"/>
                  </a:cubicBezTo>
                  <a:lnTo>
                    <a:pt x="3088" y="2552"/>
                  </a:lnTo>
                  <a:cubicBezTo>
                    <a:pt x="3024" y="2656"/>
                    <a:pt x="2947" y="2753"/>
                    <a:pt x="2860" y="2841"/>
                  </a:cubicBezTo>
                  <a:cubicBezTo>
                    <a:pt x="2548" y="3159"/>
                    <a:pt x="2130" y="3337"/>
                    <a:pt x="1684" y="33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5"/>
            <p:cNvSpPr/>
            <p:nvPr/>
          </p:nvSpPr>
          <p:spPr>
            <a:xfrm>
              <a:off x="6257520" y="4515840"/>
              <a:ext cx="46800" cy="46440"/>
            </a:xfrm>
            <a:custGeom>
              <a:rect b="b" l="l" r="r" t="t"/>
              <a:pathLst>
                <a:path extrusionOk="0" h="129" w="130">
                  <a:moveTo>
                    <a:pt x="19" y="19"/>
                  </a:moveTo>
                  <a:cubicBezTo>
                    <a:pt x="44" y="-7"/>
                    <a:pt x="85" y="-7"/>
                    <a:pt x="111" y="18"/>
                  </a:cubicBezTo>
                  <a:cubicBezTo>
                    <a:pt x="136" y="43"/>
                    <a:pt x="136" y="84"/>
                    <a:pt x="111" y="110"/>
                  </a:cubicBezTo>
                  <a:cubicBezTo>
                    <a:pt x="86" y="135"/>
                    <a:pt x="45" y="135"/>
                    <a:pt x="20" y="111"/>
                  </a:cubicBezTo>
                  <a:cubicBezTo>
                    <a:pt x="-6" y="86"/>
                    <a:pt x="-6" y="44"/>
                    <a:pt x="19" y="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1425" lIns="90000" spcFirstLastPara="1" rIns="90000" wrap="square" tIns="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12" name="Google Shape;1012;p45"/>
          <p:cNvPicPr preferRelativeResize="0"/>
          <p:nvPr/>
        </p:nvPicPr>
        <p:blipFill rotWithShape="1">
          <a:blip r:embed="rId6">
            <a:alphaModFix/>
          </a:blip>
          <a:srcRect b="6003" l="10018" r="10026" t="10503"/>
          <a:stretch/>
        </p:blipFill>
        <p:spPr>
          <a:xfrm>
            <a:off x="1368775" y="170225"/>
            <a:ext cx="1641600" cy="228552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6"/>
          <p:cNvSpPr txBox="1"/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and Next Steps</a:t>
            </a:r>
            <a:endParaRPr/>
          </a:p>
        </p:txBody>
      </p:sp>
      <p:sp>
        <p:nvSpPr>
          <p:cNvPr id="1018" name="Google Shape;1018;p46"/>
          <p:cNvSpPr/>
          <p:nvPr/>
        </p:nvSpPr>
        <p:spPr>
          <a:xfrm>
            <a:off x="1531125" y="1521838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46"/>
          <p:cNvSpPr/>
          <p:nvPr/>
        </p:nvSpPr>
        <p:spPr>
          <a:xfrm>
            <a:off x="3495025" y="1521838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6"/>
          <p:cNvSpPr/>
          <p:nvPr/>
        </p:nvSpPr>
        <p:spPr>
          <a:xfrm>
            <a:off x="5458925" y="1521838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46"/>
          <p:cNvSpPr/>
          <p:nvPr/>
        </p:nvSpPr>
        <p:spPr>
          <a:xfrm>
            <a:off x="7422825" y="1521838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46"/>
          <p:cNvSpPr txBox="1"/>
          <p:nvPr/>
        </p:nvSpPr>
        <p:spPr>
          <a:xfrm flipH="1">
            <a:off x="713125" y="2022713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Conduct joint compression test/ 2nd round of material iterations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23" name="Google Shape;1023;p46"/>
          <p:cNvSpPr txBox="1"/>
          <p:nvPr/>
        </p:nvSpPr>
        <p:spPr>
          <a:xfrm flipH="1">
            <a:off x="2677025" y="2022713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CAD design for back and front suspension of current vehicle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24" name="Google Shape;1024;p46"/>
          <p:cNvSpPr txBox="1"/>
          <p:nvPr/>
        </p:nvSpPr>
        <p:spPr>
          <a:xfrm flipH="1">
            <a:off x="4640925" y="2022713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Fabricate suspensions from Chrome Moly tube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25" name="Google Shape;1025;p46"/>
          <p:cNvSpPr txBox="1"/>
          <p:nvPr/>
        </p:nvSpPr>
        <p:spPr>
          <a:xfrm flipH="1">
            <a:off x="6604825" y="2022713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Final Joinery Designs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026" name="Google Shape;1026;p46"/>
          <p:cNvCxnSpPr>
            <a:stCxn id="1018" idx="3"/>
            <a:endCxn id="1019" idx="1"/>
          </p:cNvCxnSpPr>
          <p:nvPr/>
        </p:nvCxnSpPr>
        <p:spPr>
          <a:xfrm>
            <a:off x="1707525" y="1610038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46"/>
          <p:cNvCxnSpPr>
            <a:stCxn id="1019" idx="3"/>
            <a:endCxn id="1020" idx="1"/>
          </p:cNvCxnSpPr>
          <p:nvPr/>
        </p:nvCxnSpPr>
        <p:spPr>
          <a:xfrm>
            <a:off x="3671425" y="1610038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46"/>
          <p:cNvCxnSpPr>
            <a:stCxn id="1020" idx="3"/>
            <a:endCxn id="1021" idx="1"/>
          </p:cNvCxnSpPr>
          <p:nvPr/>
        </p:nvCxnSpPr>
        <p:spPr>
          <a:xfrm>
            <a:off x="5635325" y="1610038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46"/>
          <p:cNvCxnSpPr>
            <a:stCxn id="1018" idx="2"/>
            <a:endCxn id="1022" idx="0"/>
          </p:cNvCxnSpPr>
          <p:nvPr/>
        </p:nvCxnSpPr>
        <p:spPr>
          <a:xfrm>
            <a:off x="1619325" y="1698238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46"/>
          <p:cNvCxnSpPr>
            <a:stCxn id="1019" idx="2"/>
            <a:endCxn id="1023" idx="0"/>
          </p:cNvCxnSpPr>
          <p:nvPr/>
        </p:nvCxnSpPr>
        <p:spPr>
          <a:xfrm>
            <a:off x="3583225" y="1698238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46"/>
          <p:cNvCxnSpPr>
            <a:stCxn id="1020" idx="2"/>
            <a:endCxn id="1024" idx="0"/>
          </p:cNvCxnSpPr>
          <p:nvPr/>
        </p:nvCxnSpPr>
        <p:spPr>
          <a:xfrm>
            <a:off x="5547125" y="1698238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46"/>
          <p:cNvCxnSpPr>
            <a:stCxn id="1021" idx="2"/>
            <a:endCxn id="1025" idx="0"/>
          </p:cNvCxnSpPr>
          <p:nvPr/>
        </p:nvCxnSpPr>
        <p:spPr>
          <a:xfrm>
            <a:off x="7511025" y="1698238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3" name="Google Shape;1033;p46"/>
          <p:cNvSpPr/>
          <p:nvPr/>
        </p:nvSpPr>
        <p:spPr>
          <a:xfrm>
            <a:off x="1531125" y="3251125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46"/>
          <p:cNvSpPr/>
          <p:nvPr/>
        </p:nvSpPr>
        <p:spPr>
          <a:xfrm>
            <a:off x="3495025" y="3251125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46"/>
          <p:cNvSpPr/>
          <p:nvPr/>
        </p:nvSpPr>
        <p:spPr>
          <a:xfrm>
            <a:off x="5458925" y="3251125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6"/>
          <p:cNvSpPr/>
          <p:nvPr/>
        </p:nvSpPr>
        <p:spPr>
          <a:xfrm>
            <a:off x="7422825" y="3251125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46"/>
          <p:cNvSpPr txBox="1"/>
          <p:nvPr/>
        </p:nvSpPr>
        <p:spPr>
          <a:xfrm flipH="1">
            <a:off x="713125" y="375200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Draft Report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38" name="Google Shape;1038;p46"/>
          <p:cNvSpPr txBox="1"/>
          <p:nvPr/>
        </p:nvSpPr>
        <p:spPr>
          <a:xfrm flipH="1">
            <a:off x="2677025" y="375200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Installation + </a:t>
            </a: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Adjustments</a:t>
            </a: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 to Previous Vehicle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39" name="Google Shape;1039;p46"/>
          <p:cNvSpPr txBox="1"/>
          <p:nvPr/>
        </p:nvSpPr>
        <p:spPr>
          <a:xfrm flipH="1">
            <a:off x="4640925" y="375200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Practice Presentations + Final Report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40" name="Google Shape;1040;p46"/>
          <p:cNvSpPr txBox="1"/>
          <p:nvPr/>
        </p:nvSpPr>
        <p:spPr>
          <a:xfrm flipH="1">
            <a:off x="6604825" y="375200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Graduate!</a:t>
            </a:r>
            <a:endParaRPr sz="12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1041" name="Google Shape;1041;p46"/>
          <p:cNvCxnSpPr>
            <a:stCxn id="1033" idx="3"/>
            <a:endCxn id="1034" idx="1"/>
          </p:cNvCxnSpPr>
          <p:nvPr/>
        </p:nvCxnSpPr>
        <p:spPr>
          <a:xfrm>
            <a:off x="1707525" y="3339325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46"/>
          <p:cNvCxnSpPr>
            <a:stCxn id="1034" idx="3"/>
            <a:endCxn id="1035" idx="1"/>
          </p:cNvCxnSpPr>
          <p:nvPr/>
        </p:nvCxnSpPr>
        <p:spPr>
          <a:xfrm>
            <a:off x="3671425" y="3339325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46"/>
          <p:cNvCxnSpPr>
            <a:stCxn id="1035" idx="3"/>
            <a:endCxn id="1036" idx="1"/>
          </p:cNvCxnSpPr>
          <p:nvPr/>
        </p:nvCxnSpPr>
        <p:spPr>
          <a:xfrm>
            <a:off x="5635325" y="3339325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46"/>
          <p:cNvCxnSpPr>
            <a:stCxn id="1033" idx="2"/>
            <a:endCxn id="1037" idx="0"/>
          </p:cNvCxnSpPr>
          <p:nvPr/>
        </p:nvCxnSpPr>
        <p:spPr>
          <a:xfrm>
            <a:off x="1619325" y="3427525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46"/>
          <p:cNvCxnSpPr>
            <a:stCxn id="1034" idx="2"/>
            <a:endCxn id="1038" idx="0"/>
          </p:cNvCxnSpPr>
          <p:nvPr/>
        </p:nvCxnSpPr>
        <p:spPr>
          <a:xfrm>
            <a:off x="3583225" y="3427525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46"/>
          <p:cNvCxnSpPr>
            <a:stCxn id="1035" idx="2"/>
            <a:endCxn id="1039" idx="0"/>
          </p:cNvCxnSpPr>
          <p:nvPr/>
        </p:nvCxnSpPr>
        <p:spPr>
          <a:xfrm>
            <a:off x="5547125" y="3427525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46"/>
          <p:cNvCxnSpPr>
            <a:stCxn id="1036" idx="2"/>
            <a:endCxn id="1040" idx="0"/>
          </p:cNvCxnSpPr>
          <p:nvPr/>
        </p:nvCxnSpPr>
        <p:spPr>
          <a:xfrm>
            <a:off x="7511025" y="3427525"/>
            <a:ext cx="0" cy="324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46"/>
          <p:cNvCxnSpPr>
            <a:stCxn id="1021" idx="3"/>
            <a:endCxn id="1033" idx="1"/>
          </p:cNvCxnSpPr>
          <p:nvPr/>
        </p:nvCxnSpPr>
        <p:spPr>
          <a:xfrm flipH="1">
            <a:off x="1531125" y="1610038"/>
            <a:ext cx="6068100" cy="1729200"/>
          </a:xfrm>
          <a:prstGeom prst="bentConnector5">
            <a:avLst>
              <a:gd fmla="val -13971" name="adj1"/>
              <a:gd fmla="val 83859" name="adj2"/>
              <a:gd fmla="val 113408" name="adj3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47"/>
          <p:cNvSpPr txBox="1"/>
          <p:nvPr>
            <p:ph type="title"/>
          </p:nvPr>
        </p:nvSpPr>
        <p:spPr>
          <a:xfrm>
            <a:off x="2347975" y="1591913"/>
            <a:ext cx="4448100" cy="98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054" name="Google Shape;1054;p47"/>
          <p:cNvSpPr txBox="1"/>
          <p:nvPr>
            <p:ph idx="1" type="subTitle"/>
          </p:nvPr>
        </p:nvSpPr>
        <p:spPr>
          <a:xfrm>
            <a:off x="2347925" y="2492897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 you have any questions?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55" name="Google Shape;1055;p47"/>
          <p:cNvSpPr txBox="1"/>
          <p:nvPr/>
        </p:nvSpPr>
        <p:spPr>
          <a:xfrm>
            <a:off x="2496150" y="41258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Please keep this slide for attribution</a:t>
            </a:r>
            <a:endParaRPr sz="1000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56" name="Google Shape;1056;p47"/>
          <p:cNvSpPr/>
          <p:nvPr/>
        </p:nvSpPr>
        <p:spPr>
          <a:xfrm>
            <a:off x="2255925" y="3552650"/>
            <a:ext cx="4749900" cy="9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tomotive Industry Project Proposal by Slidesgo">
  <a:themeElements>
    <a:clrScheme name="Simple Light">
      <a:dk1>
        <a:srgbClr val="0C3B5D"/>
      </a:dk1>
      <a:lt1>
        <a:srgbClr val="328BC3"/>
      </a:lt1>
      <a:dk2>
        <a:srgbClr val="EDC932"/>
      </a:dk2>
      <a:lt2>
        <a:srgbClr val="252F3A"/>
      </a:lt2>
      <a:accent1>
        <a:srgbClr val="3D496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