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0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</p:sldIdLst>
  <p:sldSz cy="5143500" cx="9144000"/>
  <p:notesSz cx="6858000" cy="9144000"/>
  <p:embeddedFontLst>
    <p:embeddedFont>
      <p:font typeface="Poppins"/>
      <p:regular r:id="rId19"/>
      <p:bold r:id="rId20"/>
      <p:italic r:id="rId21"/>
      <p:boldItalic r:id="rId22"/>
    </p:embeddedFont>
    <p:embeddedFont>
      <p:font typeface="Anaheim"/>
      <p:regular r:id="rId23"/>
      <p:bold r:id="rId24"/>
    </p:embeddedFont>
    <p:embeddedFont>
      <p:font typeface="Poppins Medium"/>
      <p:regular r:id="rId25"/>
      <p:bold r:id="rId26"/>
      <p:italic r:id="rId27"/>
      <p:boldItalic r:id="rId28"/>
    </p:embeddedFont>
    <p:embeddedFont>
      <p:font typeface="Poppins SemiBold"/>
      <p:regular r:id="rId29"/>
      <p:bold r:id="rId30"/>
      <p:italic r:id="rId31"/>
      <p:boldItalic r:id="rId32"/>
    </p:embeddedFont>
    <p:embeddedFont>
      <p:font typeface="PT Sans"/>
      <p:regular r:id="rId33"/>
      <p:bold r:id="rId34"/>
      <p:italic r:id="rId35"/>
      <p:boldItalic r:id="rId3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oppins-bold.fntdata"/><Relationship Id="rId22" Type="http://schemas.openxmlformats.org/officeDocument/2006/relationships/font" Target="fonts/Poppins-boldItalic.fntdata"/><Relationship Id="rId21" Type="http://schemas.openxmlformats.org/officeDocument/2006/relationships/font" Target="fonts/Poppins-italic.fntdata"/><Relationship Id="rId24" Type="http://schemas.openxmlformats.org/officeDocument/2006/relationships/font" Target="fonts/Anaheim-bold.fntdata"/><Relationship Id="rId23" Type="http://schemas.openxmlformats.org/officeDocument/2006/relationships/font" Target="fonts/Anaheim-regular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font" Target="fonts/PoppinsMedium-bold.fntdata"/><Relationship Id="rId25" Type="http://schemas.openxmlformats.org/officeDocument/2006/relationships/font" Target="fonts/PoppinsMedium-regular.fntdata"/><Relationship Id="rId28" Type="http://schemas.openxmlformats.org/officeDocument/2006/relationships/font" Target="fonts/PoppinsMedium-boldItalic.fntdata"/><Relationship Id="rId27" Type="http://schemas.openxmlformats.org/officeDocument/2006/relationships/font" Target="fonts/PoppinsMedium-italic.fntdata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29" Type="http://schemas.openxmlformats.org/officeDocument/2006/relationships/font" Target="fonts/PoppinsSemiBold-regular.fntdata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font" Target="fonts/PoppinsSemiBold-italic.fntdata"/><Relationship Id="rId30" Type="http://schemas.openxmlformats.org/officeDocument/2006/relationships/font" Target="fonts/PoppinsSemiBold-bold.fntdata"/><Relationship Id="rId11" Type="http://schemas.openxmlformats.org/officeDocument/2006/relationships/slide" Target="slides/slide7.xml"/><Relationship Id="rId33" Type="http://schemas.openxmlformats.org/officeDocument/2006/relationships/font" Target="fonts/PTSans-regular.fntdata"/><Relationship Id="rId10" Type="http://schemas.openxmlformats.org/officeDocument/2006/relationships/slide" Target="slides/slide6.xml"/><Relationship Id="rId32" Type="http://schemas.openxmlformats.org/officeDocument/2006/relationships/font" Target="fonts/PoppinsSemiBold-boldItalic.fntdata"/><Relationship Id="rId13" Type="http://schemas.openxmlformats.org/officeDocument/2006/relationships/slide" Target="slides/slide9.xml"/><Relationship Id="rId35" Type="http://schemas.openxmlformats.org/officeDocument/2006/relationships/font" Target="fonts/PTSans-italic.fntdata"/><Relationship Id="rId12" Type="http://schemas.openxmlformats.org/officeDocument/2006/relationships/slide" Target="slides/slide8.xml"/><Relationship Id="rId34" Type="http://schemas.openxmlformats.org/officeDocument/2006/relationships/font" Target="fonts/PTSans-bold.fntdata"/><Relationship Id="rId15" Type="http://schemas.openxmlformats.org/officeDocument/2006/relationships/slide" Target="slides/slide11.xml"/><Relationship Id="rId14" Type="http://schemas.openxmlformats.org/officeDocument/2006/relationships/slide" Target="slides/slide10.xml"/><Relationship Id="rId36" Type="http://schemas.openxmlformats.org/officeDocument/2006/relationships/font" Target="fonts/PTSans-boldItalic.fntdata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19" Type="http://schemas.openxmlformats.org/officeDocument/2006/relationships/font" Target="fonts/Poppins-regular.fntdata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25" name="Shape 16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6" name="Google Shape;16126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7" name="Google Shape;16127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37" name="Shape 16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8" name="Google Shape;16138;gd431007ba2_0_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39" name="Google Shape;16139;gd431007ba2_0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i="1" sz="1200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48" name="Shape 16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9" name="Google Shape;16149;g54dda1946d_6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50" name="Google Shape;16150;g54dda1946d_6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60" name="Shape 16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1" name="Google Shape;16161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62" name="Google Shape;16162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81" name="Shape 16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2" name="Google Shape;16182;g2e315e37def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83" name="Google Shape;16183;g2e315e37def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95" name="Shape 16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6" name="Google Shape;16196;g54dda1946d_6_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97" name="Google Shape;16197;g54dda1946d_6_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12" name="Shape 16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3" name="Google Shape;16213;g1f762ab5b17_0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14" name="Google Shape;16214;g1f762ab5b17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09" name="Shape 16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0" name="Google Shape;16310;gd5260bdd85_0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11" name="Google Shape;16311;gd5260bdd85_0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18" name="Shape 16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9" name="Google Shape;16319;g36ae739b5b6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20" name="Google Shape;16320;g36ae739b5b6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24" name="Shape 16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5" name="Google Shape;16325;g2e648790f34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26" name="Google Shape;16326;g2e648790f34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30" name="Shape 16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1" name="Google Shape;16331;g33d1eb22f64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32" name="Google Shape;16332;g33d1eb22f64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37" name="Shape 16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8" name="Google Shape;16338;g2e315e37def_0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39" name="Google Shape;16339;g2e315e37def_0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34" name="Shape 16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5" name="Google Shape;16435;g2e648790f34_0_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36" name="Google Shape;16436;g2e648790f34_0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63" name="Shape 16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4" name="Google Shape;16464;g54dda1946d_4_27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65" name="Google Shape;16465;g54dda1946d_4_27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" name="Google Shape;10;p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" name="Google Shape;1626;p2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b="0" sz="60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27" name="Google Shape;1627;p2"/>
          <p:cNvSpPr txBox="1"/>
          <p:nvPr>
            <p:ph idx="1" type="subTitle"/>
          </p:nvPr>
        </p:nvSpPr>
        <p:spPr>
          <a:xfrm>
            <a:off x="713250" y="3682906"/>
            <a:ext cx="7717500" cy="4098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28" name="Google Shape;1628;p2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" name="Google Shape;1629;p2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0" name="Google Shape;1630;p2"/>
          <p:cNvGrpSpPr/>
          <p:nvPr/>
        </p:nvGrpSpPr>
        <p:grpSpPr>
          <a:xfrm>
            <a:off x="-77409" y="-99751"/>
            <a:ext cx="347597" cy="4345456"/>
            <a:chOff x="-136402" y="-175976"/>
            <a:chExt cx="347597" cy="4345456"/>
          </a:xfrm>
        </p:grpSpPr>
        <p:sp>
          <p:nvSpPr>
            <p:cNvPr id="1631" name="Google Shape;1631;p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" name="Google Shape;1658;p2"/>
          <p:cNvGrpSpPr/>
          <p:nvPr/>
        </p:nvGrpSpPr>
        <p:grpSpPr>
          <a:xfrm>
            <a:off x="-77409" y="-99751"/>
            <a:ext cx="347597" cy="4345451"/>
            <a:chOff x="-136402" y="-175976"/>
            <a:chExt cx="347597" cy="4345451"/>
          </a:xfrm>
        </p:grpSpPr>
        <p:sp>
          <p:nvSpPr>
            <p:cNvPr id="1659" name="Google Shape;1659;p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" name="Google Shape;1685;p2"/>
          <p:cNvSpPr/>
          <p:nvPr/>
        </p:nvSpPr>
        <p:spPr>
          <a:xfrm>
            <a:off x="-77457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1686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7" name="Google Shape;1687;p3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688" name="Google Shape;1688;p3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4" name="Google Shape;3304;p3"/>
          <p:cNvSpPr txBox="1"/>
          <p:nvPr>
            <p:ph type="title"/>
          </p:nvPr>
        </p:nvSpPr>
        <p:spPr>
          <a:xfrm>
            <a:off x="720000" y="2427410"/>
            <a:ext cx="50676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05" name="Google Shape;3305;p3"/>
          <p:cNvSpPr txBox="1"/>
          <p:nvPr>
            <p:ph hasCustomPrompt="1"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06" name="Google Shape;3306;p3"/>
          <p:cNvSpPr txBox="1"/>
          <p:nvPr>
            <p:ph idx="1" type="subTitle"/>
          </p:nvPr>
        </p:nvSpPr>
        <p:spPr>
          <a:xfrm>
            <a:off x="720000" y="3471913"/>
            <a:ext cx="5067600" cy="3750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307" name="Google Shape;3307;p3"/>
          <p:cNvSpPr/>
          <p:nvPr/>
        </p:nvSpPr>
        <p:spPr>
          <a:xfrm>
            <a:off x="298276" y="242362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3308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Google Shape;3309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10" name="Google Shape;3310;p4"/>
          <p:cNvSpPr txBox="1"/>
          <p:nvPr>
            <p:ph idx="1" type="body"/>
          </p:nvPr>
        </p:nvSpPr>
        <p:spPr>
          <a:xfrm>
            <a:off x="720000" y="1091526"/>
            <a:ext cx="77040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3311" name="Google Shape;3311;p4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3312" name="Google Shape;3312;p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9" name="Google Shape;3339;p4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3340" name="Google Shape;3340;p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6" name="Google Shape;3366;p4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7" name="Google Shape;3367;p4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8" name="Google Shape;3368;p4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9" name="Google Shape;3369;p4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370" name="Shape 3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1" name="Google Shape;3371;p5"/>
          <p:cNvSpPr txBox="1"/>
          <p:nvPr>
            <p:ph type="title"/>
          </p:nvPr>
        </p:nvSpPr>
        <p:spPr>
          <a:xfrm>
            <a:off x="720000" y="445025"/>
            <a:ext cx="77040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2" name="Google Shape;3372;p5"/>
          <p:cNvSpPr txBox="1"/>
          <p:nvPr>
            <p:ph idx="1" type="subTitle"/>
          </p:nvPr>
        </p:nvSpPr>
        <p:spPr>
          <a:xfrm>
            <a:off x="1080738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3" name="Google Shape;3373;p5"/>
          <p:cNvSpPr txBox="1"/>
          <p:nvPr>
            <p:ph idx="2" type="subTitle"/>
          </p:nvPr>
        </p:nvSpPr>
        <p:spPr>
          <a:xfrm>
            <a:off x="1080738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4" name="Google Shape;3374;p5"/>
          <p:cNvSpPr txBox="1"/>
          <p:nvPr>
            <p:ph idx="3" type="subTitle"/>
          </p:nvPr>
        </p:nvSpPr>
        <p:spPr>
          <a:xfrm>
            <a:off x="5083366" y="3588100"/>
            <a:ext cx="29799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375" name="Google Shape;3375;p5"/>
          <p:cNvSpPr txBox="1"/>
          <p:nvPr>
            <p:ph idx="4" type="subTitle"/>
          </p:nvPr>
        </p:nvSpPr>
        <p:spPr>
          <a:xfrm>
            <a:off x="5083366" y="3233275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376" name="Google Shape;3376;p5"/>
          <p:cNvSpPr/>
          <p:nvPr/>
        </p:nvSpPr>
        <p:spPr>
          <a:xfrm>
            <a:off x="64365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7" name="Google Shape;3377;p5"/>
          <p:cNvSpPr/>
          <p:nvPr/>
        </p:nvSpPr>
        <p:spPr>
          <a:xfrm>
            <a:off x="77502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8" name="Google Shape;3378;p5"/>
          <p:cNvSpPr/>
          <p:nvPr/>
        </p:nvSpPr>
        <p:spPr>
          <a:xfrm>
            <a:off x="335400" y="418499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9" name="Google Shape;3379;p5"/>
          <p:cNvGrpSpPr/>
          <p:nvPr/>
        </p:nvGrpSpPr>
        <p:grpSpPr>
          <a:xfrm rot="10800000">
            <a:off x="8869823" y="-160500"/>
            <a:ext cx="347597" cy="4345456"/>
            <a:chOff x="-136402" y="-175976"/>
            <a:chExt cx="347597" cy="4345456"/>
          </a:xfrm>
        </p:grpSpPr>
        <p:sp>
          <p:nvSpPr>
            <p:cNvPr id="3380" name="Google Shape;3380;p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7" name="Google Shape;3407;p5"/>
          <p:cNvGrpSpPr/>
          <p:nvPr/>
        </p:nvGrpSpPr>
        <p:grpSpPr>
          <a:xfrm rot="10800000">
            <a:off x="8869823" y="-160495"/>
            <a:ext cx="347597" cy="4345451"/>
            <a:chOff x="-136402" y="-175976"/>
            <a:chExt cx="347597" cy="4345451"/>
          </a:xfrm>
        </p:grpSpPr>
        <p:sp>
          <p:nvSpPr>
            <p:cNvPr id="3408" name="Google Shape;3408;p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4" name="Google Shape;3434;p5"/>
          <p:cNvSpPr/>
          <p:nvPr/>
        </p:nvSpPr>
        <p:spPr>
          <a:xfrm rot="10800000">
            <a:off x="8869768" y="-16049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435" name="Shape 3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6" name="Google Shape;3436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3437" name="Google Shape;3437;p6"/>
          <p:cNvGrpSpPr/>
          <p:nvPr/>
        </p:nvGrpSpPr>
        <p:grpSpPr>
          <a:xfrm rot="10800000">
            <a:off x="-91627" y="662838"/>
            <a:ext cx="347597" cy="4345456"/>
            <a:chOff x="-136402" y="-175976"/>
            <a:chExt cx="347597" cy="4345456"/>
          </a:xfrm>
        </p:grpSpPr>
        <p:sp>
          <p:nvSpPr>
            <p:cNvPr id="3438" name="Google Shape;3438;p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5" name="Google Shape;3465;p6"/>
          <p:cNvGrpSpPr/>
          <p:nvPr/>
        </p:nvGrpSpPr>
        <p:grpSpPr>
          <a:xfrm rot="10800000">
            <a:off x="-91627" y="662842"/>
            <a:ext cx="347597" cy="4345451"/>
            <a:chOff x="-136402" y="-175976"/>
            <a:chExt cx="347597" cy="4345451"/>
          </a:xfrm>
        </p:grpSpPr>
        <p:sp>
          <p:nvSpPr>
            <p:cNvPr id="3466" name="Google Shape;3466;p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2" name="Google Shape;3492;p6"/>
          <p:cNvSpPr/>
          <p:nvPr/>
        </p:nvSpPr>
        <p:spPr>
          <a:xfrm rot="10800000">
            <a:off x="-91682" y="66284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3" name="Google Shape;3493;p6"/>
          <p:cNvSpPr/>
          <p:nvPr/>
        </p:nvSpPr>
        <p:spPr>
          <a:xfrm>
            <a:off x="8837625" y="874400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6"/>
          <p:cNvSpPr/>
          <p:nvPr/>
        </p:nvSpPr>
        <p:spPr>
          <a:xfrm>
            <a:off x="8338925" y="-159825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3495" name="Shape 3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6" name="Google Shape;3496;p7"/>
          <p:cNvSpPr txBox="1"/>
          <p:nvPr>
            <p:ph idx="1" type="subTitle"/>
          </p:nvPr>
        </p:nvSpPr>
        <p:spPr>
          <a:xfrm>
            <a:off x="720000" y="1920325"/>
            <a:ext cx="4294800" cy="200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●"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○"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■"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Nunito Light"/>
              <a:buChar char="●"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○"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●"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Nunito Light"/>
              <a:buChar char="○"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Nunito Light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7" name="Google Shape;3497;p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498" name="Google Shape;3498;p7"/>
          <p:cNvSpPr/>
          <p:nvPr>
            <p:ph idx="2" type="pic"/>
          </p:nvPr>
        </p:nvSpPr>
        <p:spPr>
          <a:xfrm>
            <a:off x="5679299" y="1520550"/>
            <a:ext cx="2801700" cy="2801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3499" name="Google Shape;3499;p7"/>
          <p:cNvSpPr/>
          <p:nvPr/>
        </p:nvSpPr>
        <p:spPr>
          <a:xfrm>
            <a:off x="339875" y="292862"/>
            <a:ext cx="469242" cy="493282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500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1" name="Google Shape;3501;p8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3502" name="Google Shape;3502;p8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8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8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8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8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8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8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8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8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8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8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8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8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8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8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8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8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8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8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8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8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8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8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8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8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8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8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8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8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8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8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8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8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8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8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8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8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8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8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8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8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8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8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8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8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8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8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8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8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8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8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8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8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8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8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8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8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8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8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8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8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8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8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8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8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8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8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8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8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8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8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8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8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8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8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8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8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8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8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8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8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8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8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8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8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8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8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8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8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8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8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8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8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8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8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8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8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8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8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8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8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8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8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8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8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8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8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8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8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8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8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8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8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8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8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8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8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8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8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8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8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8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8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8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8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8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8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8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8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8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8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8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8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8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8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8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8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8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8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8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8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8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8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8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8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8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8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8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8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8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8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8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8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8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8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8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8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8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8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8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8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8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8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8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8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8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8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8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8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8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8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8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8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8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8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8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8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8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8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8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8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8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8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8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8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8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8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8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8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8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8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8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8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8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8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8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8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8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8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8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8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8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8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8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8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8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8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8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8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8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8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8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8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8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8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8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8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8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8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8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8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8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8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8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8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8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8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8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8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8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8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8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8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8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8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8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8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8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8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8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8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8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8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8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8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8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8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8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8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8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8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8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8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8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8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8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8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8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8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8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8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8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8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8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8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8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8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8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8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8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8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8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8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8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8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8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8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8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8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8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8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8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8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8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8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8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8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8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8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8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8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8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8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8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8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8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8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8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8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8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8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8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8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8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8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8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8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8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8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8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8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8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8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8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8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8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8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8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8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8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8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8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8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8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8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8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8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8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8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8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8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8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8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8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8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8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8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8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8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8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8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8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8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8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8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8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8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8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8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8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8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8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8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8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8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8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8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8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8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8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8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8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8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8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8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8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8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8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8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8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8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8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8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8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8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8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8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8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8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8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8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8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8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8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8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8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8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8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8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8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8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8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8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8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8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8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8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8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8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8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8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8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8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8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8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8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8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8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8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8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8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8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8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8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8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8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8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8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8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8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8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8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8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8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8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8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8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8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8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8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8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8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8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8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8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8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8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8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8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8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8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8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8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8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8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8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8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8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8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8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8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8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8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8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8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8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8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8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8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8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8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8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8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8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8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8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8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8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8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8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8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8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8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8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8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8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8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8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8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8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8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8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8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8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8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8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8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8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8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8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8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8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8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8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8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8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8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8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8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8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8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8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8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8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8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8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8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8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8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8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8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8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8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8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8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8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8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8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8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8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8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8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8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8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8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8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8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8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8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8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8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8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8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8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8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8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8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8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8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8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8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8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8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8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8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8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8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8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8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8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8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8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8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8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8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8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8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8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8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8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8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8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8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8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8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8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8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8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8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8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8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8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8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8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8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8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8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8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8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8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8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8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8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8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8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8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8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8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8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8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8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8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8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8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8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8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8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8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8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8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8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8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8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8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8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8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8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8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8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8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8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8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8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8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8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8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8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8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8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8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8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8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8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8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8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8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8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8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8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8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8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8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8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8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8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8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8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8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8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8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8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8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8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8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8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8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8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8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8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8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8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8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8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8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8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8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8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8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8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8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8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8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8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8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8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8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8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8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8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8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8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8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8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8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8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8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8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8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8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8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8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8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8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8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8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8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8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8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8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8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8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8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8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8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8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8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8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8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8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8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8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8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8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8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8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8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8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8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8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8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8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8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8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8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8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8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8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8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8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8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8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8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8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8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8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8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8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8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8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8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8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8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8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8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8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8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8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8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8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8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8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8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8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8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8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8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8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8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8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8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8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8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8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8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8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8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8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8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8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8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8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8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8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8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8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8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8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8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8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8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8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8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8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8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8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8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8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8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8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8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8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8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8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8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8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8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8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8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8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8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8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8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8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8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8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8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8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8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8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8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8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8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8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8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8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8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8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8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8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8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8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8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8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8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8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8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8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8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8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8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8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8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8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8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8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8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8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8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8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8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8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8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8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8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8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8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8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8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8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8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8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8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8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8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8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8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8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8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8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8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8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8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8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8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8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8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8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8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8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8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8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8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8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8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8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8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8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8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8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8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8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8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8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8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8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8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8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8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8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8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8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8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8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8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8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8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8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8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8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8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8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8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8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8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8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8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8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8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8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8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8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8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8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8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8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8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8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8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8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8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8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8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8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8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8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8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8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8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8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8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8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8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8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8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8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8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8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8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8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8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8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8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8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8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8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8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8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8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8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8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8" name="Google Shape;5118;p8"/>
          <p:cNvSpPr txBox="1"/>
          <p:nvPr>
            <p:ph type="title"/>
          </p:nvPr>
        </p:nvSpPr>
        <p:spPr>
          <a:xfrm>
            <a:off x="1115550" y="1506000"/>
            <a:ext cx="6912900" cy="21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5119" name="Google Shape;5119;p8"/>
          <p:cNvGrpSpPr/>
          <p:nvPr/>
        </p:nvGrpSpPr>
        <p:grpSpPr>
          <a:xfrm rot="5400000">
            <a:off x="2712145" y="-2074329"/>
            <a:ext cx="347597" cy="4345456"/>
            <a:chOff x="-136402" y="-175976"/>
            <a:chExt cx="347597" cy="4345456"/>
          </a:xfrm>
        </p:grpSpPr>
        <p:sp>
          <p:nvSpPr>
            <p:cNvPr id="5120" name="Google Shape;5120;p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8"/>
          <p:cNvGrpSpPr/>
          <p:nvPr/>
        </p:nvGrpSpPr>
        <p:grpSpPr>
          <a:xfrm rot="5400000">
            <a:off x="2712147" y="-2074327"/>
            <a:ext cx="347597" cy="4345451"/>
            <a:chOff x="-136402" y="-175976"/>
            <a:chExt cx="347597" cy="4345451"/>
          </a:xfrm>
        </p:grpSpPr>
        <p:sp>
          <p:nvSpPr>
            <p:cNvPr id="5148" name="Google Shape;5148;p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4" name="Google Shape;5174;p8"/>
          <p:cNvSpPr/>
          <p:nvPr/>
        </p:nvSpPr>
        <p:spPr>
          <a:xfrm rot="5400000">
            <a:off x="271212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5" name="Google Shape;5175;p8"/>
          <p:cNvSpPr/>
          <p:nvPr/>
        </p:nvSpPr>
        <p:spPr>
          <a:xfrm flipH="1" rot="10800000">
            <a:off x="3699275" y="4528850"/>
            <a:ext cx="4680600" cy="80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5176" name="Shape 5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7" name="Google Shape;5177;p9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5178" name="Google Shape;5178;p9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9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9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9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9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9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9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9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9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9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9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9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9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9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9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9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9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9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9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9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9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9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9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9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9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9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9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9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9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9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9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9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9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9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9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9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9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9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9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9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9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9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9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9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9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9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9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9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9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9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9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9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9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9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9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9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9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9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9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9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9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9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9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9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9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9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9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9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9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9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9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9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9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9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9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9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9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9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9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9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9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9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9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9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9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9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9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9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9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9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9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9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9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9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9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9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9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9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9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9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9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9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9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9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9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9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9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9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9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9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9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9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9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9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9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9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9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9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9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9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9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9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9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9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9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9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9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9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9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9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9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9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9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9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9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9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9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9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9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9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9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9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9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9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9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9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9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9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9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9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9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9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9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9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9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9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9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9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9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9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9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9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9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9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9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9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9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9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9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9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9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9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9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9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9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9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9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9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9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9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9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9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9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9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9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9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9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9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9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9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9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9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9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9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9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9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9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9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9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9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9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9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9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9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9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9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9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9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9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9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9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9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9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9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9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9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9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9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9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9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9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9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9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9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9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9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9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9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9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9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9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9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9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9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9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9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9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9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9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9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9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9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9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9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9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9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9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9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9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9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9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9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9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9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9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9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9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9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9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9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9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9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9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9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9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9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9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9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9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9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9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9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9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9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9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9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9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9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9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9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9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9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9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9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9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9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9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9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9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9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9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9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9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9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9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9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9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9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9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9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9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9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9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9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9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9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9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9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9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9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9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9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9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9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9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9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9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9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9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9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9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9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9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9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9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9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9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9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9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9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9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9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9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9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9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9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9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9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9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9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9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9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9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9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9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9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9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9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9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9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9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9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9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9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9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9"/>
          <p:cNvSpPr txBox="1"/>
          <p:nvPr>
            <p:ph type="title"/>
          </p:nvPr>
        </p:nvSpPr>
        <p:spPr>
          <a:xfrm>
            <a:off x="713225" y="2310023"/>
            <a:ext cx="5722500" cy="197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795" name="Google Shape;6795;p9"/>
          <p:cNvSpPr txBox="1"/>
          <p:nvPr>
            <p:ph idx="1" type="subTitle"/>
          </p:nvPr>
        </p:nvSpPr>
        <p:spPr>
          <a:xfrm>
            <a:off x="713225" y="3932900"/>
            <a:ext cx="5722500" cy="6711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796" name="Google Shape;6796;p9"/>
          <p:cNvGrpSpPr/>
          <p:nvPr/>
        </p:nvGrpSpPr>
        <p:grpSpPr>
          <a:xfrm rot="5400000">
            <a:off x="6959195" y="-2074329"/>
            <a:ext cx="347597" cy="4345456"/>
            <a:chOff x="-136402" y="-175976"/>
            <a:chExt cx="347597" cy="4345456"/>
          </a:xfrm>
        </p:grpSpPr>
        <p:sp>
          <p:nvSpPr>
            <p:cNvPr id="6797" name="Google Shape;6797;p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9"/>
          <p:cNvGrpSpPr/>
          <p:nvPr/>
        </p:nvGrpSpPr>
        <p:grpSpPr>
          <a:xfrm rot="5400000">
            <a:off x="6959197" y="-2074327"/>
            <a:ext cx="347597" cy="4345451"/>
            <a:chOff x="-136402" y="-175976"/>
            <a:chExt cx="347597" cy="4345451"/>
          </a:xfrm>
        </p:grpSpPr>
        <p:sp>
          <p:nvSpPr>
            <p:cNvPr id="6825" name="Google Shape;6825;p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1" name="Google Shape;6851;p9"/>
          <p:cNvSpPr/>
          <p:nvPr/>
        </p:nvSpPr>
        <p:spPr>
          <a:xfrm rot="5400000">
            <a:off x="6959170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852" name="Shape 6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3" name="Google Shape;6853;p10"/>
          <p:cNvSpPr txBox="1"/>
          <p:nvPr>
            <p:ph type="title"/>
          </p:nvPr>
        </p:nvSpPr>
        <p:spPr>
          <a:xfrm>
            <a:off x="2086950" y="1930050"/>
            <a:ext cx="4970100" cy="1283400"/>
          </a:xfrm>
          <a:prstGeom prst="rect">
            <a:avLst/>
          </a:prstGeom>
          <a:solidFill>
            <a:schemeClr val="dk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854" name="Shape 6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55" name="Google Shape;6855;p1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6856" name="Google Shape;6856;p1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1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1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1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1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1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1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1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1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1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1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1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1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1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1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1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1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1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1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1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1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1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1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1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1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1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1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1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1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1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1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1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1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1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1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1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1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1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1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1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1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1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1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1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1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1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1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1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1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1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1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1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1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1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1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1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1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1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1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1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1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1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1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1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1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1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1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1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1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1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1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1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1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1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1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1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1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1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1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1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1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1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1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1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1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1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1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1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1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1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1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1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1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1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1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1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1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1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1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1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1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1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1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1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1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1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1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1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1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1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1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1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1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1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1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1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1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1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1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1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1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1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1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1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1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1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1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1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1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1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1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1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1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1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1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1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1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1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1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1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1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1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1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1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1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1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1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1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1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1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1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1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1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1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1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1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1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1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1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1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1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1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1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1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1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1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1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1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1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1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1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1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1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1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1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1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1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1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1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1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1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1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1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1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1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1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1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1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1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1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1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1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1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1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1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1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1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1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1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1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1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1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1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1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1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1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1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1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1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1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1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1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1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1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1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1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1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1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1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1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1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1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2" name="Google Shape;8472;p11"/>
          <p:cNvSpPr txBox="1"/>
          <p:nvPr>
            <p:ph hasCustomPrompt="1" type="title"/>
          </p:nvPr>
        </p:nvSpPr>
        <p:spPr>
          <a:xfrm>
            <a:off x="713225" y="1897500"/>
            <a:ext cx="7717800" cy="13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8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8473" name="Google Shape;8473;p11"/>
          <p:cNvSpPr txBox="1"/>
          <p:nvPr>
            <p:ph idx="1" type="subTitle"/>
          </p:nvPr>
        </p:nvSpPr>
        <p:spPr>
          <a:xfrm>
            <a:off x="1284000" y="3113450"/>
            <a:ext cx="6576000" cy="446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474" name="Google Shape;8474;p11"/>
          <p:cNvSpPr/>
          <p:nvPr/>
        </p:nvSpPr>
        <p:spPr>
          <a:xfrm>
            <a:off x="6506725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11"/>
          <p:cNvSpPr/>
          <p:nvPr/>
        </p:nvSpPr>
        <p:spPr>
          <a:xfrm>
            <a:off x="7820510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6" name="Google Shape;8476;p11"/>
          <p:cNvGrpSpPr/>
          <p:nvPr/>
        </p:nvGrpSpPr>
        <p:grpSpPr>
          <a:xfrm rot="5400000">
            <a:off x="5913670" y="-2074329"/>
            <a:ext cx="347597" cy="4345456"/>
            <a:chOff x="-136402" y="-175976"/>
            <a:chExt cx="347597" cy="4345456"/>
          </a:xfrm>
        </p:grpSpPr>
        <p:sp>
          <p:nvSpPr>
            <p:cNvPr id="8477" name="Google Shape;8477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11"/>
          <p:cNvGrpSpPr/>
          <p:nvPr/>
        </p:nvGrpSpPr>
        <p:grpSpPr>
          <a:xfrm rot="5400000">
            <a:off x="5913672" y="-2074327"/>
            <a:ext cx="347597" cy="4345451"/>
            <a:chOff x="-136402" y="-175976"/>
            <a:chExt cx="347597" cy="4345451"/>
          </a:xfrm>
        </p:grpSpPr>
        <p:sp>
          <p:nvSpPr>
            <p:cNvPr id="8505" name="Google Shape;8505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11"/>
          <p:cNvSpPr/>
          <p:nvPr/>
        </p:nvSpPr>
        <p:spPr>
          <a:xfrm rot="5400000">
            <a:off x="5913645" y="-2074348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11"/>
          <p:cNvGrpSpPr/>
          <p:nvPr/>
        </p:nvGrpSpPr>
        <p:grpSpPr>
          <a:xfrm rot="5400000">
            <a:off x="1789445" y="2885271"/>
            <a:ext cx="347597" cy="4345456"/>
            <a:chOff x="-136402" y="-175976"/>
            <a:chExt cx="347597" cy="4345456"/>
          </a:xfrm>
        </p:grpSpPr>
        <p:sp>
          <p:nvSpPr>
            <p:cNvPr id="8533" name="Google Shape;8533;p1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1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1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1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1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1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1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1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1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1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1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1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1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1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1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1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1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1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1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1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1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1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1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1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1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1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11"/>
          <p:cNvGrpSpPr/>
          <p:nvPr/>
        </p:nvGrpSpPr>
        <p:grpSpPr>
          <a:xfrm rot="5400000">
            <a:off x="1789447" y="2885273"/>
            <a:ext cx="347597" cy="4345451"/>
            <a:chOff x="-136402" y="-175976"/>
            <a:chExt cx="347597" cy="4345451"/>
          </a:xfrm>
        </p:grpSpPr>
        <p:sp>
          <p:nvSpPr>
            <p:cNvPr id="8561" name="Google Shape;8561;p1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1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1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1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1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1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1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1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1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1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1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1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1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1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1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1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1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1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1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1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1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1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1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1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1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1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7" name="Google Shape;8587;p11"/>
          <p:cNvSpPr/>
          <p:nvPr/>
        </p:nvSpPr>
        <p:spPr>
          <a:xfrm rot="5400000">
            <a:off x="1789420" y="28852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dk2"/>
        </a:solidFill>
      </p:bgPr>
    </p:bg>
    <p:spTree>
      <p:nvGrpSpPr>
        <p:cNvPr id="8588" name="Shape 85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dk1"/>
        </a:solidFill>
      </p:bgPr>
    </p:bg>
    <p:spTree>
      <p:nvGrpSpPr>
        <p:cNvPr id="8589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0" name="Google Shape;8590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1" name="Google Shape;8591;p13"/>
          <p:cNvSpPr txBox="1"/>
          <p:nvPr>
            <p:ph idx="1" type="subTitle"/>
          </p:nvPr>
        </p:nvSpPr>
        <p:spPr>
          <a:xfrm>
            <a:off x="720000" y="4044657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2" name="Google Shape;8592;p13"/>
          <p:cNvSpPr txBox="1"/>
          <p:nvPr>
            <p:ph idx="2" type="subTitle"/>
          </p:nvPr>
        </p:nvSpPr>
        <p:spPr>
          <a:xfrm>
            <a:off x="3367649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3" name="Google Shape;8593;p13"/>
          <p:cNvSpPr txBox="1"/>
          <p:nvPr>
            <p:ph idx="3" type="subTitle"/>
          </p:nvPr>
        </p:nvSpPr>
        <p:spPr>
          <a:xfrm>
            <a:off x="6019197" y="4044657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594" name="Google Shape;8594;p13"/>
          <p:cNvSpPr txBox="1"/>
          <p:nvPr>
            <p:ph hasCustomPrompt="1" idx="4" type="title"/>
          </p:nvPr>
        </p:nvSpPr>
        <p:spPr>
          <a:xfrm>
            <a:off x="1586100" y="3081685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5" name="Google Shape;8595;p13"/>
          <p:cNvSpPr txBox="1"/>
          <p:nvPr>
            <p:ph hasCustomPrompt="1" idx="5" type="title"/>
          </p:nvPr>
        </p:nvSpPr>
        <p:spPr>
          <a:xfrm>
            <a:off x="4210425" y="3081682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6" name="Google Shape;8596;p13"/>
          <p:cNvSpPr txBox="1"/>
          <p:nvPr>
            <p:ph hasCustomPrompt="1" idx="6" type="title"/>
          </p:nvPr>
        </p:nvSpPr>
        <p:spPr>
          <a:xfrm>
            <a:off x="6869550" y="3081682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7" name="Google Shape;8597;p13"/>
          <p:cNvSpPr txBox="1"/>
          <p:nvPr>
            <p:ph idx="7" type="subTitle"/>
          </p:nvPr>
        </p:nvSpPr>
        <p:spPr>
          <a:xfrm>
            <a:off x="720000" y="3707428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8" name="Google Shape;8598;p13"/>
          <p:cNvSpPr txBox="1"/>
          <p:nvPr>
            <p:ph idx="8" type="subTitle"/>
          </p:nvPr>
        </p:nvSpPr>
        <p:spPr>
          <a:xfrm>
            <a:off x="3367649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599" name="Google Shape;8599;p13"/>
          <p:cNvSpPr txBox="1"/>
          <p:nvPr>
            <p:ph idx="9" type="subTitle"/>
          </p:nvPr>
        </p:nvSpPr>
        <p:spPr>
          <a:xfrm>
            <a:off x="6019197" y="3707427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0" name="Google Shape;8600;p13"/>
          <p:cNvSpPr txBox="1"/>
          <p:nvPr>
            <p:ph idx="13" type="subTitle"/>
          </p:nvPr>
        </p:nvSpPr>
        <p:spPr>
          <a:xfrm>
            <a:off x="720000" y="2242663"/>
            <a:ext cx="24009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1" name="Google Shape;8601;p13"/>
          <p:cNvSpPr txBox="1"/>
          <p:nvPr>
            <p:ph idx="14" type="subTitle"/>
          </p:nvPr>
        </p:nvSpPr>
        <p:spPr>
          <a:xfrm>
            <a:off x="3367649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2" name="Google Shape;8602;p13"/>
          <p:cNvSpPr txBox="1"/>
          <p:nvPr>
            <p:ph idx="15" type="subTitle"/>
          </p:nvPr>
        </p:nvSpPr>
        <p:spPr>
          <a:xfrm>
            <a:off x="6019197" y="2242663"/>
            <a:ext cx="24048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603" name="Google Shape;8603;p13"/>
          <p:cNvSpPr txBox="1"/>
          <p:nvPr>
            <p:ph hasCustomPrompt="1" idx="16" type="title"/>
          </p:nvPr>
        </p:nvSpPr>
        <p:spPr>
          <a:xfrm>
            <a:off x="1586100" y="1279691"/>
            <a:ext cx="6687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4" name="Google Shape;8604;p13"/>
          <p:cNvSpPr txBox="1"/>
          <p:nvPr>
            <p:ph hasCustomPrompt="1" idx="17" type="title"/>
          </p:nvPr>
        </p:nvSpPr>
        <p:spPr>
          <a:xfrm>
            <a:off x="4210425" y="1279688"/>
            <a:ext cx="7035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5" name="Google Shape;8605;p13"/>
          <p:cNvSpPr txBox="1"/>
          <p:nvPr>
            <p:ph hasCustomPrompt="1" idx="18" type="title"/>
          </p:nvPr>
        </p:nvSpPr>
        <p:spPr>
          <a:xfrm>
            <a:off x="6869550" y="1279688"/>
            <a:ext cx="704100" cy="456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06" name="Google Shape;8606;p13"/>
          <p:cNvSpPr txBox="1"/>
          <p:nvPr>
            <p:ph idx="19" type="subTitle"/>
          </p:nvPr>
        </p:nvSpPr>
        <p:spPr>
          <a:xfrm>
            <a:off x="720000" y="1905427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7" name="Google Shape;8607;p13"/>
          <p:cNvSpPr txBox="1"/>
          <p:nvPr>
            <p:ph idx="20" type="subTitle"/>
          </p:nvPr>
        </p:nvSpPr>
        <p:spPr>
          <a:xfrm>
            <a:off x="3367649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8" name="Google Shape;8608;p13"/>
          <p:cNvSpPr txBox="1"/>
          <p:nvPr>
            <p:ph idx="21" type="subTitle"/>
          </p:nvPr>
        </p:nvSpPr>
        <p:spPr>
          <a:xfrm>
            <a:off x="6019197" y="1905426"/>
            <a:ext cx="24048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8609" name="Google Shape;8609;p13"/>
          <p:cNvSpPr/>
          <p:nvPr/>
        </p:nvSpPr>
        <p:spPr>
          <a:xfrm>
            <a:off x="8634600" y="-164025"/>
            <a:ext cx="894600" cy="32046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0" name="Google Shape;8610;p13"/>
          <p:cNvSpPr/>
          <p:nvPr/>
        </p:nvSpPr>
        <p:spPr>
          <a:xfrm>
            <a:off x="-459596" y="-487046"/>
            <a:ext cx="1355828" cy="1425415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1" name="Google Shape;8611;p13"/>
          <p:cNvSpPr/>
          <p:nvPr/>
        </p:nvSpPr>
        <p:spPr>
          <a:xfrm>
            <a:off x="8634600" y="2643625"/>
            <a:ext cx="2404800" cy="2404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2" name="Google Shape;8612;p13"/>
          <p:cNvGrpSpPr/>
          <p:nvPr/>
        </p:nvGrpSpPr>
        <p:grpSpPr>
          <a:xfrm rot="5400000">
            <a:off x="1746620" y="2952196"/>
            <a:ext cx="347597" cy="4345456"/>
            <a:chOff x="-136402" y="-175976"/>
            <a:chExt cx="347597" cy="4345456"/>
          </a:xfrm>
        </p:grpSpPr>
        <p:sp>
          <p:nvSpPr>
            <p:cNvPr id="8613" name="Google Shape;8613;p1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1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1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1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1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1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1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1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1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1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1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1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1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1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1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1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1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1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1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1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1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1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1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1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1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1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1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13"/>
          <p:cNvGrpSpPr/>
          <p:nvPr/>
        </p:nvGrpSpPr>
        <p:grpSpPr>
          <a:xfrm rot="5400000">
            <a:off x="1746622" y="2952198"/>
            <a:ext cx="347597" cy="4345451"/>
            <a:chOff x="-136402" y="-175976"/>
            <a:chExt cx="347597" cy="4345451"/>
          </a:xfrm>
        </p:grpSpPr>
        <p:sp>
          <p:nvSpPr>
            <p:cNvPr id="8641" name="Google Shape;8641;p1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1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1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1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1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1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1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1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1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1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1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1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1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1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1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1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1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1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1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1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1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1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1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1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1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1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7" name="Google Shape;8667;p13"/>
          <p:cNvSpPr/>
          <p:nvPr/>
        </p:nvSpPr>
        <p:spPr>
          <a:xfrm rot="5400000">
            <a:off x="17465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8668" name="Shape 8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9" name="Google Shape;8669;p14"/>
          <p:cNvSpPr txBox="1"/>
          <p:nvPr>
            <p:ph type="title"/>
          </p:nvPr>
        </p:nvSpPr>
        <p:spPr>
          <a:xfrm>
            <a:off x="4047550" y="3509148"/>
            <a:ext cx="4360200" cy="4404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670" name="Google Shape;8670;p14"/>
          <p:cNvSpPr txBox="1"/>
          <p:nvPr>
            <p:ph idx="1" type="subTitle"/>
          </p:nvPr>
        </p:nvSpPr>
        <p:spPr>
          <a:xfrm>
            <a:off x="1716550" y="1193955"/>
            <a:ext cx="6691200" cy="218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8671" name="Google Shape;8671;p14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8672" name="Google Shape;8672;p14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14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14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14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14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14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14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14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14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14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14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14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14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14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14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14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14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14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14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14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14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14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14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14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14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14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14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14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14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14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14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14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14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14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14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14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14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14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14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14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14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14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14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14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14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14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14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14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14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14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14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14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14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14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14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14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14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14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14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14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14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14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14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14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14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14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14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14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14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14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14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14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14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14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14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14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14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14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14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14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14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14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14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14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14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14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14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14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14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14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14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14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14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14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14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14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14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14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14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14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14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14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14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14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14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14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14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14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14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14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14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14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14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14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14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14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14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14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14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14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14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14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14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14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14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14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14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14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14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14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14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14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14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14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14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14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14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14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14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14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14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14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14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14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14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14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14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14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14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14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14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14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14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14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14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14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14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14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14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14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14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14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14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14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14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14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14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14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14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14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14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14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14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14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14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14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14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14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14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14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14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14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14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14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14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14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14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14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14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14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14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14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14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14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14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14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14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14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14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14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14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14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14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14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14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14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14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14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14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14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14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14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14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14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14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14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14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14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14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14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14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14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14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14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14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14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14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14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14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14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14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14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14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14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14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14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14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14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14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14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14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14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14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14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14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14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14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14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14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14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14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14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14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14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14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14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14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14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14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14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14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14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14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14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14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14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14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14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14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14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14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14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14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14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14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14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14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14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14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14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14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14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14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14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14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14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14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14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14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14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14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14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14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14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14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14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14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14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14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14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14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14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14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14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14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14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14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14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14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14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14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14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14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14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14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14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14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14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14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14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14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14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14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14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14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14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14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14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14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14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14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14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14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14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14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14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14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14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14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14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14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14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14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14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14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14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14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14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14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14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14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14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14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14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14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14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14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14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14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14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14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14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14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14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14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14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14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14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14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14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14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14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14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14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14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14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14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14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14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14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14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14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14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14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14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14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14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14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14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14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14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14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14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14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14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14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14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14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14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14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14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14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14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14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14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14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14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14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14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14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14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14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14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14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14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14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14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14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14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14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14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14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14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14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14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14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14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14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14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14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14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14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14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14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14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14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14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14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14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14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14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14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14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14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14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14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14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14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14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14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14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14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14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14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14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14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14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14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14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14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14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14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14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14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14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14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14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14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14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14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14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14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14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14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14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14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14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14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14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14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14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14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14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14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14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14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14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14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14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14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14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14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14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14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14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14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14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14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14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14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14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14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14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14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14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14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14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14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14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14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14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14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14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14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14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14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14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14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14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14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14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14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14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14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14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14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14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14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14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14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14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14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14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14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14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14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14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14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14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14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14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14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14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14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14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14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14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14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14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14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14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14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14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14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14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14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14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14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14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14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14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14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14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14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14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14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14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14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14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14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14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14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14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14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14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14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14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14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14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14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14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14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14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14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14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14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14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14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14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14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14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14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14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14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14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14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14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14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14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14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14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14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14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14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14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14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14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14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14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14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14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14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14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14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14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14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14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14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14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14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14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14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14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14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14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14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14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14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14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14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14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14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14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14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14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14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14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14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14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14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14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14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14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14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14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14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14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14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14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14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14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14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14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14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14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14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14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14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14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14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14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14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14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14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14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14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14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14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14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14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14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14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14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14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14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14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14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14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14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14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14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14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14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14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14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14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14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14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14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14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14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14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14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14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14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14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14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14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14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14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14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14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14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14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14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14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14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14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14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14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14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14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14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14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14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14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14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14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14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14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14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14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14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14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14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14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14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14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14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14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14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14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14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14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14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14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14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14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14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14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14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14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14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14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14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14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14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14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14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14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14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14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14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14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14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14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14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14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14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14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14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14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14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14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14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14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14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14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14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14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14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14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14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14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14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14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14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14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14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14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14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14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14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14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14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14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14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14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14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14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14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14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14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14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14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14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14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14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14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14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14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14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14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14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14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14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14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14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14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14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14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14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14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14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14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14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14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14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14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14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14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14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14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14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14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14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14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14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14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14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14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14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14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14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14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14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14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14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14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14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14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14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14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14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14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14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14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14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14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14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14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14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14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14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14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14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14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14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14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14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14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14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14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14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14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14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14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14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14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14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14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14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14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14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14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14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14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14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14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14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14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14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14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14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14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14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14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14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14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14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14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14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14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14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14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14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14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14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14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14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14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14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14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14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14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14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14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14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14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14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14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14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14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14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14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14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14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14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14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14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14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14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14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14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14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14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14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14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14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14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14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14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14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14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14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14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14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14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14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14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14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14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14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14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14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14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14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14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14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14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14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14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14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14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14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14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14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14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14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14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14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14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14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14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14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14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14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14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14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14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14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14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14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14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14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14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14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14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14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14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14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14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14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14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14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14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14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14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14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14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14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14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14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14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14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14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14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14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14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14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14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14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14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14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14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14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14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14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14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14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14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14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14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14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14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14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14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14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14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14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14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14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14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14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14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14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14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14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14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14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14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14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14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14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14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14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14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14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14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14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14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14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14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14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14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14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14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14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14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14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14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14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14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14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14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14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14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14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14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14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14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14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14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14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14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14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14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14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14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14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14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14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14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14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14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14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14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14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14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14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14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14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14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14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14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14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14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14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14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14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14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14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14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14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14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14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14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14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14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14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14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14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14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14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14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14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14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14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14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14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14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14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14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14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14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14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14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14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14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14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14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14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14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14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14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14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14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14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14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14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14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14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14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14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14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14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14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14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14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14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14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14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14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14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14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14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14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14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14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14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14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14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14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14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14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14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14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14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14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14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14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14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14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14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14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14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14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14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14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14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14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14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14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14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14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14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14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14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14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14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14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14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14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14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14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14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14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14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14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14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14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14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14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14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14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14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14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14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14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14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14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14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14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14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14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14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14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14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14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14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14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14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14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14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14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14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14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14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14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14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14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14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14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14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14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14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14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14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14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14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14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14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14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14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14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14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14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14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14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14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14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14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14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14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14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14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14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14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14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14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14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14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14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14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14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14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14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14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14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14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14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14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14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14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14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14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14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14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14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14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14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14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14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14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14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14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14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14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14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14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14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14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14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14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14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14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14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14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14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14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14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14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14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14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14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14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14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14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14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14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14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14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14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14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14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14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14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14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14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14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14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14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14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14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14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14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14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14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14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14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14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14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14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14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14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14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14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14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14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14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14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14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14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14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14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14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14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14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14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14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14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14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14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14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14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14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14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14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14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14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14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14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14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14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14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14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14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14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14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14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14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14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14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14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14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14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14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14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14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14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14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14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14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14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14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14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14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14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14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14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14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14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14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14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14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14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14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14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14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14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14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14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14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14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14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14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14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14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14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14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14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14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14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14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14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14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14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14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14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14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14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14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14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14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14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14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14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14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14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14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14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14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14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14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14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14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14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14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14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14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14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14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14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14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14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14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14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14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14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14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14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14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14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14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14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14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14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14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14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14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14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14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14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14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14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14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14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14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14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14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14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14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14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14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14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14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14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14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14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14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14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14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14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14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14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14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14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14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14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14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14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14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14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14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14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14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14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14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14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14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14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14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14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14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14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14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14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14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14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14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14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14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14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14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14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14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14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14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14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14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14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14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14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14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14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14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14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14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14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14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14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14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14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14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14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14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14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14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14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14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14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14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14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14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14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14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14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14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14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14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14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14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14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14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14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14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14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14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14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14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14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14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14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14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14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14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14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14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14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14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14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14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14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14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14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14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14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14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14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14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14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14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14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14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14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14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14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14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14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14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14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14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14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14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14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14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14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14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14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14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14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14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14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14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14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14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14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14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14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14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14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14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14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14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14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14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14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14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14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14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14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14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14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14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14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14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14"/>
          <p:cNvGrpSpPr/>
          <p:nvPr/>
        </p:nvGrpSpPr>
        <p:grpSpPr>
          <a:xfrm rot="5400000">
            <a:off x="2432820" y="2941896"/>
            <a:ext cx="347597" cy="4345456"/>
            <a:chOff x="-136402" y="-175976"/>
            <a:chExt cx="347597" cy="4345456"/>
          </a:xfrm>
        </p:grpSpPr>
        <p:sp>
          <p:nvSpPr>
            <p:cNvPr id="10289" name="Google Shape;10289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14"/>
          <p:cNvGrpSpPr/>
          <p:nvPr/>
        </p:nvGrpSpPr>
        <p:grpSpPr>
          <a:xfrm rot="5400000">
            <a:off x="2432822" y="2941898"/>
            <a:ext cx="347597" cy="4345451"/>
            <a:chOff x="-136402" y="-175976"/>
            <a:chExt cx="347597" cy="4345451"/>
          </a:xfrm>
        </p:grpSpPr>
        <p:sp>
          <p:nvSpPr>
            <p:cNvPr id="10317" name="Google Shape;10317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3" name="Google Shape;10343;p14"/>
          <p:cNvSpPr/>
          <p:nvPr/>
        </p:nvSpPr>
        <p:spPr>
          <a:xfrm rot="5400000">
            <a:off x="2432795" y="29418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4" name="Google Shape;10344;p14"/>
          <p:cNvGrpSpPr/>
          <p:nvPr/>
        </p:nvGrpSpPr>
        <p:grpSpPr>
          <a:xfrm rot="10800000">
            <a:off x="8913498" y="-248025"/>
            <a:ext cx="347597" cy="4345456"/>
            <a:chOff x="-136402" y="-175976"/>
            <a:chExt cx="347597" cy="4345456"/>
          </a:xfrm>
        </p:grpSpPr>
        <p:sp>
          <p:nvSpPr>
            <p:cNvPr id="10345" name="Google Shape;10345;p1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1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1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1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1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1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1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1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1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1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1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1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1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1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1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1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1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1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1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1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1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1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1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1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1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1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1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14"/>
          <p:cNvGrpSpPr/>
          <p:nvPr/>
        </p:nvGrpSpPr>
        <p:grpSpPr>
          <a:xfrm rot="10800000">
            <a:off x="8913498" y="-248020"/>
            <a:ext cx="347597" cy="4345451"/>
            <a:chOff x="-136402" y="-175976"/>
            <a:chExt cx="347597" cy="4345451"/>
          </a:xfrm>
        </p:grpSpPr>
        <p:sp>
          <p:nvSpPr>
            <p:cNvPr id="10373" name="Google Shape;10373;p1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1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1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1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1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1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1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1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1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1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1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1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1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1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1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1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1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1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1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1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1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1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1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1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1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1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99" name="Google Shape;10399;p14"/>
          <p:cNvSpPr/>
          <p:nvPr/>
        </p:nvSpPr>
        <p:spPr>
          <a:xfrm rot="10800000">
            <a:off x="8913443" y="-24802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10400" name="Shape 10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1" name="Google Shape;10401;p15"/>
          <p:cNvSpPr txBox="1"/>
          <p:nvPr>
            <p:ph type="title"/>
          </p:nvPr>
        </p:nvSpPr>
        <p:spPr>
          <a:xfrm>
            <a:off x="967038" y="799475"/>
            <a:ext cx="3296400" cy="25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02" name="Google Shape;10402;p15"/>
          <p:cNvSpPr txBox="1"/>
          <p:nvPr>
            <p:ph idx="1" type="subTitle"/>
          </p:nvPr>
        </p:nvSpPr>
        <p:spPr>
          <a:xfrm>
            <a:off x="967038" y="3301290"/>
            <a:ext cx="3296400" cy="115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403" name="Google Shape;10403;p15"/>
          <p:cNvSpPr/>
          <p:nvPr>
            <p:ph idx="2" type="pic"/>
          </p:nvPr>
        </p:nvSpPr>
        <p:spPr>
          <a:xfrm>
            <a:off x="4729963" y="984450"/>
            <a:ext cx="3177300" cy="31746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10404" name="Google Shape;10404;p15"/>
          <p:cNvGrpSpPr/>
          <p:nvPr/>
        </p:nvGrpSpPr>
        <p:grpSpPr>
          <a:xfrm rot="5400000">
            <a:off x="4568820" y="2952196"/>
            <a:ext cx="347597" cy="4345456"/>
            <a:chOff x="-136402" y="-175976"/>
            <a:chExt cx="347597" cy="4345456"/>
          </a:xfrm>
        </p:grpSpPr>
        <p:sp>
          <p:nvSpPr>
            <p:cNvPr id="10405" name="Google Shape;10405;p15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15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15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15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15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15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15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15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15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15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15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15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15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15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15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15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15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15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15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15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15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15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15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15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15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15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15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15"/>
          <p:cNvGrpSpPr/>
          <p:nvPr/>
        </p:nvGrpSpPr>
        <p:grpSpPr>
          <a:xfrm rot="5400000">
            <a:off x="4568822" y="2952198"/>
            <a:ext cx="347597" cy="4345451"/>
            <a:chOff x="-136402" y="-175976"/>
            <a:chExt cx="347597" cy="4345451"/>
          </a:xfrm>
        </p:grpSpPr>
        <p:sp>
          <p:nvSpPr>
            <p:cNvPr id="10433" name="Google Shape;10433;p15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15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15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15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15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15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15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15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15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15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15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15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15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15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15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15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15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15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15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15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15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15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15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15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15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15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9" name="Google Shape;10459;p15"/>
          <p:cNvSpPr/>
          <p:nvPr/>
        </p:nvSpPr>
        <p:spPr>
          <a:xfrm rot="5400000">
            <a:off x="4568795" y="295217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0" name="Google Shape;10460;p15"/>
          <p:cNvSpPr/>
          <p:nvPr/>
        </p:nvSpPr>
        <p:spPr>
          <a:xfrm>
            <a:off x="-167150" y="1180050"/>
            <a:ext cx="646800" cy="297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1" name="Google Shape;10461;p15"/>
          <p:cNvSpPr/>
          <p:nvPr/>
        </p:nvSpPr>
        <p:spPr>
          <a:xfrm>
            <a:off x="299813" y="3036962"/>
            <a:ext cx="355580" cy="3737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10462" name="Shape 10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3" name="Google Shape;10463;p16"/>
          <p:cNvSpPr txBox="1"/>
          <p:nvPr>
            <p:ph type="title"/>
          </p:nvPr>
        </p:nvSpPr>
        <p:spPr>
          <a:xfrm>
            <a:off x="720000" y="1620638"/>
            <a:ext cx="3287400" cy="127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464" name="Google Shape;10464;p16"/>
          <p:cNvSpPr txBox="1"/>
          <p:nvPr>
            <p:ph idx="1" type="subTitle"/>
          </p:nvPr>
        </p:nvSpPr>
        <p:spPr>
          <a:xfrm>
            <a:off x="720000" y="2703098"/>
            <a:ext cx="3287400" cy="117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465" name="Google Shape;10465;p16"/>
          <p:cNvGrpSpPr/>
          <p:nvPr/>
        </p:nvGrpSpPr>
        <p:grpSpPr>
          <a:xfrm rot="5400000">
            <a:off x="4091220" y="2906246"/>
            <a:ext cx="347597" cy="4345456"/>
            <a:chOff x="-136402" y="-175976"/>
            <a:chExt cx="347597" cy="4345456"/>
          </a:xfrm>
        </p:grpSpPr>
        <p:sp>
          <p:nvSpPr>
            <p:cNvPr id="10466" name="Google Shape;10466;p16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16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16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16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16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16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16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16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16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16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16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16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16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16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16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16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16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16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16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16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16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16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16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16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16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16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16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16"/>
          <p:cNvGrpSpPr/>
          <p:nvPr/>
        </p:nvGrpSpPr>
        <p:grpSpPr>
          <a:xfrm rot="5400000">
            <a:off x="4091222" y="2906248"/>
            <a:ext cx="347597" cy="4345451"/>
            <a:chOff x="-136402" y="-175976"/>
            <a:chExt cx="347597" cy="4345451"/>
          </a:xfrm>
        </p:grpSpPr>
        <p:sp>
          <p:nvSpPr>
            <p:cNvPr id="10494" name="Google Shape;10494;p16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16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16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16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16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16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16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16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16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16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16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16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16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16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16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16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16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16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16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16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16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16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16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16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16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16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0" name="Google Shape;10520;p16"/>
          <p:cNvSpPr/>
          <p:nvPr/>
        </p:nvSpPr>
        <p:spPr>
          <a:xfrm rot="5400000">
            <a:off x="4091195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1" name="Google Shape;10521;p16"/>
          <p:cNvSpPr/>
          <p:nvPr/>
        </p:nvSpPr>
        <p:spPr>
          <a:xfrm rot="5400000">
            <a:off x="587352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2" name="Google Shape;10522;p16"/>
          <p:cNvSpPr/>
          <p:nvPr/>
        </p:nvSpPr>
        <p:spPr>
          <a:xfrm rot="5400000">
            <a:off x="463827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10523" name="Shape 10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" name="Google Shape;10524;p17"/>
          <p:cNvSpPr txBox="1"/>
          <p:nvPr>
            <p:ph type="title"/>
          </p:nvPr>
        </p:nvSpPr>
        <p:spPr>
          <a:xfrm>
            <a:off x="4539175" y="1393675"/>
            <a:ext cx="3891600" cy="59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525" name="Google Shape;10525;p17"/>
          <p:cNvSpPr txBox="1"/>
          <p:nvPr>
            <p:ph idx="1" type="subTitle"/>
          </p:nvPr>
        </p:nvSpPr>
        <p:spPr>
          <a:xfrm>
            <a:off x="4539150" y="1800275"/>
            <a:ext cx="3891600" cy="93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1">
    <p:spTree>
      <p:nvGrpSpPr>
        <p:cNvPr id="10526" name="Shape 10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" name="Google Shape;10527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28" name="Google Shape;10528;p18"/>
          <p:cNvGrpSpPr/>
          <p:nvPr/>
        </p:nvGrpSpPr>
        <p:grpSpPr>
          <a:xfrm>
            <a:off x="8870898" y="929774"/>
            <a:ext cx="347597" cy="4345456"/>
            <a:chOff x="-136402" y="-175976"/>
            <a:chExt cx="347597" cy="4345456"/>
          </a:xfrm>
        </p:grpSpPr>
        <p:sp>
          <p:nvSpPr>
            <p:cNvPr id="10529" name="Google Shape;10529;p1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1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1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1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1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1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1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1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1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1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1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1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1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1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1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1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1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1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1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1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1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1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1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1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1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1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1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18"/>
          <p:cNvGrpSpPr/>
          <p:nvPr/>
        </p:nvGrpSpPr>
        <p:grpSpPr>
          <a:xfrm>
            <a:off x="8870898" y="929774"/>
            <a:ext cx="347597" cy="4345451"/>
            <a:chOff x="-136402" y="-175976"/>
            <a:chExt cx="347597" cy="4345451"/>
          </a:xfrm>
        </p:grpSpPr>
        <p:sp>
          <p:nvSpPr>
            <p:cNvPr id="10557" name="Google Shape;10557;p1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1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1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1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1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1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1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1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1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1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1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1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1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1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1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1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1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1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1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1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1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1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1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1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1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1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3" name="Google Shape;10583;p18"/>
          <p:cNvSpPr/>
          <p:nvPr/>
        </p:nvSpPr>
        <p:spPr>
          <a:xfrm>
            <a:off x="8870850" y="92972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4" name="Google Shape;10584;p18"/>
          <p:cNvSpPr/>
          <p:nvPr/>
        </p:nvSpPr>
        <p:spPr>
          <a:xfrm>
            <a:off x="-770275" y="-449275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5" name="Google Shape;10585;p18"/>
          <p:cNvSpPr/>
          <p:nvPr/>
        </p:nvSpPr>
        <p:spPr>
          <a:xfrm>
            <a:off x="-437725" y="-116725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6" name="Google Shape;10586;p18"/>
          <p:cNvSpPr/>
          <p:nvPr/>
        </p:nvSpPr>
        <p:spPr>
          <a:xfrm>
            <a:off x="-260868" y="4310950"/>
            <a:ext cx="1206475" cy="126839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7" name="Google Shape;10587;p18"/>
          <p:cNvSpPr txBox="1"/>
          <p:nvPr>
            <p:ph idx="1" type="subTitle"/>
          </p:nvPr>
        </p:nvSpPr>
        <p:spPr>
          <a:xfrm>
            <a:off x="1252500" y="1091525"/>
            <a:ext cx="6639000" cy="6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588" name="Google Shape;10588;p18"/>
          <p:cNvSpPr txBox="1"/>
          <p:nvPr>
            <p:ph idx="2" type="subTitle"/>
          </p:nvPr>
        </p:nvSpPr>
        <p:spPr>
          <a:xfrm>
            <a:off x="720000" y="1758275"/>
            <a:ext cx="4173600" cy="20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11_1">
    <p:spTree>
      <p:nvGrpSpPr>
        <p:cNvPr id="10589" name="Shape 10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0" name="Google Shape;10590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grpSp>
        <p:nvGrpSpPr>
          <p:cNvPr id="10591" name="Google Shape;10591;p19"/>
          <p:cNvGrpSpPr/>
          <p:nvPr/>
        </p:nvGrpSpPr>
        <p:grpSpPr>
          <a:xfrm rot="5400000">
            <a:off x="7098202" y="-2115604"/>
            <a:ext cx="347597" cy="4345456"/>
            <a:chOff x="-136402" y="-175976"/>
            <a:chExt cx="347597" cy="4345456"/>
          </a:xfrm>
        </p:grpSpPr>
        <p:sp>
          <p:nvSpPr>
            <p:cNvPr id="10592" name="Google Shape;10592;p1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1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1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1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1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1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1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1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1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1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1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1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1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1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1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1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1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1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1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1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1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1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1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1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1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1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1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19"/>
          <p:cNvGrpSpPr/>
          <p:nvPr/>
        </p:nvGrpSpPr>
        <p:grpSpPr>
          <a:xfrm rot="5400000">
            <a:off x="7098204" y="-2115602"/>
            <a:ext cx="347597" cy="4345451"/>
            <a:chOff x="-136402" y="-175976"/>
            <a:chExt cx="347597" cy="4345451"/>
          </a:xfrm>
        </p:grpSpPr>
        <p:sp>
          <p:nvSpPr>
            <p:cNvPr id="10620" name="Google Shape;10620;p1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1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1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1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1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1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1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1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1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1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1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1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1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1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1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1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1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1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1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1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1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1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1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1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1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1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6" name="Google Shape;10646;p19"/>
          <p:cNvSpPr/>
          <p:nvPr/>
        </p:nvSpPr>
        <p:spPr>
          <a:xfrm rot="5400000">
            <a:off x="7098177" y="-21156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7" name="Google Shape;10647;p19"/>
          <p:cNvSpPr/>
          <p:nvPr/>
        </p:nvSpPr>
        <p:spPr>
          <a:xfrm>
            <a:off x="8176025" y="4174750"/>
            <a:ext cx="1540800" cy="1540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8" name="Google Shape;10648;p19"/>
          <p:cNvSpPr/>
          <p:nvPr/>
        </p:nvSpPr>
        <p:spPr>
          <a:xfrm>
            <a:off x="8508575" y="4507300"/>
            <a:ext cx="875700" cy="875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9" name="Google Shape;10649;p19"/>
          <p:cNvSpPr/>
          <p:nvPr/>
        </p:nvSpPr>
        <p:spPr>
          <a:xfrm>
            <a:off x="-364673" y="2450899"/>
            <a:ext cx="913945" cy="960808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0" name="Google Shape;10650;p19"/>
          <p:cNvSpPr txBox="1"/>
          <p:nvPr>
            <p:ph idx="1" type="subTitle"/>
          </p:nvPr>
        </p:nvSpPr>
        <p:spPr>
          <a:xfrm>
            <a:off x="720000" y="1091525"/>
            <a:ext cx="7704000" cy="49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1" name="Google Shape;10651;p19"/>
          <p:cNvSpPr txBox="1"/>
          <p:nvPr>
            <p:ph idx="2" type="subTitle"/>
          </p:nvPr>
        </p:nvSpPr>
        <p:spPr>
          <a:xfrm>
            <a:off x="720000" y="1758275"/>
            <a:ext cx="3782400" cy="265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652" name="Google Shape;10652;p19"/>
          <p:cNvSpPr txBox="1"/>
          <p:nvPr>
            <p:ph idx="3" type="subTitle"/>
          </p:nvPr>
        </p:nvSpPr>
        <p:spPr>
          <a:xfrm>
            <a:off x="4645075" y="1758275"/>
            <a:ext cx="3785700" cy="22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11_1_1">
    <p:spTree>
      <p:nvGrpSpPr>
        <p:cNvPr id="10653" name="Shape 10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4" name="Google Shape;10654;p20"/>
          <p:cNvSpPr txBox="1"/>
          <p:nvPr>
            <p:ph type="title"/>
          </p:nvPr>
        </p:nvSpPr>
        <p:spPr>
          <a:xfrm>
            <a:off x="720000" y="1735988"/>
            <a:ext cx="3929400" cy="7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655" name="Google Shape;10655;p20"/>
          <p:cNvSpPr txBox="1"/>
          <p:nvPr>
            <p:ph idx="1" type="subTitle"/>
          </p:nvPr>
        </p:nvSpPr>
        <p:spPr>
          <a:xfrm>
            <a:off x="720000" y="2275163"/>
            <a:ext cx="3929400" cy="9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0656" name="Google Shape;10656;p20"/>
          <p:cNvGrpSpPr/>
          <p:nvPr/>
        </p:nvGrpSpPr>
        <p:grpSpPr>
          <a:xfrm rot="5400000">
            <a:off x="6412545" y="2906246"/>
            <a:ext cx="347597" cy="4345456"/>
            <a:chOff x="-136402" y="-175976"/>
            <a:chExt cx="347597" cy="4345456"/>
          </a:xfrm>
        </p:grpSpPr>
        <p:sp>
          <p:nvSpPr>
            <p:cNvPr id="10657" name="Google Shape;10657;p2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4" name="Google Shape;10684;p20"/>
          <p:cNvGrpSpPr/>
          <p:nvPr/>
        </p:nvGrpSpPr>
        <p:grpSpPr>
          <a:xfrm rot="5400000">
            <a:off x="6412547" y="2906248"/>
            <a:ext cx="347597" cy="4345451"/>
            <a:chOff x="-136402" y="-175976"/>
            <a:chExt cx="347597" cy="4345451"/>
          </a:xfrm>
        </p:grpSpPr>
        <p:sp>
          <p:nvSpPr>
            <p:cNvPr id="10685" name="Google Shape;10685;p2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1" name="Google Shape;10711;p20"/>
          <p:cNvSpPr/>
          <p:nvPr/>
        </p:nvSpPr>
        <p:spPr>
          <a:xfrm rot="5400000">
            <a:off x="6412520" y="2906227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2" name="Google Shape;10712;p20"/>
          <p:cNvSpPr/>
          <p:nvPr/>
        </p:nvSpPr>
        <p:spPr>
          <a:xfrm rot="5400000">
            <a:off x="2791275" y="-1188650"/>
            <a:ext cx="1019100" cy="2031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3" name="Google Shape;10713;p20"/>
          <p:cNvSpPr/>
          <p:nvPr/>
        </p:nvSpPr>
        <p:spPr>
          <a:xfrm rot="5400000">
            <a:off x="1556022" y="-421105"/>
            <a:ext cx="960600" cy="9606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0714" name="Shape 10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5" name="Google Shape;10715;p21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6" name="Google Shape;10716;p21"/>
          <p:cNvSpPr txBox="1"/>
          <p:nvPr>
            <p:ph idx="1" type="subTitle"/>
          </p:nvPr>
        </p:nvSpPr>
        <p:spPr>
          <a:xfrm>
            <a:off x="10807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7" name="Google Shape;10717;p21"/>
          <p:cNvSpPr txBox="1"/>
          <p:nvPr>
            <p:ph idx="2" type="subTitle"/>
          </p:nvPr>
        </p:nvSpPr>
        <p:spPr>
          <a:xfrm>
            <a:off x="108072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18" name="Google Shape;10718;p21"/>
          <p:cNvSpPr txBox="1"/>
          <p:nvPr>
            <p:ph idx="3" type="subTitle"/>
          </p:nvPr>
        </p:nvSpPr>
        <p:spPr>
          <a:xfrm>
            <a:off x="508335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19" name="Google Shape;10719;p21"/>
          <p:cNvSpPr txBox="1"/>
          <p:nvPr>
            <p:ph idx="4" type="subTitle"/>
          </p:nvPr>
        </p:nvSpPr>
        <p:spPr>
          <a:xfrm>
            <a:off x="5083355" y="23054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20" name="Google Shape;10720;p21"/>
          <p:cNvSpPr/>
          <p:nvPr/>
        </p:nvSpPr>
        <p:spPr>
          <a:xfrm>
            <a:off x="-14900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1" name="Google Shape;10721;p21"/>
          <p:cNvSpPr/>
          <p:nvPr/>
        </p:nvSpPr>
        <p:spPr>
          <a:xfrm>
            <a:off x="116478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2" name="Google Shape;10722;p21"/>
          <p:cNvSpPr/>
          <p:nvPr/>
        </p:nvSpPr>
        <p:spPr>
          <a:xfrm>
            <a:off x="170075" y="137047"/>
            <a:ext cx="592820" cy="592943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bg>
      <p:bgPr>
        <a:solidFill>
          <a:schemeClr val="dk1"/>
        </a:solidFill>
      </p:bgPr>
    </p:bg>
    <p:spTree>
      <p:nvGrpSpPr>
        <p:cNvPr id="10723" name="Shape 10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4" name="Google Shape;10724;p22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5" name="Google Shape;10725;p22"/>
          <p:cNvSpPr txBox="1"/>
          <p:nvPr>
            <p:ph idx="1" type="subTitle"/>
          </p:nvPr>
        </p:nvSpPr>
        <p:spPr>
          <a:xfrm>
            <a:off x="4756186" y="2056225"/>
            <a:ext cx="31548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6" name="Google Shape;10726;p22"/>
          <p:cNvSpPr txBox="1"/>
          <p:nvPr>
            <p:ph idx="2" type="subTitle"/>
          </p:nvPr>
        </p:nvSpPr>
        <p:spPr>
          <a:xfrm>
            <a:off x="1233025" y="2056225"/>
            <a:ext cx="3150600" cy="228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b="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27" name="Google Shape;10727;p22"/>
          <p:cNvSpPr/>
          <p:nvPr/>
        </p:nvSpPr>
        <p:spPr>
          <a:xfrm>
            <a:off x="-147675" y="160787"/>
            <a:ext cx="720486" cy="757420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8" name="Google Shape;10728;p22"/>
          <p:cNvGrpSpPr/>
          <p:nvPr/>
        </p:nvGrpSpPr>
        <p:grpSpPr>
          <a:xfrm rot="5400000">
            <a:off x="1851245" y="2884771"/>
            <a:ext cx="347597" cy="4345456"/>
            <a:chOff x="-136402" y="-175976"/>
            <a:chExt cx="347597" cy="4345456"/>
          </a:xfrm>
        </p:grpSpPr>
        <p:sp>
          <p:nvSpPr>
            <p:cNvPr id="10729" name="Google Shape;10729;p22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2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2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2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2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2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2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2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2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2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2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2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2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2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2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2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2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2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2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2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2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2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2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2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2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2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2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22"/>
          <p:cNvGrpSpPr/>
          <p:nvPr/>
        </p:nvGrpSpPr>
        <p:grpSpPr>
          <a:xfrm rot="5400000">
            <a:off x="1851247" y="2884773"/>
            <a:ext cx="347597" cy="4345451"/>
            <a:chOff x="-136402" y="-175976"/>
            <a:chExt cx="347597" cy="4345451"/>
          </a:xfrm>
        </p:grpSpPr>
        <p:sp>
          <p:nvSpPr>
            <p:cNvPr id="10757" name="Google Shape;10757;p22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2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2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2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2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2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2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2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2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2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2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2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2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2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2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2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2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2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2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2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2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2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2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2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2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2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3" name="Google Shape;10783;p22"/>
          <p:cNvSpPr/>
          <p:nvPr/>
        </p:nvSpPr>
        <p:spPr>
          <a:xfrm rot="5400000">
            <a:off x="1851220" y="2884752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10784" name="Shape 10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5" name="Google Shape;10785;p23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6" name="Google Shape;10786;p23"/>
          <p:cNvSpPr txBox="1"/>
          <p:nvPr>
            <p:ph idx="1" type="subTitle"/>
          </p:nvPr>
        </p:nvSpPr>
        <p:spPr>
          <a:xfrm>
            <a:off x="713225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7" name="Google Shape;10787;p23"/>
          <p:cNvSpPr txBox="1"/>
          <p:nvPr>
            <p:ph idx="2" type="subTitle"/>
          </p:nvPr>
        </p:nvSpPr>
        <p:spPr>
          <a:xfrm>
            <a:off x="713225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88" name="Google Shape;10788;p23"/>
          <p:cNvSpPr txBox="1"/>
          <p:nvPr>
            <p:ph idx="3" type="subTitle"/>
          </p:nvPr>
        </p:nvSpPr>
        <p:spPr>
          <a:xfrm>
            <a:off x="3388950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89" name="Google Shape;10789;p23"/>
          <p:cNvSpPr txBox="1"/>
          <p:nvPr>
            <p:ph idx="4" type="subTitle"/>
          </p:nvPr>
        </p:nvSpPr>
        <p:spPr>
          <a:xfrm>
            <a:off x="3388949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0" name="Google Shape;10790;p23"/>
          <p:cNvSpPr txBox="1"/>
          <p:nvPr>
            <p:ph idx="5" type="subTitle"/>
          </p:nvPr>
        </p:nvSpPr>
        <p:spPr>
          <a:xfrm>
            <a:off x="6064674" y="297426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791" name="Google Shape;10791;p23"/>
          <p:cNvSpPr txBox="1"/>
          <p:nvPr>
            <p:ph idx="6" type="subTitle"/>
          </p:nvPr>
        </p:nvSpPr>
        <p:spPr>
          <a:xfrm>
            <a:off x="6064674" y="261025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792" name="Google Shape;10792;p23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3" name="Google Shape;10793;p23"/>
          <p:cNvSpPr/>
          <p:nvPr/>
        </p:nvSpPr>
        <p:spPr>
          <a:xfrm>
            <a:off x="2349535" y="448208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4" name="Google Shape;10794;p23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0795" name="Google Shape;10795;p23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3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3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3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3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3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3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3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3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3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3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3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3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3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3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3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3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3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3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3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3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3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3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3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23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23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23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23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0823" name="Google Shape;10823;p23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23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23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23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23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23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23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23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23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23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23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23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23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23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23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23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23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23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23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23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23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23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23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23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23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23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9" name="Google Shape;10849;p23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0" name="Google Shape;10850;p23"/>
          <p:cNvSpPr/>
          <p:nvPr/>
        </p:nvSpPr>
        <p:spPr>
          <a:xfrm>
            <a:off x="251175" y="1456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10851" name="Shape 10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2" name="Google Shape;10852;p24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3" name="Google Shape;10853;p24"/>
          <p:cNvSpPr txBox="1"/>
          <p:nvPr>
            <p:ph idx="1" type="subTitle"/>
          </p:nvPr>
        </p:nvSpPr>
        <p:spPr>
          <a:xfrm>
            <a:off x="713225" y="3851000"/>
            <a:ext cx="2069100" cy="7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4" name="Google Shape;10854;p24"/>
          <p:cNvSpPr txBox="1"/>
          <p:nvPr>
            <p:ph idx="2" type="subTitle"/>
          </p:nvPr>
        </p:nvSpPr>
        <p:spPr>
          <a:xfrm>
            <a:off x="713225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5" name="Google Shape;10855;p24"/>
          <p:cNvSpPr txBox="1"/>
          <p:nvPr>
            <p:ph idx="3" type="subTitle"/>
          </p:nvPr>
        </p:nvSpPr>
        <p:spPr>
          <a:xfrm>
            <a:off x="2596046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6" name="Google Shape;10856;p24"/>
          <p:cNvSpPr txBox="1"/>
          <p:nvPr>
            <p:ph idx="4" type="subTitle"/>
          </p:nvPr>
        </p:nvSpPr>
        <p:spPr>
          <a:xfrm>
            <a:off x="2596046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7" name="Google Shape;10857;p24"/>
          <p:cNvSpPr txBox="1"/>
          <p:nvPr>
            <p:ph idx="5" type="subTitle"/>
          </p:nvPr>
        </p:nvSpPr>
        <p:spPr>
          <a:xfrm>
            <a:off x="4478867" y="3851001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858" name="Google Shape;10858;p24"/>
          <p:cNvSpPr txBox="1"/>
          <p:nvPr>
            <p:ph idx="6" type="subTitle"/>
          </p:nvPr>
        </p:nvSpPr>
        <p:spPr>
          <a:xfrm>
            <a:off x="4478866" y="3496180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859" name="Google Shape;10859;p24"/>
          <p:cNvSpPr/>
          <p:nvPr/>
        </p:nvSpPr>
        <p:spPr>
          <a:xfrm rot="5400000">
            <a:off x="-1620682" y="346809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0" name="Google Shape;10860;p24"/>
          <p:cNvSpPr/>
          <p:nvPr/>
        </p:nvSpPr>
        <p:spPr>
          <a:xfrm rot="5400000">
            <a:off x="208691" y="3911405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1" name="Google Shape;10861;p24"/>
          <p:cNvGrpSpPr/>
          <p:nvPr/>
        </p:nvGrpSpPr>
        <p:grpSpPr>
          <a:xfrm rot="-5400000">
            <a:off x="1425211" y="-1935865"/>
            <a:ext cx="319581" cy="3995212"/>
            <a:chOff x="-136402" y="-175976"/>
            <a:chExt cx="347597" cy="4345456"/>
          </a:xfrm>
        </p:grpSpPr>
        <p:sp>
          <p:nvSpPr>
            <p:cNvPr id="10862" name="Google Shape;10862;p24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4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4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4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4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4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4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4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4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4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4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4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4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4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4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4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4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4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4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4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4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4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4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4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4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4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4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24"/>
          <p:cNvGrpSpPr/>
          <p:nvPr/>
        </p:nvGrpSpPr>
        <p:grpSpPr>
          <a:xfrm rot="-5400000">
            <a:off x="1425208" y="-1935863"/>
            <a:ext cx="319581" cy="3995208"/>
            <a:chOff x="-136402" y="-175976"/>
            <a:chExt cx="347597" cy="4345451"/>
          </a:xfrm>
        </p:grpSpPr>
        <p:sp>
          <p:nvSpPr>
            <p:cNvPr id="10890" name="Google Shape;10890;p24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4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4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4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4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4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4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4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4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4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4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4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4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4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4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4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4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4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4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4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4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4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4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4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4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4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6" name="Google Shape;10916;p24"/>
          <p:cNvSpPr/>
          <p:nvPr/>
        </p:nvSpPr>
        <p:spPr>
          <a:xfrm rot="-5400000">
            <a:off x="1425149" y="-1936025"/>
            <a:ext cx="319800" cy="39954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7" name="Google Shape;10917;p24"/>
          <p:cNvSpPr/>
          <p:nvPr/>
        </p:nvSpPr>
        <p:spPr>
          <a:xfrm>
            <a:off x="8207225" y="4482075"/>
            <a:ext cx="586810" cy="586976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8" name="Google Shape;10918;p24"/>
          <p:cNvSpPr txBox="1"/>
          <p:nvPr>
            <p:ph idx="7" type="subTitle"/>
          </p:nvPr>
        </p:nvSpPr>
        <p:spPr>
          <a:xfrm>
            <a:off x="6361688" y="2343934"/>
            <a:ext cx="2069100" cy="74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19" name="Google Shape;10919;p24"/>
          <p:cNvSpPr txBox="1"/>
          <p:nvPr>
            <p:ph idx="8" type="subTitle"/>
          </p:nvPr>
        </p:nvSpPr>
        <p:spPr>
          <a:xfrm>
            <a:off x="6361687" y="1979928"/>
            <a:ext cx="2069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10920" name="Shape 10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1" name="Google Shape;10921;p25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2" name="Google Shape;10922;p25"/>
          <p:cNvSpPr txBox="1"/>
          <p:nvPr>
            <p:ph idx="1" type="subTitle"/>
          </p:nvPr>
        </p:nvSpPr>
        <p:spPr>
          <a:xfrm>
            <a:off x="713225" y="40796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3" name="Google Shape;10923;p25"/>
          <p:cNvSpPr txBox="1"/>
          <p:nvPr>
            <p:ph idx="2" type="subTitle"/>
          </p:nvPr>
        </p:nvSpPr>
        <p:spPr>
          <a:xfrm>
            <a:off x="71322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4" name="Google Shape;10924;p25"/>
          <p:cNvSpPr txBox="1"/>
          <p:nvPr>
            <p:ph idx="3" type="subTitle"/>
          </p:nvPr>
        </p:nvSpPr>
        <p:spPr>
          <a:xfrm>
            <a:off x="186319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5" name="Google Shape;10925;p25"/>
          <p:cNvSpPr txBox="1"/>
          <p:nvPr>
            <p:ph idx="4" type="subTitle"/>
          </p:nvPr>
        </p:nvSpPr>
        <p:spPr>
          <a:xfrm>
            <a:off x="186319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6" name="Google Shape;10926;p25"/>
          <p:cNvSpPr txBox="1"/>
          <p:nvPr>
            <p:ph idx="5" type="subTitle"/>
          </p:nvPr>
        </p:nvSpPr>
        <p:spPr>
          <a:xfrm>
            <a:off x="5313105" y="40822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27" name="Google Shape;10927;p25"/>
          <p:cNvSpPr txBox="1"/>
          <p:nvPr>
            <p:ph idx="6" type="subTitle"/>
          </p:nvPr>
        </p:nvSpPr>
        <p:spPr>
          <a:xfrm>
            <a:off x="5313105" y="37247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28" name="Google Shape;10928;p25"/>
          <p:cNvSpPr/>
          <p:nvPr/>
        </p:nvSpPr>
        <p:spPr>
          <a:xfrm rot="5400000">
            <a:off x="-1620682" y="7773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9" name="Google Shape;10929;p25"/>
          <p:cNvSpPr/>
          <p:nvPr/>
        </p:nvSpPr>
        <p:spPr>
          <a:xfrm rot="5400000">
            <a:off x="208691" y="12206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0" name="Google Shape;10930;p25"/>
          <p:cNvSpPr/>
          <p:nvPr/>
        </p:nvSpPr>
        <p:spPr>
          <a:xfrm>
            <a:off x="8137375" y="441870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1" name="Google Shape;10931;p25"/>
          <p:cNvSpPr txBox="1"/>
          <p:nvPr>
            <p:ph idx="7" type="subTitle"/>
          </p:nvPr>
        </p:nvSpPr>
        <p:spPr>
          <a:xfrm>
            <a:off x="4163135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2" name="Google Shape;10932;p25"/>
          <p:cNvSpPr txBox="1"/>
          <p:nvPr>
            <p:ph idx="8" type="subTitle"/>
          </p:nvPr>
        </p:nvSpPr>
        <p:spPr>
          <a:xfrm>
            <a:off x="4163135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3" name="Google Shape;10933;p25"/>
          <p:cNvSpPr txBox="1"/>
          <p:nvPr>
            <p:ph idx="9" type="subTitle"/>
          </p:nvPr>
        </p:nvSpPr>
        <p:spPr>
          <a:xfrm>
            <a:off x="6463075" y="2191524"/>
            <a:ext cx="19677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4" name="Google Shape;10934;p25"/>
          <p:cNvSpPr txBox="1"/>
          <p:nvPr>
            <p:ph idx="13" type="subTitle"/>
          </p:nvPr>
        </p:nvSpPr>
        <p:spPr>
          <a:xfrm>
            <a:off x="6463075" y="1836700"/>
            <a:ext cx="19677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35" name="Google Shape;10935;p25"/>
          <p:cNvSpPr txBox="1"/>
          <p:nvPr>
            <p:ph idx="14" type="subTitle"/>
          </p:nvPr>
        </p:nvSpPr>
        <p:spPr>
          <a:xfrm>
            <a:off x="3013165" y="40822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6" name="Google Shape;10936;p25"/>
          <p:cNvSpPr txBox="1"/>
          <p:nvPr>
            <p:ph idx="15" type="subTitle"/>
          </p:nvPr>
        </p:nvSpPr>
        <p:spPr>
          <a:xfrm>
            <a:off x="3013165" y="37247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7_1">
    <p:spTree>
      <p:nvGrpSpPr>
        <p:cNvPr id="10937" name="Shape 10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8" name="Google Shape;10938;p26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39" name="Google Shape;10939;p26"/>
          <p:cNvSpPr txBox="1"/>
          <p:nvPr>
            <p:ph idx="1" type="subTitle"/>
          </p:nvPr>
        </p:nvSpPr>
        <p:spPr>
          <a:xfrm>
            <a:off x="713225" y="3927200"/>
            <a:ext cx="1965900" cy="60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0" name="Google Shape;10940;p26"/>
          <p:cNvSpPr txBox="1"/>
          <p:nvPr>
            <p:ph idx="2" type="subTitle"/>
          </p:nvPr>
        </p:nvSpPr>
        <p:spPr>
          <a:xfrm>
            <a:off x="713225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1" name="Google Shape;10941;p26"/>
          <p:cNvSpPr txBox="1"/>
          <p:nvPr>
            <p:ph idx="3" type="subTitle"/>
          </p:nvPr>
        </p:nvSpPr>
        <p:spPr>
          <a:xfrm>
            <a:off x="2151139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2" name="Google Shape;10942;p26"/>
          <p:cNvSpPr txBox="1"/>
          <p:nvPr>
            <p:ph idx="4" type="subTitle"/>
          </p:nvPr>
        </p:nvSpPr>
        <p:spPr>
          <a:xfrm>
            <a:off x="2151139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3" name="Google Shape;10943;p26"/>
          <p:cNvSpPr txBox="1"/>
          <p:nvPr>
            <p:ph idx="5" type="subTitle"/>
          </p:nvPr>
        </p:nvSpPr>
        <p:spPr>
          <a:xfrm>
            <a:off x="6464880" y="3929825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4" name="Google Shape;10944;p26"/>
          <p:cNvSpPr txBox="1"/>
          <p:nvPr>
            <p:ph idx="6" type="subTitle"/>
          </p:nvPr>
        </p:nvSpPr>
        <p:spPr>
          <a:xfrm>
            <a:off x="6464880" y="3572372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45" name="Google Shape;10945;p26"/>
          <p:cNvSpPr/>
          <p:nvPr/>
        </p:nvSpPr>
        <p:spPr>
          <a:xfrm rot="5400000">
            <a:off x="-1749532" y="2509668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6" name="Google Shape;10946;p26"/>
          <p:cNvSpPr/>
          <p:nvPr/>
        </p:nvSpPr>
        <p:spPr>
          <a:xfrm rot="5400000">
            <a:off x="79841" y="2952980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7" name="Google Shape;10947;p26"/>
          <p:cNvSpPr/>
          <p:nvPr/>
        </p:nvSpPr>
        <p:spPr>
          <a:xfrm>
            <a:off x="8576400" y="1890750"/>
            <a:ext cx="924447" cy="92466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8" name="Google Shape;10948;p26"/>
          <p:cNvSpPr txBox="1"/>
          <p:nvPr>
            <p:ph idx="7" type="subTitle"/>
          </p:nvPr>
        </p:nvSpPr>
        <p:spPr>
          <a:xfrm>
            <a:off x="5026966" y="2191524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49" name="Google Shape;10949;p26"/>
          <p:cNvSpPr txBox="1"/>
          <p:nvPr>
            <p:ph idx="8" type="subTitle"/>
          </p:nvPr>
        </p:nvSpPr>
        <p:spPr>
          <a:xfrm>
            <a:off x="5026966" y="183670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0950" name="Google Shape;10950;p26"/>
          <p:cNvSpPr txBox="1"/>
          <p:nvPr>
            <p:ph idx="9" type="subTitle"/>
          </p:nvPr>
        </p:nvSpPr>
        <p:spPr>
          <a:xfrm>
            <a:off x="3589053" y="3929832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951" name="Google Shape;10951;p26"/>
          <p:cNvSpPr txBox="1"/>
          <p:nvPr>
            <p:ph idx="13" type="subTitle"/>
          </p:nvPr>
        </p:nvSpPr>
        <p:spPr>
          <a:xfrm>
            <a:off x="3589053" y="3572380"/>
            <a:ext cx="196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10952" name="Shape 10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3" name="Google Shape;10953;p27"/>
          <p:cNvSpPr txBox="1"/>
          <p:nvPr>
            <p:ph hasCustomPrompt="1" type="title"/>
          </p:nvPr>
        </p:nvSpPr>
        <p:spPr>
          <a:xfrm>
            <a:off x="2223600" y="539500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4" name="Google Shape;10954;p27"/>
          <p:cNvSpPr txBox="1"/>
          <p:nvPr>
            <p:ph idx="1" type="subTitle"/>
          </p:nvPr>
        </p:nvSpPr>
        <p:spPr>
          <a:xfrm>
            <a:off x="2223600" y="1283125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5" name="Google Shape;10955;p27"/>
          <p:cNvSpPr txBox="1"/>
          <p:nvPr>
            <p:ph hasCustomPrompt="1" idx="2" type="title"/>
          </p:nvPr>
        </p:nvSpPr>
        <p:spPr>
          <a:xfrm>
            <a:off x="2223600" y="2017683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6" name="Google Shape;10956;p27"/>
          <p:cNvSpPr txBox="1"/>
          <p:nvPr>
            <p:ph idx="3" type="subTitle"/>
          </p:nvPr>
        </p:nvSpPr>
        <p:spPr>
          <a:xfrm>
            <a:off x="2223600" y="2758914"/>
            <a:ext cx="4696800" cy="3657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957" name="Google Shape;10957;p27"/>
          <p:cNvSpPr txBox="1"/>
          <p:nvPr>
            <p:ph hasCustomPrompt="1" idx="4" type="title"/>
          </p:nvPr>
        </p:nvSpPr>
        <p:spPr>
          <a:xfrm>
            <a:off x="2223600" y="3495867"/>
            <a:ext cx="46968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58" name="Google Shape;10958;p27"/>
          <p:cNvSpPr txBox="1"/>
          <p:nvPr>
            <p:ph idx="5" type="subTitle"/>
          </p:nvPr>
        </p:nvSpPr>
        <p:spPr>
          <a:xfrm>
            <a:off x="2223600" y="4234703"/>
            <a:ext cx="4696800" cy="369300"/>
          </a:xfrm>
          <a:prstGeom prst="rect">
            <a:avLst/>
          </a:prstGeom>
          <a:solidFill>
            <a:schemeClr val="dk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10959" name="Google Shape;10959;p27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0960" name="Google Shape;10960;p27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7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7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7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7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7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7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7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7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7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7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7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7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7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7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7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7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7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7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7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7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7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7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7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7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7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7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7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7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7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7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7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7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7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7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7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7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7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7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7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7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7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7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7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7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7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7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7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7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7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7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7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7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7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7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7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7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7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7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7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7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7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7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7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7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7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7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7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7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7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7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7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7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7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7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7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7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7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7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7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7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7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7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7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7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7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7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7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7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7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7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7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7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7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7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7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7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7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7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7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7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7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7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7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7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7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7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7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7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7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7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7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7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7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7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7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7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7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7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7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7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7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7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7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7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7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7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7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7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7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7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7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7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7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7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7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7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7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7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7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7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7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7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7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7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7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7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7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7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7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7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7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7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7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7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7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7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7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7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7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7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7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7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7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7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7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7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7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7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7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7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7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7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7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7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7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7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7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7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7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7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7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7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7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7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7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7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7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7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7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7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7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7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7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7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7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7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7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7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7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7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7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7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7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7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7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7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7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7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7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7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7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7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7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7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7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7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7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7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7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7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7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7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7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7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7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7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7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7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7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7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7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7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7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7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7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7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7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7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7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7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7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7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7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7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7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7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7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7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7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7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7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7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7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7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7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7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7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7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7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7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7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7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7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7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7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7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7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7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7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7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7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7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7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27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27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27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27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27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27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27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27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7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27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27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27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7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7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7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7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7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7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7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7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7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7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7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7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7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7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7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7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7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7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7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7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7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7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7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7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7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27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27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27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27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27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27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27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27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27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27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27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27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27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27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7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7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7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7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7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7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7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7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7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7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7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7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7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7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7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7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7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7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7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7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7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7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7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7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7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7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7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7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7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7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7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7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7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7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7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7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7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7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7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7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7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7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7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7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7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7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7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7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7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7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7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7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7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7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7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7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7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7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7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7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7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7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7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27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27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27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27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27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27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7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27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27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27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27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27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27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27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27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27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27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27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27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27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27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27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27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27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27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27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27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27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27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27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27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27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27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27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27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27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27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27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27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27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27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27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27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27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27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27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27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27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27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27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27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27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27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27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27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27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27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7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7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7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7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7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7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7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7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7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7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7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7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7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7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7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7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7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7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7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7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7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7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7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7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7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7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7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7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7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7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7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7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7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7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7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7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7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7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7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7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7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7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7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7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7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7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7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7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7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7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7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7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7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7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7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7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7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7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7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7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7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7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7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7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7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7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7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7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7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7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7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7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7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7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7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7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7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7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7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7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7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7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7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7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7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7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7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7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7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7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7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7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7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7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7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7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7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7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7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7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7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7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7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7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7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7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7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7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7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7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7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7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7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7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7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7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7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7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7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7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7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7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7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7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7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7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7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7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7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7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7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7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7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7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7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27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27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27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27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27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27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27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27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27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27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27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27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27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27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27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27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7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7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7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7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7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7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7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7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7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7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7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7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7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7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7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7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7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7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7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7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7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7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7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7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7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7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7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7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7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7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7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7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7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7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7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7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7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7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7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7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7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7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7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7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7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7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7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7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7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7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7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7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7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7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7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7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7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7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7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7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7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7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7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7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7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7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7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7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7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7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7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7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7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7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7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7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7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7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7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7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7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7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7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7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7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7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7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7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7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7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7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7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7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7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7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7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7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7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7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7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7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7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7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7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7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7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7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7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7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7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7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7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7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7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7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7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7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7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7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7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7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7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7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7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7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7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7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7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7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7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7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7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7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7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7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7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7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7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7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7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7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7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7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7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7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7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7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7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7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7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7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7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7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7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7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7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7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7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7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7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7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7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7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7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7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7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7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7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7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7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7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7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7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7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7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7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7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7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7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7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7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7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7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7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7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7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7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7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27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27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27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27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27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7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7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7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7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7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7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7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7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7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7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7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7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7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7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7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7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7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7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7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7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7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7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7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7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7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7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7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7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7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7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7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7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7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7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7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7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7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7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7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7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7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7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7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7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7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7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7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7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7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7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7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7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7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7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7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7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7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7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7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7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7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7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7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7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7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7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7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7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7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7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7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7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7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7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7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7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7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7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7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7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7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7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7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7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7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7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7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7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7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7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7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7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7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7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7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7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7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7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7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7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7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7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7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7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7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7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7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7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7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7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7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7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7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7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7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7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7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7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7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7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7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7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7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7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7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7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7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7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7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7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7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7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7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7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7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7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7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7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7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7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7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7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7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7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7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7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7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27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27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27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27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7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27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27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27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27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27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27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27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27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27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27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27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27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27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7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7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7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7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27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27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27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27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27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27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27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27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27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27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27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27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27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27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27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27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27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27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27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27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27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27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27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27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27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27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27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27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27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7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7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7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7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7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7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27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27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27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27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27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27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27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27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27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27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27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27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27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27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27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27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27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27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27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27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27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27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27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27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27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27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27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27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27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27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27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27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27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27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27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27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27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27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27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27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27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27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27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27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27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27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27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27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27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27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27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27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27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27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27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27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27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27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27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27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27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27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27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27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27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27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27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27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27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27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27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27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27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27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27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27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27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27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27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27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27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27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27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27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27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27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27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7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7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7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7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7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7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7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7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7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7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7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7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7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7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7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7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7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7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7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7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7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7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7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7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7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7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7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7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7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7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7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7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7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7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7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7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7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7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7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7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7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7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7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27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27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27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27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27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27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27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27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27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27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27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27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27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27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27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27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27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27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27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27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27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27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27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27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27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27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27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27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27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27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27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27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27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27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27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27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27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27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27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27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27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27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27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27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27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27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27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27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27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27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27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27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27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27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27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27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27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27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27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27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27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27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27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27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27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27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27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27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27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27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27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27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27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27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27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27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27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27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27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27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27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27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27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27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27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27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27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27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27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27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27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27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27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27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27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27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27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27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27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27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27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27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27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27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27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27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27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27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27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27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27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27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27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27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27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27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27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27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27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27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27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27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27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27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27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27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27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27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27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27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27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27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27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27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27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27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27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7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7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7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27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27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27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27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27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27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27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27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27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27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27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27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27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27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27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27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27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27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27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27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27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27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27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27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27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27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27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27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27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27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27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27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27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27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27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27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27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27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27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27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27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27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27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27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27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27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27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27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27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27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27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27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27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27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27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27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27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27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27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27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27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27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27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27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27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27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27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27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27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27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27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27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27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27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27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27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27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27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27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27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27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27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27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27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27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27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27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27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27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27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27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27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27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27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27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27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27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27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27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27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27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27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27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27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27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27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27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27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27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27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27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27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27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27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27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27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27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27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27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27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27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27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27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27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27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27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27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27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27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27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27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27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27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27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27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27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27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27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27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27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27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27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27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27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27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27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27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27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27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27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27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27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27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27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76" name="Google Shape;12576;p27"/>
          <p:cNvSpPr/>
          <p:nvPr/>
        </p:nvSpPr>
        <p:spPr>
          <a:xfrm rot="-5400000">
            <a:off x="7627482" y="1567043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7" name="Google Shape;12577;p27"/>
          <p:cNvSpPr/>
          <p:nvPr/>
        </p:nvSpPr>
        <p:spPr>
          <a:xfrm rot="-5400000">
            <a:off x="8202092" y="1786767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78" name="Google Shape;12578;p27"/>
          <p:cNvGrpSpPr/>
          <p:nvPr/>
        </p:nvGrpSpPr>
        <p:grpSpPr>
          <a:xfrm rot="10800000">
            <a:off x="365573" y="1027175"/>
            <a:ext cx="347597" cy="4345456"/>
            <a:chOff x="-136402" y="-175976"/>
            <a:chExt cx="347597" cy="4345456"/>
          </a:xfrm>
        </p:grpSpPr>
        <p:sp>
          <p:nvSpPr>
            <p:cNvPr id="12579" name="Google Shape;12579;p27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27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27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27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27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27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27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27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6" name="Google Shape;12606;p27"/>
          <p:cNvGrpSpPr/>
          <p:nvPr/>
        </p:nvGrpSpPr>
        <p:grpSpPr>
          <a:xfrm rot="10800000">
            <a:off x="365573" y="1027180"/>
            <a:ext cx="347597" cy="4345451"/>
            <a:chOff x="-136402" y="-175976"/>
            <a:chExt cx="347597" cy="4345451"/>
          </a:xfrm>
        </p:grpSpPr>
        <p:sp>
          <p:nvSpPr>
            <p:cNvPr id="12607" name="Google Shape;12607;p27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33" name="Google Shape;12633;p27"/>
          <p:cNvSpPr/>
          <p:nvPr/>
        </p:nvSpPr>
        <p:spPr>
          <a:xfrm rot="10800000">
            <a:off x="365518" y="102718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12634" name="Shape 1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5" name="Google Shape;12635;p28"/>
          <p:cNvSpPr txBox="1"/>
          <p:nvPr>
            <p:ph hasCustomPrompt="1" type="title"/>
          </p:nvPr>
        </p:nvSpPr>
        <p:spPr>
          <a:xfrm>
            <a:off x="1910200" y="2015875"/>
            <a:ext cx="10422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6" name="Google Shape;12636;p28"/>
          <p:cNvSpPr txBox="1"/>
          <p:nvPr>
            <p:ph hasCustomPrompt="1" idx="2" type="title"/>
          </p:nvPr>
        </p:nvSpPr>
        <p:spPr>
          <a:xfrm>
            <a:off x="4586525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7" name="Google Shape;12637;p28"/>
          <p:cNvSpPr txBox="1"/>
          <p:nvPr>
            <p:ph hasCustomPrompt="1" idx="3" type="title"/>
          </p:nvPr>
        </p:nvSpPr>
        <p:spPr>
          <a:xfrm>
            <a:off x="7262249" y="2015863"/>
            <a:ext cx="10425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38" name="Google Shape;12638;p28"/>
          <p:cNvSpPr txBox="1"/>
          <p:nvPr>
            <p:ph idx="4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2639" name="Google Shape;12639;p28"/>
          <p:cNvSpPr txBox="1"/>
          <p:nvPr>
            <p:ph idx="1" type="subTitle"/>
          </p:nvPr>
        </p:nvSpPr>
        <p:spPr>
          <a:xfrm>
            <a:off x="713225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0" name="Google Shape;12640;p28"/>
          <p:cNvSpPr txBox="1"/>
          <p:nvPr>
            <p:ph idx="5" type="subTitle"/>
          </p:nvPr>
        </p:nvSpPr>
        <p:spPr>
          <a:xfrm>
            <a:off x="713225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1" name="Google Shape;12641;p28"/>
          <p:cNvSpPr txBox="1"/>
          <p:nvPr>
            <p:ph idx="6" type="subTitle"/>
          </p:nvPr>
        </p:nvSpPr>
        <p:spPr>
          <a:xfrm>
            <a:off x="3388950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2" name="Google Shape;12642;p28"/>
          <p:cNvSpPr txBox="1"/>
          <p:nvPr>
            <p:ph idx="7" type="subTitle"/>
          </p:nvPr>
        </p:nvSpPr>
        <p:spPr>
          <a:xfrm>
            <a:off x="3388950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3" name="Google Shape;12643;p28"/>
          <p:cNvSpPr txBox="1"/>
          <p:nvPr>
            <p:ph idx="8" type="subTitle"/>
          </p:nvPr>
        </p:nvSpPr>
        <p:spPr>
          <a:xfrm>
            <a:off x="6064674" y="328142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rtl="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rtl="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644" name="Google Shape;12644;p28"/>
          <p:cNvSpPr txBox="1"/>
          <p:nvPr>
            <p:ph idx="9" type="subTitle"/>
          </p:nvPr>
        </p:nvSpPr>
        <p:spPr>
          <a:xfrm>
            <a:off x="6064674" y="29266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Poppins Medium"/>
              <a:buNone/>
              <a:defRPr sz="2400">
                <a:solidFill>
                  <a:schemeClr val="dk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12645" name="Google Shape;12645;p28"/>
          <p:cNvSpPr/>
          <p:nvPr/>
        </p:nvSpPr>
        <p:spPr>
          <a:xfrm>
            <a:off x="1035750" y="4777950"/>
            <a:ext cx="2895900" cy="118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6" name="Google Shape;12646;p28"/>
          <p:cNvSpPr/>
          <p:nvPr/>
        </p:nvSpPr>
        <p:spPr>
          <a:xfrm>
            <a:off x="8172973" y="4365558"/>
            <a:ext cx="908514" cy="95518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47" name="Google Shape;12647;p28"/>
          <p:cNvGrpSpPr/>
          <p:nvPr/>
        </p:nvGrpSpPr>
        <p:grpSpPr>
          <a:xfrm>
            <a:off x="8890016" y="-99751"/>
            <a:ext cx="347597" cy="4345456"/>
            <a:chOff x="-136402" y="-175976"/>
            <a:chExt cx="347597" cy="4345456"/>
          </a:xfrm>
        </p:grpSpPr>
        <p:sp>
          <p:nvSpPr>
            <p:cNvPr id="12648" name="Google Shape;12648;p28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28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28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28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28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28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28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28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28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28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28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28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28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28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28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28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28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28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28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28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28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28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28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28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28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28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28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5" name="Google Shape;12675;p28"/>
          <p:cNvGrpSpPr/>
          <p:nvPr/>
        </p:nvGrpSpPr>
        <p:grpSpPr>
          <a:xfrm>
            <a:off x="8890016" y="-99751"/>
            <a:ext cx="347597" cy="4345451"/>
            <a:chOff x="-136402" y="-175976"/>
            <a:chExt cx="347597" cy="4345451"/>
          </a:xfrm>
        </p:grpSpPr>
        <p:sp>
          <p:nvSpPr>
            <p:cNvPr id="12676" name="Google Shape;12676;p28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28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28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28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28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28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28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28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28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28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28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28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28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28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28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28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28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28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28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28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28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28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28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28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28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28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02" name="Google Shape;12702;p28"/>
          <p:cNvSpPr/>
          <p:nvPr/>
        </p:nvSpPr>
        <p:spPr>
          <a:xfrm>
            <a:off x="8889968" y="-99800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3" name="Google Shape;12703;p28"/>
          <p:cNvSpPr/>
          <p:nvPr/>
        </p:nvSpPr>
        <p:spPr>
          <a:xfrm>
            <a:off x="-151900" y="-120000"/>
            <a:ext cx="991295" cy="1042216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12704" name="Shape 12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5" name="Google Shape;12705;p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06" name="Google Shape;12706;p29"/>
          <p:cNvGrpSpPr/>
          <p:nvPr/>
        </p:nvGrpSpPr>
        <p:grpSpPr>
          <a:xfrm rot="-5400000">
            <a:off x="6144894" y="2894790"/>
            <a:ext cx="347597" cy="4345456"/>
            <a:chOff x="-136402" y="-175976"/>
            <a:chExt cx="347597" cy="4345456"/>
          </a:xfrm>
        </p:grpSpPr>
        <p:sp>
          <p:nvSpPr>
            <p:cNvPr id="12707" name="Google Shape;12707;p29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29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29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29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9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9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29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29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29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29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29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29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29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29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29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29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29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29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29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29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29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29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29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29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29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29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29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29"/>
          <p:cNvGrpSpPr/>
          <p:nvPr/>
        </p:nvGrpSpPr>
        <p:grpSpPr>
          <a:xfrm rot="-5400000">
            <a:off x="6144891" y="2894793"/>
            <a:ext cx="347597" cy="4345451"/>
            <a:chOff x="-136402" y="-175976"/>
            <a:chExt cx="347597" cy="4345451"/>
          </a:xfrm>
        </p:grpSpPr>
        <p:sp>
          <p:nvSpPr>
            <p:cNvPr id="12735" name="Google Shape;12735;p29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29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29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29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29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29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29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29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29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29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29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29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9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9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9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29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29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29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29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29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29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29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29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29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29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29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61" name="Google Shape;12761;p29"/>
          <p:cNvSpPr/>
          <p:nvPr/>
        </p:nvSpPr>
        <p:spPr>
          <a:xfrm rot="-5400000">
            <a:off x="6144816" y="289476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2" name="Google Shape;12762;p29"/>
          <p:cNvSpPr/>
          <p:nvPr/>
        </p:nvSpPr>
        <p:spPr>
          <a:xfrm>
            <a:off x="-221725" y="4030165"/>
            <a:ext cx="934961" cy="982947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3" name="Google Shape;12763;p29"/>
          <p:cNvSpPr/>
          <p:nvPr/>
        </p:nvSpPr>
        <p:spPr>
          <a:xfrm>
            <a:off x="8777236" y="-47750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4" name="Google Shape;12764;p29"/>
          <p:cNvSpPr/>
          <p:nvPr/>
        </p:nvSpPr>
        <p:spPr>
          <a:xfrm>
            <a:off x="8599075" y="1637891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12765" name="Shape 1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6" name="Google Shape;12766;p30"/>
          <p:cNvSpPr txBox="1"/>
          <p:nvPr>
            <p:ph type="title"/>
          </p:nvPr>
        </p:nvSpPr>
        <p:spPr>
          <a:xfrm>
            <a:off x="720000" y="445025"/>
            <a:ext cx="77040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2767" name="Google Shape;12767;p30"/>
          <p:cNvGrpSpPr/>
          <p:nvPr/>
        </p:nvGrpSpPr>
        <p:grpSpPr>
          <a:xfrm rot="-5400000">
            <a:off x="1552469" y="-2158710"/>
            <a:ext cx="347597" cy="4345456"/>
            <a:chOff x="-136402" y="-175976"/>
            <a:chExt cx="347597" cy="4345456"/>
          </a:xfrm>
        </p:grpSpPr>
        <p:sp>
          <p:nvSpPr>
            <p:cNvPr id="12768" name="Google Shape;12768;p30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30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30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30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30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30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30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30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30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30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30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30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30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30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30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30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30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30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30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30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30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30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30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30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30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30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30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5" name="Google Shape;12795;p30"/>
          <p:cNvGrpSpPr/>
          <p:nvPr/>
        </p:nvGrpSpPr>
        <p:grpSpPr>
          <a:xfrm rot="-5400000">
            <a:off x="1552466" y="-2158707"/>
            <a:ext cx="347597" cy="4345451"/>
            <a:chOff x="-136402" y="-175976"/>
            <a:chExt cx="347597" cy="4345451"/>
          </a:xfrm>
        </p:grpSpPr>
        <p:sp>
          <p:nvSpPr>
            <p:cNvPr id="12796" name="Google Shape;12796;p30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30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30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30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30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30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30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30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30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30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30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30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30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30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30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30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30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30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30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30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30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30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30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30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30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30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2" name="Google Shape;12822;p30"/>
          <p:cNvSpPr/>
          <p:nvPr/>
        </p:nvSpPr>
        <p:spPr>
          <a:xfrm rot="-5400000">
            <a:off x="1552391" y="-2158735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3" name="Google Shape;12823;p30"/>
          <p:cNvSpPr/>
          <p:nvPr/>
        </p:nvSpPr>
        <p:spPr>
          <a:xfrm rot="-5400000">
            <a:off x="1712363" y="3497863"/>
            <a:ext cx="459300" cy="30402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4" name="Google Shape;12824;p30"/>
          <p:cNvSpPr/>
          <p:nvPr/>
        </p:nvSpPr>
        <p:spPr>
          <a:xfrm rot="-5400000">
            <a:off x="-1034812" y="3850013"/>
            <a:ext cx="1896300" cy="18963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5" name="Google Shape;12825;p30"/>
          <p:cNvSpPr/>
          <p:nvPr/>
        </p:nvSpPr>
        <p:spPr>
          <a:xfrm>
            <a:off x="8624923" y="1816773"/>
            <a:ext cx="847455" cy="89099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12826" name="Shape 12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27" name="Google Shape;12827;p31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2828" name="Google Shape;12828;p31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31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31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31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31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31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31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31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31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31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31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31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31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31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31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31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31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31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31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31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31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31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31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31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31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31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31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31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31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31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31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31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31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31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31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31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31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31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31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31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31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31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31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31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31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31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31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31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31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31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31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31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31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31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31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31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31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31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31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31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31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31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31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31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31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31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31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31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31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31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31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31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31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31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31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31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31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31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31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31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31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31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31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31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31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31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31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31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31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31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31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31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31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31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31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31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31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31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31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31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31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31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31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31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31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31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31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31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31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31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31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31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31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31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31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31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31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31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31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31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31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31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31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31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31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31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31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31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31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31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31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31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31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31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31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31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31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31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31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31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31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31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31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31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31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31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31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31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31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31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31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31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31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31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31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31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31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31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31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31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31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31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31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31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31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31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31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31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31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31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31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31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31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31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31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31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31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31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31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31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31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31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31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31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31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31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31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31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31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31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31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31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31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31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31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31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31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31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31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31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31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31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31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31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31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31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31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31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31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31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31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31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31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31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31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31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31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31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31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31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31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31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31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31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31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31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31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31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31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31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31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31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31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31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31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31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31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31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31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31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31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31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31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31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31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31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31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31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31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31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31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31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31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31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31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31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31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31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31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31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31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31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31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31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31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31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31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31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31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31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31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31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31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31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31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31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31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31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31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31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31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31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31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31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31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31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31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31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31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31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31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31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31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31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31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31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31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31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31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31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31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31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31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31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31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31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31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31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31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31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31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31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31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31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31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31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31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31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31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31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31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31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31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31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31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31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31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31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31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31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31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31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31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31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31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31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31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31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31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31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31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31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31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31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31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31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31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31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31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31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31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31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31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31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31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31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31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31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31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31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31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31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31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31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31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31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31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31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31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31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31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31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31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31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31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31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31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31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31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31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31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31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31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31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31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31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31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31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31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31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31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31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31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31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31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31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31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31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31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31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31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31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31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31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31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31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31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31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31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31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31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31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31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31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31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31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31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31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31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31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31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31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31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31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31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31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31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31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31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31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31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31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31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31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31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31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31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31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31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31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31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31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31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31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31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31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31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31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31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31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31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31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31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31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31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31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31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31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31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31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31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31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31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31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31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31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31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31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31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31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31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31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31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31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31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31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31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31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31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31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31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31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31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31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31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31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31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31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31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31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31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31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31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31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31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31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31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31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31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31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31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31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31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31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31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31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31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31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31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31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31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31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31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31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31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31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31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31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31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31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31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31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31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31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31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31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31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31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31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31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31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31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31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31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31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31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31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31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31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31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31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31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31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31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31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31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31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31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31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31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31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31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31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31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31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31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31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31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31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31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31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31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31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31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31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31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31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31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31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31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31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31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31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31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31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31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31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31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31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31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31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31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31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31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31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31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31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31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31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31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31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31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31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31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31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31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31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31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31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31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31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31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31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31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31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31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31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31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31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31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31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31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31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31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31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31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31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31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31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31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31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31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31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31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31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31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31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31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31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31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31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31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31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31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31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31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31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31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31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31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31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31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31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31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31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31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31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31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31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31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31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31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31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31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31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31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31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31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31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31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31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31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31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31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31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31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31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31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31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31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31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31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31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31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31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31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31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31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31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31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31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31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31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31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31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31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31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31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31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31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31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31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31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31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31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31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31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31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31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31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31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31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31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31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31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31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31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31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31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31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31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31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31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31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31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31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31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31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31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31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31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31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31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31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31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31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31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31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31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31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31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31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31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31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31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31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31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31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31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31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31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31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31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31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31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31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31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31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31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31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31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31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31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31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31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31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31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31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31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31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31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31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31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31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31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31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31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31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31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31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31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31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31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31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31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31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31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31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31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31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31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31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31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31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31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31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31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31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31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31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31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31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31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31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31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31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31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31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31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31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31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31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31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31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31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31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31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31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31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31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31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31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31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31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31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31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31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31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31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31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31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31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31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31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31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31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31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31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31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31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31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31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31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31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31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31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31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31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31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31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31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31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31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31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31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31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31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31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31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31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31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31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31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31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31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31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31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31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31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31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31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31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31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31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31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31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31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31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31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31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31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31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31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31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31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31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31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31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31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31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31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31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31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31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31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31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31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31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31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31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31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31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31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31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31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31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31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31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31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31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31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31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31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31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31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31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31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31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31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31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31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31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31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31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31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31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31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31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31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31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31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31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31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31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31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31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31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31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31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31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31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31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31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31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31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31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31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31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31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31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31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31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31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31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31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31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31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31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31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31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31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31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31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31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31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31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31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31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31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31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31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31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31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31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31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31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31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31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31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31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31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31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31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31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31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31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31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31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31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31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31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31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31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31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31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31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31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31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31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31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31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31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31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31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31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31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31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31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31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31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31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31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31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31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31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31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31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31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31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31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31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31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31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31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31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31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31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31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31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31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31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31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31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31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31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31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31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31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31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31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31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31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31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31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31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31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31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31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31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31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31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31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31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31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31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31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31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31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31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31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31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31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31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31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31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31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31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31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31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31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31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31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31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31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31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31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31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31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31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31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31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31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31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31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31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31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31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31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31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31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31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31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31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31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31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31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31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31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31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31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31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31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31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31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31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31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31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31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31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31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31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31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31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31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31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31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31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31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31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31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31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31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31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31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31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31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31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31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31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31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31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31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31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31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31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31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31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31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31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31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31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31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31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31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31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31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31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31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31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31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31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31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31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31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31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31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31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31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31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31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31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31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31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31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31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31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31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31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31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31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31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31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31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31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31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31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31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31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31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31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31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31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31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31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31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31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31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31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31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31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31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31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31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31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31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31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31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31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31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31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31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31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31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31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31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31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31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31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31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31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31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31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31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31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31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31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31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31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31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31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31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31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31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31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31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31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31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31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31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31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31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31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31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31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31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31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31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31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31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31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31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31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31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31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31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31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31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31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31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31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31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31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31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31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31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31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31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31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31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31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31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31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31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31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31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31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31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31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31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31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31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31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31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31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31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31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31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31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31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31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31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31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31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31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31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31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31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31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31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31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31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31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31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31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31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31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31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31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31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31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31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31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31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31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31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31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31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31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31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31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31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31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31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31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31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31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31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31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31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31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31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31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31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31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31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31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31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31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31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31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31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31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31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31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31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31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31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31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31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31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31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31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31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31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31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31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31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31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31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31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31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31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31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31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31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31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31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31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31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31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31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31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31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31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31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31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31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31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31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31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31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31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31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31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31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31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31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31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31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31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31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31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31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31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31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31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31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31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31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31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31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31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31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31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31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31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31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31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31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31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31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31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31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31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31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31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31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31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31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31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31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31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31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31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31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31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31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31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31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31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31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31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31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31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31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31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31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31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31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31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31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31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31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31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31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31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31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31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31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31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31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31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31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31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31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31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31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31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31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31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31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31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31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31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31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31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31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31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31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31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31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31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31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31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31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31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31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31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31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31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31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31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31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31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31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31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31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31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31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31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31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31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31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31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31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31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31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31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31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31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31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31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31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31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31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31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31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31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31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31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31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31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31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31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31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31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31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31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31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31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31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31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31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31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31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31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31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31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31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31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31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31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31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31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31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31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31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31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31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31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31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31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31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31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31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31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31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31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31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31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31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31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31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31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31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31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31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31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31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31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31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31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31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31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31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31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31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31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31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31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31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31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31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31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31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31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31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31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31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31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31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31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31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31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31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31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31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31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31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31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31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31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31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31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31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31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31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31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31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31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31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31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31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31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31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31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31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31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31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31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31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31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31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31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31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31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31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31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31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31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31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31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31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31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31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31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31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31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31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31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31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31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31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31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31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31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4" name="Google Shape;14444;p31"/>
          <p:cNvGrpSpPr/>
          <p:nvPr/>
        </p:nvGrpSpPr>
        <p:grpSpPr>
          <a:xfrm rot="-5400000">
            <a:off x="5968319" y="-2113997"/>
            <a:ext cx="347597" cy="4345456"/>
            <a:chOff x="-136402" y="-175976"/>
            <a:chExt cx="347597" cy="4345456"/>
          </a:xfrm>
        </p:grpSpPr>
        <p:sp>
          <p:nvSpPr>
            <p:cNvPr id="14445" name="Google Shape;14445;p31"/>
            <p:cNvSpPr/>
            <p:nvPr/>
          </p:nvSpPr>
          <p:spPr>
            <a:xfrm>
              <a:off x="-136402" y="-175976"/>
              <a:ext cx="273965" cy="273814"/>
            </a:xfrm>
            <a:custGeom>
              <a:rect b="b" l="l" r="r" t="t"/>
              <a:pathLst>
                <a:path extrusionOk="0" h="3622" w="3624">
                  <a:moveTo>
                    <a:pt x="1515" y="0"/>
                  </a:moveTo>
                  <a:lnTo>
                    <a:pt x="1" y="1513"/>
                  </a:lnTo>
                  <a:lnTo>
                    <a:pt x="1" y="3621"/>
                  </a:lnTo>
                  <a:lnTo>
                    <a:pt x="36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31"/>
            <p:cNvSpPr/>
            <p:nvPr/>
          </p:nvSpPr>
          <p:spPr>
            <a:xfrm>
              <a:off x="-136402" y="1778994"/>
              <a:ext cx="347597" cy="506503"/>
            </a:xfrm>
            <a:custGeom>
              <a:rect b="b" l="l" r="r" t="t"/>
              <a:pathLst>
                <a:path extrusionOk="0" h="6700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31"/>
            <p:cNvSpPr/>
            <p:nvPr/>
          </p:nvSpPr>
          <p:spPr>
            <a:xfrm>
              <a:off x="-136402" y="232615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31"/>
            <p:cNvSpPr/>
            <p:nvPr/>
          </p:nvSpPr>
          <p:spPr>
            <a:xfrm>
              <a:off x="-136402" y="-175976"/>
              <a:ext cx="91624" cy="91473"/>
            </a:xfrm>
            <a:custGeom>
              <a:rect b="b" l="l" r="r" t="t"/>
              <a:pathLst>
                <a:path extrusionOk="0" h="1210" w="1212">
                  <a:moveTo>
                    <a:pt x="1" y="0"/>
                  </a:moveTo>
                  <a:lnTo>
                    <a:pt x="1" y="1209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31"/>
            <p:cNvSpPr/>
            <p:nvPr/>
          </p:nvSpPr>
          <p:spPr>
            <a:xfrm>
              <a:off x="-136402" y="360250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31"/>
            <p:cNvSpPr/>
            <p:nvPr/>
          </p:nvSpPr>
          <p:spPr>
            <a:xfrm>
              <a:off x="-136402" y="3420168"/>
              <a:ext cx="347597" cy="506352"/>
            </a:xfrm>
            <a:custGeom>
              <a:rect b="b" l="l" r="r" t="t"/>
              <a:pathLst>
                <a:path extrusionOk="0" h="6698" w="4598">
                  <a:moveTo>
                    <a:pt x="4597" y="1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31"/>
            <p:cNvSpPr/>
            <p:nvPr/>
          </p:nvSpPr>
          <p:spPr>
            <a:xfrm>
              <a:off x="-136402" y="3237908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6"/>
                  </a:lnTo>
                  <a:lnTo>
                    <a:pt x="1" y="6696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31"/>
            <p:cNvSpPr/>
            <p:nvPr/>
          </p:nvSpPr>
          <p:spPr>
            <a:xfrm>
              <a:off x="-136402" y="3055572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31"/>
            <p:cNvSpPr/>
            <p:nvPr/>
          </p:nvSpPr>
          <p:spPr>
            <a:xfrm>
              <a:off x="-136402" y="-175976"/>
              <a:ext cx="347597" cy="456155"/>
            </a:xfrm>
            <a:custGeom>
              <a:rect b="b" l="l" r="r" t="t"/>
              <a:pathLst>
                <a:path extrusionOk="0" h="6034" w="4598">
                  <a:moveTo>
                    <a:pt x="3927" y="0"/>
                  </a:moveTo>
                  <a:lnTo>
                    <a:pt x="1" y="3925"/>
                  </a:lnTo>
                  <a:lnTo>
                    <a:pt x="1" y="6033"/>
                  </a:lnTo>
                  <a:lnTo>
                    <a:pt x="4597" y="143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31"/>
            <p:cNvSpPr/>
            <p:nvPr/>
          </p:nvSpPr>
          <p:spPr>
            <a:xfrm>
              <a:off x="-136402" y="269074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31"/>
            <p:cNvSpPr/>
            <p:nvPr/>
          </p:nvSpPr>
          <p:spPr>
            <a:xfrm>
              <a:off x="-136402" y="1232062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31"/>
            <p:cNvSpPr/>
            <p:nvPr/>
          </p:nvSpPr>
          <p:spPr>
            <a:xfrm>
              <a:off x="-136402" y="2508489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6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31"/>
            <p:cNvSpPr/>
            <p:nvPr/>
          </p:nvSpPr>
          <p:spPr>
            <a:xfrm>
              <a:off x="-136402" y="1049726"/>
              <a:ext cx="347597" cy="506806"/>
            </a:xfrm>
            <a:custGeom>
              <a:rect b="b" l="l" r="r" t="t"/>
              <a:pathLst>
                <a:path extrusionOk="0" h="6704" w="4598">
                  <a:moveTo>
                    <a:pt x="4597" y="1"/>
                  </a:moveTo>
                  <a:lnTo>
                    <a:pt x="1" y="4597"/>
                  </a:lnTo>
                  <a:lnTo>
                    <a:pt x="1" y="6704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31"/>
            <p:cNvSpPr/>
            <p:nvPr/>
          </p:nvSpPr>
          <p:spPr>
            <a:xfrm>
              <a:off x="-136402" y="503172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31"/>
            <p:cNvSpPr/>
            <p:nvPr/>
          </p:nvSpPr>
          <p:spPr>
            <a:xfrm>
              <a:off x="-136402" y="2143817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7"/>
                  </a:lnTo>
                  <a:lnTo>
                    <a:pt x="1" y="6697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31"/>
            <p:cNvSpPr/>
            <p:nvPr/>
          </p:nvSpPr>
          <p:spPr>
            <a:xfrm>
              <a:off x="-136402" y="1596734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7"/>
                  </a:lnTo>
                  <a:lnTo>
                    <a:pt x="1" y="6698"/>
                  </a:lnTo>
                  <a:lnTo>
                    <a:pt x="4597" y="2108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31"/>
            <p:cNvSpPr/>
            <p:nvPr/>
          </p:nvSpPr>
          <p:spPr>
            <a:xfrm>
              <a:off x="-136402" y="320836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31"/>
            <p:cNvSpPr/>
            <p:nvPr/>
          </p:nvSpPr>
          <p:spPr>
            <a:xfrm>
              <a:off x="-136402" y="3784840"/>
              <a:ext cx="347597" cy="384640"/>
            </a:xfrm>
            <a:custGeom>
              <a:rect b="b" l="l" r="r" t="t"/>
              <a:pathLst>
                <a:path extrusionOk="0" h="5088" w="4598">
                  <a:moveTo>
                    <a:pt x="4597" y="1"/>
                  </a:moveTo>
                  <a:lnTo>
                    <a:pt x="1" y="4597"/>
                  </a:lnTo>
                  <a:lnTo>
                    <a:pt x="1" y="5088"/>
                  </a:lnTo>
                  <a:lnTo>
                    <a:pt x="1611" y="5088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31"/>
            <p:cNvSpPr/>
            <p:nvPr/>
          </p:nvSpPr>
          <p:spPr>
            <a:xfrm>
              <a:off x="-136402" y="1414398"/>
              <a:ext cx="347597" cy="506957"/>
            </a:xfrm>
            <a:custGeom>
              <a:rect b="b" l="l" r="r" t="t"/>
              <a:pathLst>
                <a:path extrusionOk="0" h="6706" w="4598">
                  <a:moveTo>
                    <a:pt x="4597" y="0"/>
                  </a:moveTo>
                  <a:lnTo>
                    <a:pt x="1" y="4597"/>
                  </a:lnTo>
                  <a:lnTo>
                    <a:pt x="1" y="6705"/>
                  </a:lnTo>
                  <a:lnTo>
                    <a:pt x="4597" y="210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31"/>
            <p:cNvSpPr/>
            <p:nvPr/>
          </p:nvSpPr>
          <p:spPr>
            <a:xfrm>
              <a:off x="-136402" y="685583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31"/>
            <p:cNvSpPr/>
            <p:nvPr/>
          </p:nvSpPr>
          <p:spPr>
            <a:xfrm>
              <a:off x="-136402" y="2873085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1"/>
                  </a:moveTo>
                  <a:lnTo>
                    <a:pt x="1" y="4597"/>
                  </a:lnTo>
                  <a:lnTo>
                    <a:pt x="1" y="6699"/>
                  </a:lnTo>
                  <a:lnTo>
                    <a:pt x="4597" y="210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31"/>
            <p:cNvSpPr/>
            <p:nvPr/>
          </p:nvSpPr>
          <p:spPr>
            <a:xfrm>
              <a:off x="-136402" y="-43836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1"/>
                  </a:moveTo>
                  <a:lnTo>
                    <a:pt x="1" y="4590"/>
                  </a:lnTo>
                  <a:lnTo>
                    <a:pt x="1" y="6697"/>
                  </a:lnTo>
                  <a:lnTo>
                    <a:pt x="4597" y="210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31"/>
            <p:cNvSpPr/>
            <p:nvPr/>
          </p:nvSpPr>
          <p:spPr>
            <a:xfrm>
              <a:off x="8971" y="3967175"/>
              <a:ext cx="202223" cy="202299"/>
            </a:xfrm>
            <a:custGeom>
              <a:rect b="b" l="l" r="r" t="t"/>
              <a:pathLst>
                <a:path extrusionOk="0" h="2676" w="2675">
                  <a:moveTo>
                    <a:pt x="2674" y="0"/>
                  </a:moveTo>
                  <a:lnTo>
                    <a:pt x="0" y="2676"/>
                  </a:lnTo>
                  <a:lnTo>
                    <a:pt x="2100" y="2676"/>
                  </a:lnTo>
                  <a:lnTo>
                    <a:pt x="2674" y="2102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31"/>
            <p:cNvSpPr/>
            <p:nvPr/>
          </p:nvSpPr>
          <p:spPr>
            <a:xfrm>
              <a:off x="-136402" y="1961481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95"/>
                  </a:lnTo>
                  <a:lnTo>
                    <a:pt x="1" y="6697"/>
                  </a:lnTo>
                  <a:lnTo>
                    <a:pt x="4597" y="210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31"/>
            <p:cNvSpPr/>
            <p:nvPr/>
          </p:nvSpPr>
          <p:spPr>
            <a:xfrm>
              <a:off x="-136402" y="867919"/>
              <a:ext cx="347597" cy="506276"/>
            </a:xfrm>
            <a:custGeom>
              <a:rect b="b" l="l" r="r" t="t"/>
              <a:pathLst>
                <a:path extrusionOk="0" h="6697" w="4598">
                  <a:moveTo>
                    <a:pt x="4597" y="0"/>
                  </a:moveTo>
                  <a:lnTo>
                    <a:pt x="1" y="4589"/>
                  </a:lnTo>
                  <a:lnTo>
                    <a:pt x="1" y="6697"/>
                  </a:lnTo>
                  <a:lnTo>
                    <a:pt x="4597" y="210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31"/>
            <p:cNvSpPr/>
            <p:nvPr/>
          </p:nvSpPr>
          <p:spPr>
            <a:xfrm>
              <a:off x="-136402" y="138500"/>
              <a:ext cx="347597" cy="506428"/>
            </a:xfrm>
            <a:custGeom>
              <a:rect b="b" l="l" r="r" t="t"/>
              <a:pathLst>
                <a:path extrusionOk="0" h="6699" w="4598">
                  <a:moveTo>
                    <a:pt x="4597" y="0"/>
                  </a:moveTo>
                  <a:lnTo>
                    <a:pt x="1" y="4590"/>
                  </a:lnTo>
                  <a:lnTo>
                    <a:pt x="1" y="6698"/>
                  </a:lnTo>
                  <a:lnTo>
                    <a:pt x="4597" y="210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31"/>
            <p:cNvSpPr/>
            <p:nvPr/>
          </p:nvSpPr>
          <p:spPr>
            <a:xfrm>
              <a:off x="191311" y="4149587"/>
              <a:ext cx="19882" cy="19882"/>
            </a:xfrm>
            <a:custGeom>
              <a:rect b="b" l="l" r="r" t="t"/>
              <a:pathLst>
                <a:path extrusionOk="0" h="263" w="263">
                  <a:moveTo>
                    <a:pt x="262" y="1"/>
                  </a:moveTo>
                  <a:lnTo>
                    <a:pt x="0" y="263"/>
                  </a:lnTo>
                  <a:lnTo>
                    <a:pt x="262" y="263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2" name="Google Shape;14472;p31"/>
          <p:cNvGrpSpPr/>
          <p:nvPr/>
        </p:nvGrpSpPr>
        <p:grpSpPr>
          <a:xfrm rot="-5400000">
            <a:off x="5968316" y="-2113995"/>
            <a:ext cx="347597" cy="4345451"/>
            <a:chOff x="-136402" y="-175976"/>
            <a:chExt cx="347597" cy="4345451"/>
          </a:xfrm>
        </p:grpSpPr>
        <p:sp>
          <p:nvSpPr>
            <p:cNvPr id="14473" name="Google Shape;14473;p31"/>
            <p:cNvSpPr/>
            <p:nvPr/>
          </p:nvSpPr>
          <p:spPr>
            <a:xfrm>
              <a:off x="-136402" y="3579069"/>
              <a:ext cx="347597" cy="371033"/>
            </a:xfrm>
            <a:custGeom>
              <a:rect b="b" l="l" r="r" t="t"/>
              <a:pathLst>
                <a:path extrusionOk="0" h="4908" w="4598">
                  <a:moveTo>
                    <a:pt x="4597" y="1"/>
                  </a:moveTo>
                  <a:lnTo>
                    <a:pt x="1" y="4595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31"/>
            <p:cNvSpPr/>
            <p:nvPr/>
          </p:nvSpPr>
          <p:spPr>
            <a:xfrm>
              <a:off x="-136402" y="2850179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31"/>
            <p:cNvSpPr/>
            <p:nvPr/>
          </p:nvSpPr>
          <p:spPr>
            <a:xfrm>
              <a:off x="-14615" y="3943741"/>
              <a:ext cx="225810" cy="225734"/>
            </a:xfrm>
            <a:custGeom>
              <a:rect b="b" l="l" r="r" t="t"/>
              <a:pathLst>
                <a:path extrusionOk="0" h="2986" w="2987">
                  <a:moveTo>
                    <a:pt x="2986" y="0"/>
                  </a:moveTo>
                  <a:lnTo>
                    <a:pt x="0" y="2986"/>
                  </a:lnTo>
                  <a:lnTo>
                    <a:pt x="312" y="2986"/>
                  </a:lnTo>
                  <a:lnTo>
                    <a:pt x="2986" y="310"/>
                  </a:lnTo>
                  <a:lnTo>
                    <a:pt x="2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31"/>
            <p:cNvSpPr/>
            <p:nvPr/>
          </p:nvSpPr>
          <p:spPr>
            <a:xfrm>
              <a:off x="-136402" y="3214775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1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31"/>
            <p:cNvSpPr/>
            <p:nvPr/>
          </p:nvSpPr>
          <p:spPr>
            <a:xfrm>
              <a:off x="-136402" y="248550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89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31"/>
            <p:cNvSpPr/>
            <p:nvPr/>
          </p:nvSpPr>
          <p:spPr>
            <a:xfrm>
              <a:off x="-136402" y="2120760"/>
              <a:ext cx="347597" cy="370579"/>
            </a:xfrm>
            <a:custGeom>
              <a:rect b="b" l="l" r="r" t="t"/>
              <a:pathLst>
                <a:path extrusionOk="0" h="4902" w="4598">
                  <a:moveTo>
                    <a:pt x="4597" y="0"/>
                  </a:moveTo>
                  <a:lnTo>
                    <a:pt x="1" y="4590"/>
                  </a:lnTo>
                  <a:lnTo>
                    <a:pt x="1" y="4902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31"/>
            <p:cNvSpPr/>
            <p:nvPr/>
          </p:nvSpPr>
          <p:spPr>
            <a:xfrm>
              <a:off x="-136402" y="175608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31"/>
            <p:cNvSpPr/>
            <p:nvPr/>
          </p:nvSpPr>
          <p:spPr>
            <a:xfrm>
              <a:off x="-136402" y="1391417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31"/>
            <p:cNvSpPr/>
            <p:nvPr/>
          </p:nvSpPr>
          <p:spPr>
            <a:xfrm>
              <a:off x="-136402" y="1026669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0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06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31"/>
            <p:cNvSpPr/>
            <p:nvPr/>
          </p:nvSpPr>
          <p:spPr>
            <a:xfrm>
              <a:off x="-136402" y="661998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31"/>
            <p:cNvSpPr/>
            <p:nvPr/>
          </p:nvSpPr>
          <p:spPr>
            <a:xfrm>
              <a:off x="-136402" y="29740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6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31"/>
            <p:cNvSpPr/>
            <p:nvPr/>
          </p:nvSpPr>
          <p:spPr>
            <a:xfrm>
              <a:off x="-136402" y="-67421"/>
              <a:ext cx="347597" cy="370655"/>
            </a:xfrm>
            <a:custGeom>
              <a:rect b="b" l="l" r="r" t="t"/>
              <a:pathLst>
                <a:path extrusionOk="0" h="4903" w="4598">
                  <a:moveTo>
                    <a:pt x="4597" y="1"/>
                  </a:moveTo>
                  <a:lnTo>
                    <a:pt x="1" y="4597"/>
                  </a:lnTo>
                  <a:lnTo>
                    <a:pt x="1" y="4902"/>
                  </a:lnTo>
                  <a:lnTo>
                    <a:pt x="4597" y="313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31"/>
            <p:cNvSpPr/>
            <p:nvPr/>
          </p:nvSpPr>
          <p:spPr>
            <a:xfrm>
              <a:off x="-136402" y="-175976"/>
              <a:ext cx="114606" cy="114379"/>
            </a:xfrm>
            <a:custGeom>
              <a:rect b="b" l="l" r="r" t="t"/>
              <a:pathLst>
                <a:path extrusionOk="0" h="1513" w="1516">
                  <a:moveTo>
                    <a:pt x="1212" y="0"/>
                  </a:moveTo>
                  <a:lnTo>
                    <a:pt x="1" y="1209"/>
                  </a:lnTo>
                  <a:lnTo>
                    <a:pt x="1" y="1513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31"/>
            <p:cNvSpPr/>
            <p:nvPr/>
          </p:nvSpPr>
          <p:spPr>
            <a:xfrm>
              <a:off x="167725" y="4126077"/>
              <a:ext cx="43469" cy="43393"/>
            </a:xfrm>
            <a:custGeom>
              <a:rect b="b" l="l" r="r" t="t"/>
              <a:pathLst>
                <a:path extrusionOk="0" h="574" w="575">
                  <a:moveTo>
                    <a:pt x="574" y="0"/>
                  </a:moveTo>
                  <a:lnTo>
                    <a:pt x="0" y="574"/>
                  </a:lnTo>
                  <a:lnTo>
                    <a:pt x="312" y="574"/>
                  </a:lnTo>
                  <a:lnTo>
                    <a:pt x="574" y="31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31"/>
            <p:cNvSpPr/>
            <p:nvPr/>
          </p:nvSpPr>
          <p:spPr>
            <a:xfrm>
              <a:off x="-136402" y="3396658"/>
              <a:ext cx="347597" cy="371108"/>
            </a:xfrm>
            <a:custGeom>
              <a:rect b="b" l="l" r="r" t="t"/>
              <a:pathLst>
                <a:path extrusionOk="0" h="4909" w="4598">
                  <a:moveTo>
                    <a:pt x="4597" y="0"/>
                  </a:moveTo>
                  <a:lnTo>
                    <a:pt x="1" y="4596"/>
                  </a:lnTo>
                  <a:lnTo>
                    <a:pt x="1" y="4908"/>
                  </a:lnTo>
                  <a:lnTo>
                    <a:pt x="4597" y="312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31"/>
            <p:cNvSpPr/>
            <p:nvPr/>
          </p:nvSpPr>
          <p:spPr>
            <a:xfrm>
              <a:off x="-136402" y="266784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4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31"/>
            <p:cNvSpPr/>
            <p:nvPr/>
          </p:nvSpPr>
          <p:spPr>
            <a:xfrm>
              <a:off x="-136402" y="193842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0"/>
                  </a:lnTo>
                  <a:lnTo>
                    <a:pt x="1" y="4900"/>
                  </a:lnTo>
                  <a:lnTo>
                    <a:pt x="4597" y="305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31"/>
            <p:cNvSpPr/>
            <p:nvPr/>
          </p:nvSpPr>
          <p:spPr>
            <a:xfrm>
              <a:off x="-136402" y="1209081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6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31"/>
            <p:cNvSpPr/>
            <p:nvPr/>
          </p:nvSpPr>
          <p:spPr>
            <a:xfrm>
              <a:off x="-136402" y="47966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1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31"/>
            <p:cNvSpPr/>
            <p:nvPr/>
          </p:nvSpPr>
          <p:spPr>
            <a:xfrm>
              <a:off x="-136402" y="3761405"/>
              <a:ext cx="347597" cy="370957"/>
            </a:xfrm>
            <a:custGeom>
              <a:rect b="b" l="l" r="r" t="t"/>
              <a:pathLst>
                <a:path extrusionOk="0" h="4907" w="4598">
                  <a:moveTo>
                    <a:pt x="4597" y="0"/>
                  </a:moveTo>
                  <a:lnTo>
                    <a:pt x="1" y="4597"/>
                  </a:lnTo>
                  <a:lnTo>
                    <a:pt x="1" y="4907"/>
                  </a:lnTo>
                  <a:lnTo>
                    <a:pt x="4597" y="31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31"/>
            <p:cNvSpPr/>
            <p:nvPr/>
          </p:nvSpPr>
          <p:spPr>
            <a:xfrm>
              <a:off x="-136402" y="3032440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1"/>
                  </a:lnTo>
                  <a:lnTo>
                    <a:pt x="1" y="4901"/>
                  </a:lnTo>
                  <a:lnTo>
                    <a:pt x="4597" y="306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31"/>
            <p:cNvSpPr/>
            <p:nvPr/>
          </p:nvSpPr>
          <p:spPr>
            <a:xfrm>
              <a:off x="-136402" y="2303172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89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31"/>
            <p:cNvSpPr/>
            <p:nvPr/>
          </p:nvSpPr>
          <p:spPr>
            <a:xfrm>
              <a:off x="-136402" y="1573753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04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31"/>
            <p:cNvSpPr/>
            <p:nvPr/>
          </p:nvSpPr>
          <p:spPr>
            <a:xfrm>
              <a:off x="-136402" y="844334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1"/>
                  </a:moveTo>
                  <a:lnTo>
                    <a:pt x="1" y="4597"/>
                  </a:lnTo>
                  <a:lnTo>
                    <a:pt x="1" y="4901"/>
                  </a:lnTo>
                  <a:lnTo>
                    <a:pt x="4597" y="312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31"/>
            <p:cNvSpPr/>
            <p:nvPr/>
          </p:nvSpPr>
          <p:spPr>
            <a:xfrm>
              <a:off x="-136402" y="115066"/>
              <a:ext cx="347597" cy="370503"/>
            </a:xfrm>
            <a:custGeom>
              <a:rect b="b" l="l" r="r" t="t"/>
              <a:pathLst>
                <a:path extrusionOk="0" h="4901" w="4598">
                  <a:moveTo>
                    <a:pt x="4597" y="0"/>
                  </a:moveTo>
                  <a:lnTo>
                    <a:pt x="1" y="4595"/>
                  </a:lnTo>
                  <a:lnTo>
                    <a:pt x="1" y="4900"/>
                  </a:lnTo>
                  <a:lnTo>
                    <a:pt x="4597" y="310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31"/>
            <p:cNvSpPr/>
            <p:nvPr/>
          </p:nvSpPr>
          <p:spPr>
            <a:xfrm>
              <a:off x="-136402" y="-175976"/>
              <a:ext cx="296947" cy="296720"/>
            </a:xfrm>
            <a:custGeom>
              <a:rect b="b" l="l" r="r" t="t"/>
              <a:pathLst>
                <a:path extrusionOk="0" h="3925" w="3928">
                  <a:moveTo>
                    <a:pt x="3624" y="0"/>
                  </a:moveTo>
                  <a:lnTo>
                    <a:pt x="1" y="3621"/>
                  </a:lnTo>
                  <a:lnTo>
                    <a:pt x="1" y="3925"/>
                  </a:lnTo>
                  <a:lnTo>
                    <a:pt x="39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99" name="Google Shape;14499;p31"/>
          <p:cNvSpPr/>
          <p:nvPr/>
        </p:nvSpPr>
        <p:spPr>
          <a:xfrm rot="-5400000">
            <a:off x="5968241" y="-2114023"/>
            <a:ext cx="347700" cy="43455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0" name="Google Shape;14500;p31"/>
          <p:cNvSpPr txBox="1"/>
          <p:nvPr>
            <p:ph type="title"/>
          </p:nvPr>
        </p:nvSpPr>
        <p:spPr>
          <a:xfrm>
            <a:off x="713226" y="540000"/>
            <a:ext cx="4634100" cy="13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8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4501" name="Google Shape;14501;p31"/>
          <p:cNvSpPr txBox="1"/>
          <p:nvPr>
            <p:ph idx="1" type="subTitle"/>
          </p:nvPr>
        </p:nvSpPr>
        <p:spPr>
          <a:xfrm>
            <a:off x="713225" y="1938646"/>
            <a:ext cx="4448100" cy="114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4502" name="Google Shape;14502;p31"/>
          <p:cNvSpPr txBox="1"/>
          <p:nvPr/>
        </p:nvSpPr>
        <p:spPr>
          <a:xfrm>
            <a:off x="713225" y="3657875"/>
            <a:ext cx="4634100" cy="51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CREDITS: This presentation template was created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includes icons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, and infographics &amp; images by </a:t>
            </a:r>
            <a:r>
              <a:rPr b="1" lang="en" sz="1000">
                <a:solidFill>
                  <a:schemeClr val="dk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 sz="10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endParaRPr b="1" sz="10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14503" name="Shape 14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04" name="Google Shape;14504;p32"/>
          <p:cNvGrpSpPr/>
          <p:nvPr/>
        </p:nvGrpSpPr>
        <p:grpSpPr>
          <a:xfrm rot="5400000">
            <a:off x="1416205" y="-2099758"/>
            <a:ext cx="6311597" cy="9467556"/>
            <a:chOff x="635875" y="1065050"/>
            <a:chExt cx="2940550" cy="4410900"/>
          </a:xfrm>
        </p:grpSpPr>
        <p:sp>
          <p:nvSpPr>
            <p:cNvPr id="14505" name="Google Shape;14505;p32"/>
            <p:cNvSpPr/>
            <p:nvPr/>
          </p:nvSpPr>
          <p:spPr>
            <a:xfrm>
              <a:off x="6764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32"/>
            <p:cNvSpPr/>
            <p:nvPr/>
          </p:nvSpPr>
          <p:spPr>
            <a:xfrm>
              <a:off x="76832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32"/>
            <p:cNvSpPr/>
            <p:nvPr/>
          </p:nvSpPr>
          <p:spPr>
            <a:xfrm>
              <a:off x="860125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32"/>
            <p:cNvSpPr/>
            <p:nvPr/>
          </p:nvSpPr>
          <p:spPr>
            <a:xfrm>
              <a:off x="9518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32"/>
            <p:cNvSpPr/>
            <p:nvPr/>
          </p:nvSpPr>
          <p:spPr>
            <a:xfrm>
              <a:off x="104382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32"/>
            <p:cNvSpPr/>
            <p:nvPr/>
          </p:nvSpPr>
          <p:spPr>
            <a:xfrm>
              <a:off x="11355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32"/>
            <p:cNvSpPr/>
            <p:nvPr/>
          </p:nvSpPr>
          <p:spPr>
            <a:xfrm>
              <a:off x="1227500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32"/>
            <p:cNvSpPr/>
            <p:nvPr/>
          </p:nvSpPr>
          <p:spPr>
            <a:xfrm>
              <a:off x="131927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32"/>
            <p:cNvSpPr/>
            <p:nvPr/>
          </p:nvSpPr>
          <p:spPr>
            <a:xfrm>
              <a:off x="1411200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32"/>
            <p:cNvSpPr/>
            <p:nvPr/>
          </p:nvSpPr>
          <p:spPr>
            <a:xfrm>
              <a:off x="150300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32"/>
            <p:cNvSpPr/>
            <p:nvPr/>
          </p:nvSpPr>
          <p:spPr>
            <a:xfrm>
              <a:off x="15947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32"/>
            <p:cNvSpPr/>
            <p:nvPr/>
          </p:nvSpPr>
          <p:spPr>
            <a:xfrm>
              <a:off x="168665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32"/>
            <p:cNvSpPr/>
            <p:nvPr/>
          </p:nvSpPr>
          <p:spPr>
            <a:xfrm>
              <a:off x="17784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32"/>
            <p:cNvSpPr/>
            <p:nvPr/>
          </p:nvSpPr>
          <p:spPr>
            <a:xfrm>
              <a:off x="1870375" y="11059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32"/>
            <p:cNvSpPr/>
            <p:nvPr/>
          </p:nvSpPr>
          <p:spPr>
            <a:xfrm>
              <a:off x="1962150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32"/>
            <p:cNvSpPr/>
            <p:nvPr/>
          </p:nvSpPr>
          <p:spPr>
            <a:xfrm>
              <a:off x="2054075" y="11059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32"/>
            <p:cNvSpPr/>
            <p:nvPr/>
          </p:nvSpPr>
          <p:spPr>
            <a:xfrm>
              <a:off x="21458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32"/>
            <p:cNvSpPr/>
            <p:nvPr/>
          </p:nvSpPr>
          <p:spPr>
            <a:xfrm>
              <a:off x="2237800" y="11059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32"/>
            <p:cNvSpPr/>
            <p:nvPr/>
          </p:nvSpPr>
          <p:spPr>
            <a:xfrm>
              <a:off x="23295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32"/>
            <p:cNvSpPr/>
            <p:nvPr/>
          </p:nvSpPr>
          <p:spPr>
            <a:xfrm>
              <a:off x="2421325" y="11059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32"/>
            <p:cNvSpPr/>
            <p:nvPr/>
          </p:nvSpPr>
          <p:spPr>
            <a:xfrm>
              <a:off x="251325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32"/>
            <p:cNvSpPr/>
            <p:nvPr/>
          </p:nvSpPr>
          <p:spPr>
            <a:xfrm>
              <a:off x="2605000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32"/>
            <p:cNvSpPr/>
            <p:nvPr/>
          </p:nvSpPr>
          <p:spPr>
            <a:xfrm>
              <a:off x="26969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32"/>
            <p:cNvSpPr/>
            <p:nvPr/>
          </p:nvSpPr>
          <p:spPr>
            <a:xfrm>
              <a:off x="2788700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32"/>
            <p:cNvSpPr/>
            <p:nvPr/>
          </p:nvSpPr>
          <p:spPr>
            <a:xfrm>
              <a:off x="28806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32"/>
            <p:cNvSpPr/>
            <p:nvPr/>
          </p:nvSpPr>
          <p:spPr>
            <a:xfrm>
              <a:off x="297242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32"/>
            <p:cNvSpPr/>
            <p:nvPr/>
          </p:nvSpPr>
          <p:spPr>
            <a:xfrm>
              <a:off x="3064375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32"/>
            <p:cNvSpPr/>
            <p:nvPr/>
          </p:nvSpPr>
          <p:spPr>
            <a:xfrm>
              <a:off x="315612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32"/>
            <p:cNvSpPr/>
            <p:nvPr/>
          </p:nvSpPr>
          <p:spPr>
            <a:xfrm>
              <a:off x="3247875" y="11059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32"/>
            <p:cNvSpPr/>
            <p:nvPr/>
          </p:nvSpPr>
          <p:spPr>
            <a:xfrm>
              <a:off x="3339850" y="11059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32"/>
            <p:cNvSpPr/>
            <p:nvPr/>
          </p:nvSpPr>
          <p:spPr>
            <a:xfrm>
              <a:off x="3431575" y="11059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32"/>
            <p:cNvSpPr/>
            <p:nvPr/>
          </p:nvSpPr>
          <p:spPr>
            <a:xfrm>
              <a:off x="3523550" y="11059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32"/>
            <p:cNvSpPr/>
            <p:nvPr/>
          </p:nvSpPr>
          <p:spPr>
            <a:xfrm>
              <a:off x="6764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32"/>
            <p:cNvSpPr/>
            <p:nvPr/>
          </p:nvSpPr>
          <p:spPr>
            <a:xfrm>
              <a:off x="76832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32"/>
            <p:cNvSpPr/>
            <p:nvPr/>
          </p:nvSpPr>
          <p:spPr>
            <a:xfrm>
              <a:off x="860125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32"/>
            <p:cNvSpPr/>
            <p:nvPr/>
          </p:nvSpPr>
          <p:spPr>
            <a:xfrm>
              <a:off x="9518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32"/>
            <p:cNvSpPr/>
            <p:nvPr/>
          </p:nvSpPr>
          <p:spPr>
            <a:xfrm>
              <a:off x="104382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32"/>
            <p:cNvSpPr/>
            <p:nvPr/>
          </p:nvSpPr>
          <p:spPr>
            <a:xfrm>
              <a:off x="11355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32"/>
            <p:cNvSpPr/>
            <p:nvPr/>
          </p:nvSpPr>
          <p:spPr>
            <a:xfrm>
              <a:off x="1227500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32"/>
            <p:cNvSpPr/>
            <p:nvPr/>
          </p:nvSpPr>
          <p:spPr>
            <a:xfrm>
              <a:off x="131927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32"/>
            <p:cNvSpPr/>
            <p:nvPr/>
          </p:nvSpPr>
          <p:spPr>
            <a:xfrm>
              <a:off x="1411200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32"/>
            <p:cNvSpPr/>
            <p:nvPr/>
          </p:nvSpPr>
          <p:spPr>
            <a:xfrm>
              <a:off x="150300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32"/>
            <p:cNvSpPr/>
            <p:nvPr/>
          </p:nvSpPr>
          <p:spPr>
            <a:xfrm>
              <a:off x="15947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32"/>
            <p:cNvSpPr/>
            <p:nvPr/>
          </p:nvSpPr>
          <p:spPr>
            <a:xfrm>
              <a:off x="168665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32"/>
            <p:cNvSpPr/>
            <p:nvPr/>
          </p:nvSpPr>
          <p:spPr>
            <a:xfrm>
              <a:off x="17784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32"/>
            <p:cNvSpPr/>
            <p:nvPr/>
          </p:nvSpPr>
          <p:spPr>
            <a:xfrm>
              <a:off x="1870375" y="11978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32"/>
            <p:cNvSpPr/>
            <p:nvPr/>
          </p:nvSpPr>
          <p:spPr>
            <a:xfrm>
              <a:off x="1962150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32"/>
            <p:cNvSpPr/>
            <p:nvPr/>
          </p:nvSpPr>
          <p:spPr>
            <a:xfrm>
              <a:off x="2054075" y="11978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32"/>
            <p:cNvSpPr/>
            <p:nvPr/>
          </p:nvSpPr>
          <p:spPr>
            <a:xfrm>
              <a:off x="21458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32"/>
            <p:cNvSpPr/>
            <p:nvPr/>
          </p:nvSpPr>
          <p:spPr>
            <a:xfrm>
              <a:off x="2237800" y="11978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32"/>
            <p:cNvSpPr/>
            <p:nvPr/>
          </p:nvSpPr>
          <p:spPr>
            <a:xfrm>
              <a:off x="23295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32"/>
            <p:cNvSpPr/>
            <p:nvPr/>
          </p:nvSpPr>
          <p:spPr>
            <a:xfrm>
              <a:off x="2421325" y="11978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32"/>
            <p:cNvSpPr/>
            <p:nvPr/>
          </p:nvSpPr>
          <p:spPr>
            <a:xfrm>
              <a:off x="251325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32"/>
            <p:cNvSpPr/>
            <p:nvPr/>
          </p:nvSpPr>
          <p:spPr>
            <a:xfrm>
              <a:off x="2605000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32"/>
            <p:cNvSpPr/>
            <p:nvPr/>
          </p:nvSpPr>
          <p:spPr>
            <a:xfrm>
              <a:off x="26969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32"/>
            <p:cNvSpPr/>
            <p:nvPr/>
          </p:nvSpPr>
          <p:spPr>
            <a:xfrm>
              <a:off x="2788700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32"/>
            <p:cNvSpPr/>
            <p:nvPr/>
          </p:nvSpPr>
          <p:spPr>
            <a:xfrm>
              <a:off x="28806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32"/>
            <p:cNvSpPr/>
            <p:nvPr/>
          </p:nvSpPr>
          <p:spPr>
            <a:xfrm>
              <a:off x="297242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32"/>
            <p:cNvSpPr/>
            <p:nvPr/>
          </p:nvSpPr>
          <p:spPr>
            <a:xfrm>
              <a:off x="3064375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32"/>
            <p:cNvSpPr/>
            <p:nvPr/>
          </p:nvSpPr>
          <p:spPr>
            <a:xfrm>
              <a:off x="315612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32"/>
            <p:cNvSpPr/>
            <p:nvPr/>
          </p:nvSpPr>
          <p:spPr>
            <a:xfrm>
              <a:off x="3247875" y="11978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32"/>
            <p:cNvSpPr/>
            <p:nvPr/>
          </p:nvSpPr>
          <p:spPr>
            <a:xfrm>
              <a:off x="3339850" y="11978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32"/>
            <p:cNvSpPr/>
            <p:nvPr/>
          </p:nvSpPr>
          <p:spPr>
            <a:xfrm>
              <a:off x="3431575" y="11978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32"/>
            <p:cNvSpPr/>
            <p:nvPr/>
          </p:nvSpPr>
          <p:spPr>
            <a:xfrm>
              <a:off x="3523550" y="11978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32"/>
            <p:cNvSpPr/>
            <p:nvPr/>
          </p:nvSpPr>
          <p:spPr>
            <a:xfrm>
              <a:off x="6764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32"/>
            <p:cNvSpPr/>
            <p:nvPr/>
          </p:nvSpPr>
          <p:spPr>
            <a:xfrm>
              <a:off x="76832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32"/>
            <p:cNvSpPr/>
            <p:nvPr/>
          </p:nvSpPr>
          <p:spPr>
            <a:xfrm>
              <a:off x="860125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32"/>
            <p:cNvSpPr/>
            <p:nvPr/>
          </p:nvSpPr>
          <p:spPr>
            <a:xfrm>
              <a:off x="9518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32"/>
            <p:cNvSpPr/>
            <p:nvPr/>
          </p:nvSpPr>
          <p:spPr>
            <a:xfrm>
              <a:off x="104382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32"/>
            <p:cNvSpPr/>
            <p:nvPr/>
          </p:nvSpPr>
          <p:spPr>
            <a:xfrm>
              <a:off x="11355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32"/>
            <p:cNvSpPr/>
            <p:nvPr/>
          </p:nvSpPr>
          <p:spPr>
            <a:xfrm>
              <a:off x="1227500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32"/>
            <p:cNvSpPr/>
            <p:nvPr/>
          </p:nvSpPr>
          <p:spPr>
            <a:xfrm>
              <a:off x="131927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32"/>
            <p:cNvSpPr/>
            <p:nvPr/>
          </p:nvSpPr>
          <p:spPr>
            <a:xfrm>
              <a:off x="1411200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32"/>
            <p:cNvSpPr/>
            <p:nvPr/>
          </p:nvSpPr>
          <p:spPr>
            <a:xfrm>
              <a:off x="150300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32"/>
            <p:cNvSpPr/>
            <p:nvPr/>
          </p:nvSpPr>
          <p:spPr>
            <a:xfrm>
              <a:off x="15947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32"/>
            <p:cNvSpPr/>
            <p:nvPr/>
          </p:nvSpPr>
          <p:spPr>
            <a:xfrm>
              <a:off x="168665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32"/>
            <p:cNvSpPr/>
            <p:nvPr/>
          </p:nvSpPr>
          <p:spPr>
            <a:xfrm>
              <a:off x="17784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32"/>
            <p:cNvSpPr/>
            <p:nvPr/>
          </p:nvSpPr>
          <p:spPr>
            <a:xfrm>
              <a:off x="1870375" y="12896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32"/>
            <p:cNvSpPr/>
            <p:nvPr/>
          </p:nvSpPr>
          <p:spPr>
            <a:xfrm>
              <a:off x="1962150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32"/>
            <p:cNvSpPr/>
            <p:nvPr/>
          </p:nvSpPr>
          <p:spPr>
            <a:xfrm>
              <a:off x="2054075" y="12896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32"/>
            <p:cNvSpPr/>
            <p:nvPr/>
          </p:nvSpPr>
          <p:spPr>
            <a:xfrm>
              <a:off x="21458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32"/>
            <p:cNvSpPr/>
            <p:nvPr/>
          </p:nvSpPr>
          <p:spPr>
            <a:xfrm>
              <a:off x="2237800" y="12896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32"/>
            <p:cNvSpPr/>
            <p:nvPr/>
          </p:nvSpPr>
          <p:spPr>
            <a:xfrm>
              <a:off x="23295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32"/>
            <p:cNvSpPr/>
            <p:nvPr/>
          </p:nvSpPr>
          <p:spPr>
            <a:xfrm>
              <a:off x="2421325" y="12896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32"/>
            <p:cNvSpPr/>
            <p:nvPr/>
          </p:nvSpPr>
          <p:spPr>
            <a:xfrm>
              <a:off x="251325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32"/>
            <p:cNvSpPr/>
            <p:nvPr/>
          </p:nvSpPr>
          <p:spPr>
            <a:xfrm>
              <a:off x="2605000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32"/>
            <p:cNvSpPr/>
            <p:nvPr/>
          </p:nvSpPr>
          <p:spPr>
            <a:xfrm>
              <a:off x="26969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32"/>
            <p:cNvSpPr/>
            <p:nvPr/>
          </p:nvSpPr>
          <p:spPr>
            <a:xfrm>
              <a:off x="2788700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32"/>
            <p:cNvSpPr/>
            <p:nvPr/>
          </p:nvSpPr>
          <p:spPr>
            <a:xfrm>
              <a:off x="28806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32"/>
            <p:cNvSpPr/>
            <p:nvPr/>
          </p:nvSpPr>
          <p:spPr>
            <a:xfrm>
              <a:off x="297242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32"/>
            <p:cNvSpPr/>
            <p:nvPr/>
          </p:nvSpPr>
          <p:spPr>
            <a:xfrm>
              <a:off x="3064375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32"/>
            <p:cNvSpPr/>
            <p:nvPr/>
          </p:nvSpPr>
          <p:spPr>
            <a:xfrm>
              <a:off x="315612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32"/>
            <p:cNvSpPr/>
            <p:nvPr/>
          </p:nvSpPr>
          <p:spPr>
            <a:xfrm>
              <a:off x="3247875" y="12896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32"/>
            <p:cNvSpPr/>
            <p:nvPr/>
          </p:nvSpPr>
          <p:spPr>
            <a:xfrm>
              <a:off x="3339850" y="12896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32"/>
            <p:cNvSpPr/>
            <p:nvPr/>
          </p:nvSpPr>
          <p:spPr>
            <a:xfrm>
              <a:off x="3431575" y="12896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32"/>
            <p:cNvSpPr/>
            <p:nvPr/>
          </p:nvSpPr>
          <p:spPr>
            <a:xfrm>
              <a:off x="3523550" y="12896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32"/>
            <p:cNvSpPr/>
            <p:nvPr/>
          </p:nvSpPr>
          <p:spPr>
            <a:xfrm>
              <a:off x="6764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32"/>
            <p:cNvSpPr/>
            <p:nvPr/>
          </p:nvSpPr>
          <p:spPr>
            <a:xfrm>
              <a:off x="76832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32"/>
            <p:cNvSpPr/>
            <p:nvPr/>
          </p:nvSpPr>
          <p:spPr>
            <a:xfrm>
              <a:off x="860125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32"/>
            <p:cNvSpPr/>
            <p:nvPr/>
          </p:nvSpPr>
          <p:spPr>
            <a:xfrm>
              <a:off x="9518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32"/>
            <p:cNvSpPr/>
            <p:nvPr/>
          </p:nvSpPr>
          <p:spPr>
            <a:xfrm>
              <a:off x="104382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32"/>
            <p:cNvSpPr/>
            <p:nvPr/>
          </p:nvSpPr>
          <p:spPr>
            <a:xfrm>
              <a:off x="11355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32"/>
            <p:cNvSpPr/>
            <p:nvPr/>
          </p:nvSpPr>
          <p:spPr>
            <a:xfrm>
              <a:off x="1227500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1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32"/>
            <p:cNvSpPr/>
            <p:nvPr/>
          </p:nvSpPr>
          <p:spPr>
            <a:xfrm>
              <a:off x="131927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32"/>
            <p:cNvSpPr/>
            <p:nvPr/>
          </p:nvSpPr>
          <p:spPr>
            <a:xfrm>
              <a:off x="1411200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45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32"/>
            <p:cNvSpPr/>
            <p:nvPr/>
          </p:nvSpPr>
          <p:spPr>
            <a:xfrm>
              <a:off x="150300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1"/>
                  </a:cubicBezTo>
                  <a:cubicBezTo>
                    <a:pt x="0" y="394"/>
                    <a:pt x="114" y="503"/>
                    <a:pt x="250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32"/>
            <p:cNvSpPr/>
            <p:nvPr/>
          </p:nvSpPr>
          <p:spPr>
            <a:xfrm>
              <a:off x="15947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94" y="503"/>
                    <a:pt x="503" y="394"/>
                    <a:pt x="503" y="251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32"/>
            <p:cNvSpPr/>
            <p:nvPr/>
          </p:nvSpPr>
          <p:spPr>
            <a:xfrm>
              <a:off x="168665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32"/>
            <p:cNvSpPr/>
            <p:nvPr/>
          </p:nvSpPr>
          <p:spPr>
            <a:xfrm>
              <a:off x="17784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2" y="503"/>
                  </a:cubicBezTo>
                  <a:cubicBezTo>
                    <a:pt x="388" y="503"/>
                    <a:pt x="501" y="394"/>
                    <a:pt x="501" y="251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32"/>
            <p:cNvSpPr/>
            <p:nvPr/>
          </p:nvSpPr>
          <p:spPr>
            <a:xfrm>
              <a:off x="1870375" y="138137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7" y="503"/>
                    <a:pt x="496" y="394"/>
                    <a:pt x="496" y="251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32"/>
            <p:cNvSpPr/>
            <p:nvPr/>
          </p:nvSpPr>
          <p:spPr>
            <a:xfrm>
              <a:off x="1962150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88" y="503"/>
                    <a:pt x="502" y="394"/>
                    <a:pt x="502" y="251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32"/>
            <p:cNvSpPr/>
            <p:nvPr/>
          </p:nvSpPr>
          <p:spPr>
            <a:xfrm>
              <a:off x="2054075" y="138137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1"/>
                  </a:cubicBezTo>
                  <a:cubicBezTo>
                    <a:pt x="1" y="394"/>
                    <a:pt x="109" y="503"/>
                    <a:pt x="252" y="503"/>
                  </a:cubicBezTo>
                  <a:cubicBezTo>
                    <a:pt x="388" y="503"/>
                    <a:pt x="496" y="394"/>
                    <a:pt x="496" y="251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32"/>
            <p:cNvSpPr/>
            <p:nvPr/>
          </p:nvSpPr>
          <p:spPr>
            <a:xfrm>
              <a:off x="21458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32"/>
            <p:cNvSpPr/>
            <p:nvPr/>
          </p:nvSpPr>
          <p:spPr>
            <a:xfrm>
              <a:off x="2237800" y="138137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4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32"/>
            <p:cNvSpPr/>
            <p:nvPr/>
          </p:nvSpPr>
          <p:spPr>
            <a:xfrm>
              <a:off x="23295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2" y="394"/>
                    <a:pt x="502" y="251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32"/>
            <p:cNvSpPr/>
            <p:nvPr/>
          </p:nvSpPr>
          <p:spPr>
            <a:xfrm>
              <a:off x="2421325" y="138137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1"/>
                  </a:cubicBezTo>
                  <a:cubicBezTo>
                    <a:pt x="1" y="394"/>
                    <a:pt x="114" y="503"/>
                    <a:pt x="250" y="503"/>
                  </a:cubicBezTo>
                  <a:cubicBezTo>
                    <a:pt x="395" y="503"/>
                    <a:pt x="501" y="394"/>
                    <a:pt x="501" y="251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32"/>
            <p:cNvSpPr/>
            <p:nvPr/>
          </p:nvSpPr>
          <p:spPr>
            <a:xfrm>
              <a:off x="251325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1"/>
                  </a:cubicBezTo>
                  <a:cubicBezTo>
                    <a:pt x="0" y="394"/>
                    <a:pt x="109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32"/>
            <p:cNvSpPr/>
            <p:nvPr/>
          </p:nvSpPr>
          <p:spPr>
            <a:xfrm>
              <a:off x="2605000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1"/>
                  </a:cubicBezTo>
                  <a:cubicBezTo>
                    <a:pt x="0" y="394"/>
                    <a:pt x="116" y="503"/>
                    <a:pt x="252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32"/>
            <p:cNvSpPr/>
            <p:nvPr/>
          </p:nvSpPr>
          <p:spPr>
            <a:xfrm>
              <a:off x="26969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1"/>
                  </a:cubicBezTo>
                  <a:cubicBezTo>
                    <a:pt x="1" y="394"/>
                    <a:pt x="108" y="503"/>
                    <a:pt x="252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32"/>
            <p:cNvSpPr/>
            <p:nvPr/>
          </p:nvSpPr>
          <p:spPr>
            <a:xfrm>
              <a:off x="2788700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32"/>
            <p:cNvSpPr/>
            <p:nvPr/>
          </p:nvSpPr>
          <p:spPr>
            <a:xfrm>
              <a:off x="28806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43" y="503"/>
                  </a:cubicBezTo>
                  <a:cubicBezTo>
                    <a:pt x="387" y="503"/>
                    <a:pt x="494" y="394"/>
                    <a:pt x="494" y="251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32"/>
            <p:cNvSpPr/>
            <p:nvPr/>
          </p:nvSpPr>
          <p:spPr>
            <a:xfrm>
              <a:off x="297242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1"/>
                  </a:cubicBezTo>
                  <a:cubicBezTo>
                    <a:pt x="0" y="394"/>
                    <a:pt x="115" y="503"/>
                    <a:pt x="251" y="503"/>
                  </a:cubicBezTo>
                  <a:cubicBezTo>
                    <a:pt x="387" y="503"/>
                    <a:pt x="503" y="394"/>
                    <a:pt x="503" y="251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32"/>
            <p:cNvSpPr/>
            <p:nvPr/>
          </p:nvSpPr>
          <p:spPr>
            <a:xfrm>
              <a:off x="3064375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1"/>
                  </a:cubicBezTo>
                  <a:cubicBezTo>
                    <a:pt x="1" y="394"/>
                    <a:pt x="107" y="503"/>
                    <a:pt x="243" y="503"/>
                  </a:cubicBezTo>
                  <a:cubicBezTo>
                    <a:pt x="388" y="503"/>
                    <a:pt x="495" y="394"/>
                    <a:pt x="495" y="251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32"/>
            <p:cNvSpPr/>
            <p:nvPr/>
          </p:nvSpPr>
          <p:spPr>
            <a:xfrm>
              <a:off x="315612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32"/>
            <p:cNvSpPr/>
            <p:nvPr/>
          </p:nvSpPr>
          <p:spPr>
            <a:xfrm>
              <a:off x="3247875" y="138137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32"/>
            <p:cNvSpPr/>
            <p:nvPr/>
          </p:nvSpPr>
          <p:spPr>
            <a:xfrm>
              <a:off x="3339850" y="138137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1" y="503"/>
                  </a:cubicBezTo>
                  <a:cubicBezTo>
                    <a:pt x="387" y="503"/>
                    <a:pt x="501" y="394"/>
                    <a:pt x="501" y="251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32"/>
            <p:cNvSpPr/>
            <p:nvPr/>
          </p:nvSpPr>
          <p:spPr>
            <a:xfrm>
              <a:off x="3431575" y="138137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1"/>
                  </a:cubicBezTo>
                  <a:cubicBezTo>
                    <a:pt x="1" y="394"/>
                    <a:pt x="116" y="503"/>
                    <a:pt x="252" y="503"/>
                  </a:cubicBezTo>
                  <a:cubicBezTo>
                    <a:pt x="388" y="503"/>
                    <a:pt x="503" y="394"/>
                    <a:pt x="503" y="251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32"/>
            <p:cNvSpPr/>
            <p:nvPr/>
          </p:nvSpPr>
          <p:spPr>
            <a:xfrm>
              <a:off x="3523550" y="138137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1"/>
                  </a:cubicBezTo>
                  <a:cubicBezTo>
                    <a:pt x="0" y="394"/>
                    <a:pt x="107" y="503"/>
                    <a:pt x="250" y="503"/>
                  </a:cubicBezTo>
                  <a:cubicBezTo>
                    <a:pt x="388" y="503"/>
                    <a:pt x="494" y="394"/>
                    <a:pt x="494" y="251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32"/>
            <p:cNvSpPr/>
            <p:nvPr/>
          </p:nvSpPr>
          <p:spPr>
            <a:xfrm>
              <a:off x="6764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32"/>
            <p:cNvSpPr/>
            <p:nvPr/>
          </p:nvSpPr>
          <p:spPr>
            <a:xfrm>
              <a:off x="76832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32"/>
            <p:cNvSpPr/>
            <p:nvPr/>
          </p:nvSpPr>
          <p:spPr>
            <a:xfrm>
              <a:off x="860125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32"/>
            <p:cNvSpPr/>
            <p:nvPr/>
          </p:nvSpPr>
          <p:spPr>
            <a:xfrm>
              <a:off x="9518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32"/>
            <p:cNvSpPr/>
            <p:nvPr/>
          </p:nvSpPr>
          <p:spPr>
            <a:xfrm>
              <a:off x="104382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32"/>
            <p:cNvSpPr/>
            <p:nvPr/>
          </p:nvSpPr>
          <p:spPr>
            <a:xfrm>
              <a:off x="11355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32"/>
            <p:cNvSpPr/>
            <p:nvPr/>
          </p:nvSpPr>
          <p:spPr>
            <a:xfrm>
              <a:off x="1227500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32"/>
            <p:cNvSpPr/>
            <p:nvPr/>
          </p:nvSpPr>
          <p:spPr>
            <a:xfrm>
              <a:off x="131927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32"/>
            <p:cNvSpPr/>
            <p:nvPr/>
          </p:nvSpPr>
          <p:spPr>
            <a:xfrm>
              <a:off x="1411200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32"/>
            <p:cNvSpPr/>
            <p:nvPr/>
          </p:nvSpPr>
          <p:spPr>
            <a:xfrm>
              <a:off x="150300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07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32"/>
            <p:cNvSpPr/>
            <p:nvPr/>
          </p:nvSpPr>
          <p:spPr>
            <a:xfrm>
              <a:off x="15947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32"/>
            <p:cNvSpPr/>
            <p:nvPr/>
          </p:nvSpPr>
          <p:spPr>
            <a:xfrm>
              <a:off x="168665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32"/>
            <p:cNvSpPr/>
            <p:nvPr/>
          </p:nvSpPr>
          <p:spPr>
            <a:xfrm>
              <a:off x="17784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32"/>
            <p:cNvSpPr/>
            <p:nvPr/>
          </p:nvSpPr>
          <p:spPr>
            <a:xfrm>
              <a:off x="1870375" y="14733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32"/>
            <p:cNvSpPr/>
            <p:nvPr/>
          </p:nvSpPr>
          <p:spPr>
            <a:xfrm>
              <a:off x="1962150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32"/>
            <p:cNvSpPr/>
            <p:nvPr/>
          </p:nvSpPr>
          <p:spPr>
            <a:xfrm>
              <a:off x="2054075" y="14733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07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32"/>
            <p:cNvSpPr/>
            <p:nvPr/>
          </p:nvSpPr>
          <p:spPr>
            <a:xfrm>
              <a:off x="21458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32"/>
            <p:cNvSpPr/>
            <p:nvPr/>
          </p:nvSpPr>
          <p:spPr>
            <a:xfrm>
              <a:off x="2237800" y="14733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32"/>
            <p:cNvSpPr/>
            <p:nvPr/>
          </p:nvSpPr>
          <p:spPr>
            <a:xfrm>
              <a:off x="23295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32"/>
            <p:cNvSpPr/>
            <p:nvPr/>
          </p:nvSpPr>
          <p:spPr>
            <a:xfrm>
              <a:off x="2421325" y="14733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07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32"/>
            <p:cNvSpPr/>
            <p:nvPr/>
          </p:nvSpPr>
          <p:spPr>
            <a:xfrm>
              <a:off x="251325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07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32"/>
            <p:cNvSpPr/>
            <p:nvPr/>
          </p:nvSpPr>
          <p:spPr>
            <a:xfrm>
              <a:off x="2605000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07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32"/>
            <p:cNvSpPr/>
            <p:nvPr/>
          </p:nvSpPr>
          <p:spPr>
            <a:xfrm>
              <a:off x="26969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07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32"/>
            <p:cNvSpPr/>
            <p:nvPr/>
          </p:nvSpPr>
          <p:spPr>
            <a:xfrm>
              <a:off x="2788700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32"/>
            <p:cNvSpPr/>
            <p:nvPr/>
          </p:nvSpPr>
          <p:spPr>
            <a:xfrm>
              <a:off x="28806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32"/>
            <p:cNvSpPr/>
            <p:nvPr/>
          </p:nvSpPr>
          <p:spPr>
            <a:xfrm>
              <a:off x="297242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07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32"/>
            <p:cNvSpPr/>
            <p:nvPr/>
          </p:nvSpPr>
          <p:spPr>
            <a:xfrm>
              <a:off x="3064375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07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32"/>
            <p:cNvSpPr/>
            <p:nvPr/>
          </p:nvSpPr>
          <p:spPr>
            <a:xfrm>
              <a:off x="315612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32"/>
            <p:cNvSpPr/>
            <p:nvPr/>
          </p:nvSpPr>
          <p:spPr>
            <a:xfrm>
              <a:off x="3247875" y="14733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32"/>
            <p:cNvSpPr/>
            <p:nvPr/>
          </p:nvSpPr>
          <p:spPr>
            <a:xfrm>
              <a:off x="3339850" y="14733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32"/>
            <p:cNvSpPr/>
            <p:nvPr/>
          </p:nvSpPr>
          <p:spPr>
            <a:xfrm>
              <a:off x="3431575" y="14733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07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32"/>
            <p:cNvSpPr/>
            <p:nvPr/>
          </p:nvSpPr>
          <p:spPr>
            <a:xfrm>
              <a:off x="3523550" y="14733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07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32"/>
            <p:cNvSpPr/>
            <p:nvPr/>
          </p:nvSpPr>
          <p:spPr>
            <a:xfrm>
              <a:off x="6764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32"/>
            <p:cNvSpPr/>
            <p:nvPr/>
          </p:nvSpPr>
          <p:spPr>
            <a:xfrm>
              <a:off x="76832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32"/>
            <p:cNvSpPr/>
            <p:nvPr/>
          </p:nvSpPr>
          <p:spPr>
            <a:xfrm>
              <a:off x="860125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32"/>
            <p:cNvSpPr/>
            <p:nvPr/>
          </p:nvSpPr>
          <p:spPr>
            <a:xfrm>
              <a:off x="9518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32"/>
            <p:cNvSpPr/>
            <p:nvPr/>
          </p:nvSpPr>
          <p:spPr>
            <a:xfrm>
              <a:off x="104382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32"/>
            <p:cNvSpPr/>
            <p:nvPr/>
          </p:nvSpPr>
          <p:spPr>
            <a:xfrm>
              <a:off x="11355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32"/>
            <p:cNvSpPr/>
            <p:nvPr/>
          </p:nvSpPr>
          <p:spPr>
            <a:xfrm>
              <a:off x="1227500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32"/>
            <p:cNvSpPr/>
            <p:nvPr/>
          </p:nvSpPr>
          <p:spPr>
            <a:xfrm>
              <a:off x="131927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32"/>
            <p:cNvSpPr/>
            <p:nvPr/>
          </p:nvSpPr>
          <p:spPr>
            <a:xfrm>
              <a:off x="1411200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32"/>
            <p:cNvSpPr/>
            <p:nvPr/>
          </p:nvSpPr>
          <p:spPr>
            <a:xfrm>
              <a:off x="150300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32"/>
            <p:cNvSpPr/>
            <p:nvPr/>
          </p:nvSpPr>
          <p:spPr>
            <a:xfrm>
              <a:off x="15947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32"/>
            <p:cNvSpPr/>
            <p:nvPr/>
          </p:nvSpPr>
          <p:spPr>
            <a:xfrm>
              <a:off x="168665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32"/>
            <p:cNvSpPr/>
            <p:nvPr/>
          </p:nvSpPr>
          <p:spPr>
            <a:xfrm>
              <a:off x="17784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32"/>
            <p:cNvSpPr/>
            <p:nvPr/>
          </p:nvSpPr>
          <p:spPr>
            <a:xfrm>
              <a:off x="1870375" y="15650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32"/>
            <p:cNvSpPr/>
            <p:nvPr/>
          </p:nvSpPr>
          <p:spPr>
            <a:xfrm>
              <a:off x="1962150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32"/>
            <p:cNvSpPr/>
            <p:nvPr/>
          </p:nvSpPr>
          <p:spPr>
            <a:xfrm>
              <a:off x="2054075" y="15650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32"/>
            <p:cNvSpPr/>
            <p:nvPr/>
          </p:nvSpPr>
          <p:spPr>
            <a:xfrm>
              <a:off x="21458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32"/>
            <p:cNvSpPr/>
            <p:nvPr/>
          </p:nvSpPr>
          <p:spPr>
            <a:xfrm>
              <a:off x="2237800" y="15650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32"/>
            <p:cNvSpPr/>
            <p:nvPr/>
          </p:nvSpPr>
          <p:spPr>
            <a:xfrm>
              <a:off x="23295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32"/>
            <p:cNvSpPr/>
            <p:nvPr/>
          </p:nvSpPr>
          <p:spPr>
            <a:xfrm>
              <a:off x="2421325" y="15650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32"/>
            <p:cNvSpPr/>
            <p:nvPr/>
          </p:nvSpPr>
          <p:spPr>
            <a:xfrm>
              <a:off x="251325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32"/>
            <p:cNvSpPr/>
            <p:nvPr/>
          </p:nvSpPr>
          <p:spPr>
            <a:xfrm>
              <a:off x="2605000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32"/>
            <p:cNvSpPr/>
            <p:nvPr/>
          </p:nvSpPr>
          <p:spPr>
            <a:xfrm>
              <a:off x="26969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32"/>
            <p:cNvSpPr/>
            <p:nvPr/>
          </p:nvSpPr>
          <p:spPr>
            <a:xfrm>
              <a:off x="2788700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32"/>
            <p:cNvSpPr/>
            <p:nvPr/>
          </p:nvSpPr>
          <p:spPr>
            <a:xfrm>
              <a:off x="28806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32"/>
            <p:cNvSpPr/>
            <p:nvPr/>
          </p:nvSpPr>
          <p:spPr>
            <a:xfrm>
              <a:off x="297242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32"/>
            <p:cNvSpPr/>
            <p:nvPr/>
          </p:nvSpPr>
          <p:spPr>
            <a:xfrm>
              <a:off x="3064375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32"/>
            <p:cNvSpPr/>
            <p:nvPr/>
          </p:nvSpPr>
          <p:spPr>
            <a:xfrm>
              <a:off x="315612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32"/>
            <p:cNvSpPr/>
            <p:nvPr/>
          </p:nvSpPr>
          <p:spPr>
            <a:xfrm>
              <a:off x="3247875" y="15650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32"/>
            <p:cNvSpPr/>
            <p:nvPr/>
          </p:nvSpPr>
          <p:spPr>
            <a:xfrm>
              <a:off x="3339850" y="15650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32"/>
            <p:cNvSpPr/>
            <p:nvPr/>
          </p:nvSpPr>
          <p:spPr>
            <a:xfrm>
              <a:off x="3431575" y="15650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32"/>
            <p:cNvSpPr/>
            <p:nvPr/>
          </p:nvSpPr>
          <p:spPr>
            <a:xfrm>
              <a:off x="3523550" y="15650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32"/>
            <p:cNvSpPr/>
            <p:nvPr/>
          </p:nvSpPr>
          <p:spPr>
            <a:xfrm>
              <a:off x="6764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32"/>
            <p:cNvSpPr/>
            <p:nvPr/>
          </p:nvSpPr>
          <p:spPr>
            <a:xfrm>
              <a:off x="76832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32"/>
            <p:cNvSpPr/>
            <p:nvPr/>
          </p:nvSpPr>
          <p:spPr>
            <a:xfrm>
              <a:off x="860125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32"/>
            <p:cNvSpPr/>
            <p:nvPr/>
          </p:nvSpPr>
          <p:spPr>
            <a:xfrm>
              <a:off x="9518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32"/>
            <p:cNvSpPr/>
            <p:nvPr/>
          </p:nvSpPr>
          <p:spPr>
            <a:xfrm>
              <a:off x="104382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32"/>
            <p:cNvSpPr/>
            <p:nvPr/>
          </p:nvSpPr>
          <p:spPr>
            <a:xfrm>
              <a:off x="11355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32"/>
            <p:cNvSpPr/>
            <p:nvPr/>
          </p:nvSpPr>
          <p:spPr>
            <a:xfrm>
              <a:off x="1227500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32"/>
            <p:cNvSpPr/>
            <p:nvPr/>
          </p:nvSpPr>
          <p:spPr>
            <a:xfrm>
              <a:off x="131927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32"/>
            <p:cNvSpPr/>
            <p:nvPr/>
          </p:nvSpPr>
          <p:spPr>
            <a:xfrm>
              <a:off x="1411200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32"/>
            <p:cNvSpPr/>
            <p:nvPr/>
          </p:nvSpPr>
          <p:spPr>
            <a:xfrm>
              <a:off x="150300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50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32"/>
            <p:cNvSpPr/>
            <p:nvPr/>
          </p:nvSpPr>
          <p:spPr>
            <a:xfrm>
              <a:off x="15947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0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32"/>
            <p:cNvSpPr/>
            <p:nvPr/>
          </p:nvSpPr>
          <p:spPr>
            <a:xfrm>
              <a:off x="168665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32"/>
            <p:cNvSpPr/>
            <p:nvPr/>
          </p:nvSpPr>
          <p:spPr>
            <a:xfrm>
              <a:off x="17784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0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32"/>
            <p:cNvSpPr/>
            <p:nvPr/>
          </p:nvSpPr>
          <p:spPr>
            <a:xfrm>
              <a:off x="1870375" y="165705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0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32"/>
            <p:cNvSpPr/>
            <p:nvPr/>
          </p:nvSpPr>
          <p:spPr>
            <a:xfrm>
              <a:off x="1962150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0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32"/>
            <p:cNvSpPr/>
            <p:nvPr/>
          </p:nvSpPr>
          <p:spPr>
            <a:xfrm>
              <a:off x="2054075" y="165705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50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0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32"/>
            <p:cNvSpPr/>
            <p:nvPr/>
          </p:nvSpPr>
          <p:spPr>
            <a:xfrm>
              <a:off x="21458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32"/>
            <p:cNvSpPr/>
            <p:nvPr/>
          </p:nvSpPr>
          <p:spPr>
            <a:xfrm>
              <a:off x="2237800" y="165705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32"/>
            <p:cNvSpPr/>
            <p:nvPr/>
          </p:nvSpPr>
          <p:spPr>
            <a:xfrm>
              <a:off x="23295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0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32"/>
            <p:cNvSpPr/>
            <p:nvPr/>
          </p:nvSpPr>
          <p:spPr>
            <a:xfrm>
              <a:off x="2421325" y="165705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50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0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32"/>
            <p:cNvSpPr/>
            <p:nvPr/>
          </p:nvSpPr>
          <p:spPr>
            <a:xfrm>
              <a:off x="251325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50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32"/>
            <p:cNvSpPr/>
            <p:nvPr/>
          </p:nvSpPr>
          <p:spPr>
            <a:xfrm>
              <a:off x="2605000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50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32"/>
            <p:cNvSpPr/>
            <p:nvPr/>
          </p:nvSpPr>
          <p:spPr>
            <a:xfrm>
              <a:off x="26969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50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32"/>
            <p:cNvSpPr/>
            <p:nvPr/>
          </p:nvSpPr>
          <p:spPr>
            <a:xfrm>
              <a:off x="2788700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32"/>
            <p:cNvSpPr/>
            <p:nvPr/>
          </p:nvSpPr>
          <p:spPr>
            <a:xfrm>
              <a:off x="28806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0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32"/>
            <p:cNvSpPr/>
            <p:nvPr/>
          </p:nvSpPr>
          <p:spPr>
            <a:xfrm>
              <a:off x="297242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50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0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32"/>
            <p:cNvSpPr/>
            <p:nvPr/>
          </p:nvSpPr>
          <p:spPr>
            <a:xfrm>
              <a:off x="3064375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50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0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32"/>
            <p:cNvSpPr/>
            <p:nvPr/>
          </p:nvSpPr>
          <p:spPr>
            <a:xfrm>
              <a:off x="315612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32"/>
            <p:cNvSpPr/>
            <p:nvPr/>
          </p:nvSpPr>
          <p:spPr>
            <a:xfrm>
              <a:off x="3247875" y="165705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32"/>
            <p:cNvSpPr/>
            <p:nvPr/>
          </p:nvSpPr>
          <p:spPr>
            <a:xfrm>
              <a:off x="3339850" y="165705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0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32"/>
            <p:cNvSpPr/>
            <p:nvPr/>
          </p:nvSpPr>
          <p:spPr>
            <a:xfrm>
              <a:off x="3431575" y="165705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50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0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32"/>
            <p:cNvSpPr/>
            <p:nvPr/>
          </p:nvSpPr>
          <p:spPr>
            <a:xfrm>
              <a:off x="3523550" y="165705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50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0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32"/>
            <p:cNvSpPr/>
            <p:nvPr/>
          </p:nvSpPr>
          <p:spPr>
            <a:xfrm>
              <a:off x="6764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32"/>
            <p:cNvSpPr/>
            <p:nvPr/>
          </p:nvSpPr>
          <p:spPr>
            <a:xfrm>
              <a:off x="76832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32"/>
            <p:cNvSpPr/>
            <p:nvPr/>
          </p:nvSpPr>
          <p:spPr>
            <a:xfrm>
              <a:off x="860125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32"/>
            <p:cNvSpPr/>
            <p:nvPr/>
          </p:nvSpPr>
          <p:spPr>
            <a:xfrm>
              <a:off x="9518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32"/>
            <p:cNvSpPr/>
            <p:nvPr/>
          </p:nvSpPr>
          <p:spPr>
            <a:xfrm>
              <a:off x="104382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32"/>
            <p:cNvSpPr/>
            <p:nvPr/>
          </p:nvSpPr>
          <p:spPr>
            <a:xfrm>
              <a:off x="11355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32"/>
            <p:cNvSpPr/>
            <p:nvPr/>
          </p:nvSpPr>
          <p:spPr>
            <a:xfrm>
              <a:off x="1227500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32"/>
            <p:cNvSpPr/>
            <p:nvPr/>
          </p:nvSpPr>
          <p:spPr>
            <a:xfrm>
              <a:off x="131927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32"/>
            <p:cNvSpPr/>
            <p:nvPr/>
          </p:nvSpPr>
          <p:spPr>
            <a:xfrm>
              <a:off x="1411200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32"/>
            <p:cNvSpPr/>
            <p:nvPr/>
          </p:nvSpPr>
          <p:spPr>
            <a:xfrm>
              <a:off x="150300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32"/>
            <p:cNvSpPr/>
            <p:nvPr/>
          </p:nvSpPr>
          <p:spPr>
            <a:xfrm>
              <a:off x="15947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32"/>
            <p:cNvSpPr/>
            <p:nvPr/>
          </p:nvSpPr>
          <p:spPr>
            <a:xfrm>
              <a:off x="168665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32"/>
            <p:cNvSpPr/>
            <p:nvPr/>
          </p:nvSpPr>
          <p:spPr>
            <a:xfrm>
              <a:off x="17784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32"/>
            <p:cNvSpPr/>
            <p:nvPr/>
          </p:nvSpPr>
          <p:spPr>
            <a:xfrm>
              <a:off x="1870375" y="17488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32"/>
            <p:cNvSpPr/>
            <p:nvPr/>
          </p:nvSpPr>
          <p:spPr>
            <a:xfrm>
              <a:off x="1962150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32"/>
            <p:cNvSpPr/>
            <p:nvPr/>
          </p:nvSpPr>
          <p:spPr>
            <a:xfrm>
              <a:off x="2054075" y="17488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32"/>
            <p:cNvSpPr/>
            <p:nvPr/>
          </p:nvSpPr>
          <p:spPr>
            <a:xfrm>
              <a:off x="21458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32"/>
            <p:cNvSpPr/>
            <p:nvPr/>
          </p:nvSpPr>
          <p:spPr>
            <a:xfrm>
              <a:off x="2237800" y="17488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32"/>
            <p:cNvSpPr/>
            <p:nvPr/>
          </p:nvSpPr>
          <p:spPr>
            <a:xfrm>
              <a:off x="23295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32"/>
            <p:cNvSpPr/>
            <p:nvPr/>
          </p:nvSpPr>
          <p:spPr>
            <a:xfrm>
              <a:off x="2421325" y="17488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32"/>
            <p:cNvSpPr/>
            <p:nvPr/>
          </p:nvSpPr>
          <p:spPr>
            <a:xfrm>
              <a:off x="251325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32"/>
            <p:cNvSpPr/>
            <p:nvPr/>
          </p:nvSpPr>
          <p:spPr>
            <a:xfrm>
              <a:off x="2605000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32"/>
            <p:cNvSpPr/>
            <p:nvPr/>
          </p:nvSpPr>
          <p:spPr>
            <a:xfrm>
              <a:off x="26969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32"/>
            <p:cNvSpPr/>
            <p:nvPr/>
          </p:nvSpPr>
          <p:spPr>
            <a:xfrm>
              <a:off x="2788700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32"/>
            <p:cNvSpPr/>
            <p:nvPr/>
          </p:nvSpPr>
          <p:spPr>
            <a:xfrm>
              <a:off x="28806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32"/>
            <p:cNvSpPr/>
            <p:nvPr/>
          </p:nvSpPr>
          <p:spPr>
            <a:xfrm>
              <a:off x="297242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32"/>
            <p:cNvSpPr/>
            <p:nvPr/>
          </p:nvSpPr>
          <p:spPr>
            <a:xfrm>
              <a:off x="3064375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32"/>
            <p:cNvSpPr/>
            <p:nvPr/>
          </p:nvSpPr>
          <p:spPr>
            <a:xfrm>
              <a:off x="315612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32"/>
            <p:cNvSpPr/>
            <p:nvPr/>
          </p:nvSpPr>
          <p:spPr>
            <a:xfrm>
              <a:off x="3247875" y="17488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32"/>
            <p:cNvSpPr/>
            <p:nvPr/>
          </p:nvSpPr>
          <p:spPr>
            <a:xfrm>
              <a:off x="3339850" y="17488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32"/>
            <p:cNvSpPr/>
            <p:nvPr/>
          </p:nvSpPr>
          <p:spPr>
            <a:xfrm>
              <a:off x="3431575" y="17488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32"/>
            <p:cNvSpPr/>
            <p:nvPr/>
          </p:nvSpPr>
          <p:spPr>
            <a:xfrm>
              <a:off x="3523550" y="17488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32"/>
            <p:cNvSpPr/>
            <p:nvPr/>
          </p:nvSpPr>
          <p:spPr>
            <a:xfrm>
              <a:off x="6764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32"/>
            <p:cNvSpPr/>
            <p:nvPr/>
          </p:nvSpPr>
          <p:spPr>
            <a:xfrm>
              <a:off x="76832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32"/>
            <p:cNvSpPr/>
            <p:nvPr/>
          </p:nvSpPr>
          <p:spPr>
            <a:xfrm>
              <a:off x="860125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32"/>
            <p:cNvSpPr/>
            <p:nvPr/>
          </p:nvSpPr>
          <p:spPr>
            <a:xfrm>
              <a:off x="9518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32"/>
            <p:cNvSpPr/>
            <p:nvPr/>
          </p:nvSpPr>
          <p:spPr>
            <a:xfrm>
              <a:off x="104382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32"/>
            <p:cNvSpPr/>
            <p:nvPr/>
          </p:nvSpPr>
          <p:spPr>
            <a:xfrm>
              <a:off x="11355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32"/>
            <p:cNvSpPr/>
            <p:nvPr/>
          </p:nvSpPr>
          <p:spPr>
            <a:xfrm>
              <a:off x="1227500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32"/>
            <p:cNvSpPr/>
            <p:nvPr/>
          </p:nvSpPr>
          <p:spPr>
            <a:xfrm>
              <a:off x="131927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32"/>
            <p:cNvSpPr/>
            <p:nvPr/>
          </p:nvSpPr>
          <p:spPr>
            <a:xfrm>
              <a:off x="1411200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32"/>
            <p:cNvSpPr/>
            <p:nvPr/>
          </p:nvSpPr>
          <p:spPr>
            <a:xfrm>
              <a:off x="150300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32"/>
            <p:cNvSpPr/>
            <p:nvPr/>
          </p:nvSpPr>
          <p:spPr>
            <a:xfrm>
              <a:off x="15947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32"/>
            <p:cNvSpPr/>
            <p:nvPr/>
          </p:nvSpPr>
          <p:spPr>
            <a:xfrm>
              <a:off x="168665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32"/>
            <p:cNvSpPr/>
            <p:nvPr/>
          </p:nvSpPr>
          <p:spPr>
            <a:xfrm>
              <a:off x="17784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32"/>
            <p:cNvSpPr/>
            <p:nvPr/>
          </p:nvSpPr>
          <p:spPr>
            <a:xfrm>
              <a:off x="1870375" y="18407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32"/>
            <p:cNvSpPr/>
            <p:nvPr/>
          </p:nvSpPr>
          <p:spPr>
            <a:xfrm>
              <a:off x="1962150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32"/>
            <p:cNvSpPr/>
            <p:nvPr/>
          </p:nvSpPr>
          <p:spPr>
            <a:xfrm>
              <a:off x="2054075" y="18407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32"/>
            <p:cNvSpPr/>
            <p:nvPr/>
          </p:nvSpPr>
          <p:spPr>
            <a:xfrm>
              <a:off x="21458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32"/>
            <p:cNvSpPr/>
            <p:nvPr/>
          </p:nvSpPr>
          <p:spPr>
            <a:xfrm>
              <a:off x="2237800" y="18407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32"/>
            <p:cNvSpPr/>
            <p:nvPr/>
          </p:nvSpPr>
          <p:spPr>
            <a:xfrm>
              <a:off x="23295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32"/>
            <p:cNvSpPr/>
            <p:nvPr/>
          </p:nvSpPr>
          <p:spPr>
            <a:xfrm>
              <a:off x="2421325" y="18407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32"/>
            <p:cNvSpPr/>
            <p:nvPr/>
          </p:nvSpPr>
          <p:spPr>
            <a:xfrm>
              <a:off x="251325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32"/>
            <p:cNvSpPr/>
            <p:nvPr/>
          </p:nvSpPr>
          <p:spPr>
            <a:xfrm>
              <a:off x="2605000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32"/>
            <p:cNvSpPr/>
            <p:nvPr/>
          </p:nvSpPr>
          <p:spPr>
            <a:xfrm>
              <a:off x="26969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32"/>
            <p:cNvSpPr/>
            <p:nvPr/>
          </p:nvSpPr>
          <p:spPr>
            <a:xfrm>
              <a:off x="2788700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32"/>
            <p:cNvSpPr/>
            <p:nvPr/>
          </p:nvSpPr>
          <p:spPr>
            <a:xfrm>
              <a:off x="28806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32"/>
            <p:cNvSpPr/>
            <p:nvPr/>
          </p:nvSpPr>
          <p:spPr>
            <a:xfrm>
              <a:off x="297242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32"/>
            <p:cNvSpPr/>
            <p:nvPr/>
          </p:nvSpPr>
          <p:spPr>
            <a:xfrm>
              <a:off x="3064375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32"/>
            <p:cNvSpPr/>
            <p:nvPr/>
          </p:nvSpPr>
          <p:spPr>
            <a:xfrm>
              <a:off x="315612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32"/>
            <p:cNvSpPr/>
            <p:nvPr/>
          </p:nvSpPr>
          <p:spPr>
            <a:xfrm>
              <a:off x="3247875" y="18407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32"/>
            <p:cNvSpPr/>
            <p:nvPr/>
          </p:nvSpPr>
          <p:spPr>
            <a:xfrm>
              <a:off x="3339850" y="18407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32"/>
            <p:cNvSpPr/>
            <p:nvPr/>
          </p:nvSpPr>
          <p:spPr>
            <a:xfrm>
              <a:off x="3431575" y="18407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32"/>
            <p:cNvSpPr/>
            <p:nvPr/>
          </p:nvSpPr>
          <p:spPr>
            <a:xfrm>
              <a:off x="3523550" y="18407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32"/>
            <p:cNvSpPr/>
            <p:nvPr/>
          </p:nvSpPr>
          <p:spPr>
            <a:xfrm>
              <a:off x="6764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32"/>
            <p:cNvSpPr/>
            <p:nvPr/>
          </p:nvSpPr>
          <p:spPr>
            <a:xfrm>
              <a:off x="76832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32"/>
            <p:cNvSpPr/>
            <p:nvPr/>
          </p:nvSpPr>
          <p:spPr>
            <a:xfrm>
              <a:off x="860125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32"/>
            <p:cNvSpPr/>
            <p:nvPr/>
          </p:nvSpPr>
          <p:spPr>
            <a:xfrm>
              <a:off x="9518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32"/>
            <p:cNvSpPr/>
            <p:nvPr/>
          </p:nvSpPr>
          <p:spPr>
            <a:xfrm>
              <a:off x="104382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32"/>
            <p:cNvSpPr/>
            <p:nvPr/>
          </p:nvSpPr>
          <p:spPr>
            <a:xfrm>
              <a:off x="11355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32"/>
            <p:cNvSpPr/>
            <p:nvPr/>
          </p:nvSpPr>
          <p:spPr>
            <a:xfrm>
              <a:off x="1227500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32"/>
            <p:cNvSpPr/>
            <p:nvPr/>
          </p:nvSpPr>
          <p:spPr>
            <a:xfrm>
              <a:off x="131927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32"/>
            <p:cNvSpPr/>
            <p:nvPr/>
          </p:nvSpPr>
          <p:spPr>
            <a:xfrm>
              <a:off x="1411200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32"/>
            <p:cNvSpPr/>
            <p:nvPr/>
          </p:nvSpPr>
          <p:spPr>
            <a:xfrm>
              <a:off x="150300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32"/>
            <p:cNvSpPr/>
            <p:nvPr/>
          </p:nvSpPr>
          <p:spPr>
            <a:xfrm>
              <a:off x="15947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32"/>
            <p:cNvSpPr/>
            <p:nvPr/>
          </p:nvSpPr>
          <p:spPr>
            <a:xfrm>
              <a:off x="168665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32"/>
            <p:cNvSpPr/>
            <p:nvPr/>
          </p:nvSpPr>
          <p:spPr>
            <a:xfrm>
              <a:off x="17784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32"/>
            <p:cNvSpPr/>
            <p:nvPr/>
          </p:nvSpPr>
          <p:spPr>
            <a:xfrm>
              <a:off x="1870375" y="19325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32"/>
            <p:cNvSpPr/>
            <p:nvPr/>
          </p:nvSpPr>
          <p:spPr>
            <a:xfrm>
              <a:off x="1962150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32"/>
            <p:cNvSpPr/>
            <p:nvPr/>
          </p:nvSpPr>
          <p:spPr>
            <a:xfrm>
              <a:off x="2054075" y="19325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32"/>
            <p:cNvSpPr/>
            <p:nvPr/>
          </p:nvSpPr>
          <p:spPr>
            <a:xfrm>
              <a:off x="21458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32"/>
            <p:cNvSpPr/>
            <p:nvPr/>
          </p:nvSpPr>
          <p:spPr>
            <a:xfrm>
              <a:off x="2237800" y="19325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32"/>
            <p:cNvSpPr/>
            <p:nvPr/>
          </p:nvSpPr>
          <p:spPr>
            <a:xfrm>
              <a:off x="23295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32"/>
            <p:cNvSpPr/>
            <p:nvPr/>
          </p:nvSpPr>
          <p:spPr>
            <a:xfrm>
              <a:off x="2421325" y="19325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32"/>
            <p:cNvSpPr/>
            <p:nvPr/>
          </p:nvSpPr>
          <p:spPr>
            <a:xfrm>
              <a:off x="251325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32"/>
            <p:cNvSpPr/>
            <p:nvPr/>
          </p:nvSpPr>
          <p:spPr>
            <a:xfrm>
              <a:off x="2605000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32"/>
            <p:cNvSpPr/>
            <p:nvPr/>
          </p:nvSpPr>
          <p:spPr>
            <a:xfrm>
              <a:off x="26969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32"/>
            <p:cNvSpPr/>
            <p:nvPr/>
          </p:nvSpPr>
          <p:spPr>
            <a:xfrm>
              <a:off x="2788700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32"/>
            <p:cNvSpPr/>
            <p:nvPr/>
          </p:nvSpPr>
          <p:spPr>
            <a:xfrm>
              <a:off x="28806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32"/>
            <p:cNvSpPr/>
            <p:nvPr/>
          </p:nvSpPr>
          <p:spPr>
            <a:xfrm>
              <a:off x="297242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32"/>
            <p:cNvSpPr/>
            <p:nvPr/>
          </p:nvSpPr>
          <p:spPr>
            <a:xfrm>
              <a:off x="3064375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32"/>
            <p:cNvSpPr/>
            <p:nvPr/>
          </p:nvSpPr>
          <p:spPr>
            <a:xfrm>
              <a:off x="315612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32"/>
            <p:cNvSpPr/>
            <p:nvPr/>
          </p:nvSpPr>
          <p:spPr>
            <a:xfrm>
              <a:off x="3247875" y="19325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32"/>
            <p:cNvSpPr/>
            <p:nvPr/>
          </p:nvSpPr>
          <p:spPr>
            <a:xfrm>
              <a:off x="3339850" y="19325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32"/>
            <p:cNvSpPr/>
            <p:nvPr/>
          </p:nvSpPr>
          <p:spPr>
            <a:xfrm>
              <a:off x="3431575" y="19325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32"/>
            <p:cNvSpPr/>
            <p:nvPr/>
          </p:nvSpPr>
          <p:spPr>
            <a:xfrm>
              <a:off x="3523550" y="19325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32"/>
            <p:cNvSpPr/>
            <p:nvPr/>
          </p:nvSpPr>
          <p:spPr>
            <a:xfrm>
              <a:off x="6764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32"/>
            <p:cNvSpPr/>
            <p:nvPr/>
          </p:nvSpPr>
          <p:spPr>
            <a:xfrm>
              <a:off x="76832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32"/>
            <p:cNvSpPr/>
            <p:nvPr/>
          </p:nvSpPr>
          <p:spPr>
            <a:xfrm>
              <a:off x="860125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32"/>
            <p:cNvSpPr/>
            <p:nvPr/>
          </p:nvSpPr>
          <p:spPr>
            <a:xfrm>
              <a:off x="9518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32"/>
            <p:cNvSpPr/>
            <p:nvPr/>
          </p:nvSpPr>
          <p:spPr>
            <a:xfrm>
              <a:off x="104382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32"/>
            <p:cNvSpPr/>
            <p:nvPr/>
          </p:nvSpPr>
          <p:spPr>
            <a:xfrm>
              <a:off x="11355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32"/>
            <p:cNvSpPr/>
            <p:nvPr/>
          </p:nvSpPr>
          <p:spPr>
            <a:xfrm>
              <a:off x="1227500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32"/>
            <p:cNvSpPr/>
            <p:nvPr/>
          </p:nvSpPr>
          <p:spPr>
            <a:xfrm>
              <a:off x="131927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32"/>
            <p:cNvSpPr/>
            <p:nvPr/>
          </p:nvSpPr>
          <p:spPr>
            <a:xfrm>
              <a:off x="1411200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32"/>
            <p:cNvSpPr/>
            <p:nvPr/>
          </p:nvSpPr>
          <p:spPr>
            <a:xfrm>
              <a:off x="150300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32"/>
            <p:cNvSpPr/>
            <p:nvPr/>
          </p:nvSpPr>
          <p:spPr>
            <a:xfrm>
              <a:off x="15947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32"/>
            <p:cNvSpPr/>
            <p:nvPr/>
          </p:nvSpPr>
          <p:spPr>
            <a:xfrm>
              <a:off x="168665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32"/>
            <p:cNvSpPr/>
            <p:nvPr/>
          </p:nvSpPr>
          <p:spPr>
            <a:xfrm>
              <a:off x="17784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32"/>
            <p:cNvSpPr/>
            <p:nvPr/>
          </p:nvSpPr>
          <p:spPr>
            <a:xfrm>
              <a:off x="1870375" y="20244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32"/>
            <p:cNvSpPr/>
            <p:nvPr/>
          </p:nvSpPr>
          <p:spPr>
            <a:xfrm>
              <a:off x="1962150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32"/>
            <p:cNvSpPr/>
            <p:nvPr/>
          </p:nvSpPr>
          <p:spPr>
            <a:xfrm>
              <a:off x="2054075" y="20244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32"/>
            <p:cNvSpPr/>
            <p:nvPr/>
          </p:nvSpPr>
          <p:spPr>
            <a:xfrm>
              <a:off x="21458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32"/>
            <p:cNvSpPr/>
            <p:nvPr/>
          </p:nvSpPr>
          <p:spPr>
            <a:xfrm>
              <a:off x="2237800" y="20244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32"/>
            <p:cNvSpPr/>
            <p:nvPr/>
          </p:nvSpPr>
          <p:spPr>
            <a:xfrm>
              <a:off x="23295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32"/>
            <p:cNvSpPr/>
            <p:nvPr/>
          </p:nvSpPr>
          <p:spPr>
            <a:xfrm>
              <a:off x="2421325" y="20244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32"/>
            <p:cNvSpPr/>
            <p:nvPr/>
          </p:nvSpPr>
          <p:spPr>
            <a:xfrm>
              <a:off x="251325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32"/>
            <p:cNvSpPr/>
            <p:nvPr/>
          </p:nvSpPr>
          <p:spPr>
            <a:xfrm>
              <a:off x="2605000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32"/>
            <p:cNvSpPr/>
            <p:nvPr/>
          </p:nvSpPr>
          <p:spPr>
            <a:xfrm>
              <a:off x="26969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32"/>
            <p:cNvSpPr/>
            <p:nvPr/>
          </p:nvSpPr>
          <p:spPr>
            <a:xfrm>
              <a:off x="2788700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32"/>
            <p:cNvSpPr/>
            <p:nvPr/>
          </p:nvSpPr>
          <p:spPr>
            <a:xfrm>
              <a:off x="28806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32"/>
            <p:cNvSpPr/>
            <p:nvPr/>
          </p:nvSpPr>
          <p:spPr>
            <a:xfrm>
              <a:off x="297242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32"/>
            <p:cNvSpPr/>
            <p:nvPr/>
          </p:nvSpPr>
          <p:spPr>
            <a:xfrm>
              <a:off x="3064375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32"/>
            <p:cNvSpPr/>
            <p:nvPr/>
          </p:nvSpPr>
          <p:spPr>
            <a:xfrm>
              <a:off x="315612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32"/>
            <p:cNvSpPr/>
            <p:nvPr/>
          </p:nvSpPr>
          <p:spPr>
            <a:xfrm>
              <a:off x="3247875" y="20244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32"/>
            <p:cNvSpPr/>
            <p:nvPr/>
          </p:nvSpPr>
          <p:spPr>
            <a:xfrm>
              <a:off x="3339850" y="20244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32"/>
            <p:cNvSpPr/>
            <p:nvPr/>
          </p:nvSpPr>
          <p:spPr>
            <a:xfrm>
              <a:off x="3431575" y="20244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32"/>
            <p:cNvSpPr/>
            <p:nvPr/>
          </p:nvSpPr>
          <p:spPr>
            <a:xfrm>
              <a:off x="3523550" y="20244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32"/>
            <p:cNvSpPr/>
            <p:nvPr/>
          </p:nvSpPr>
          <p:spPr>
            <a:xfrm>
              <a:off x="6764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32"/>
            <p:cNvSpPr/>
            <p:nvPr/>
          </p:nvSpPr>
          <p:spPr>
            <a:xfrm>
              <a:off x="76832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32"/>
            <p:cNvSpPr/>
            <p:nvPr/>
          </p:nvSpPr>
          <p:spPr>
            <a:xfrm>
              <a:off x="860125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32"/>
            <p:cNvSpPr/>
            <p:nvPr/>
          </p:nvSpPr>
          <p:spPr>
            <a:xfrm>
              <a:off x="9518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32"/>
            <p:cNvSpPr/>
            <p:nvPr/>
          </p:nvSpPr>
          <p:spPr>
            <a:xfrm>
              <a:off x="104382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32"/>
            <p:cNvSpPr/>
            <p:nvPr/>
          </p:nvSpPr>
          <p:spPr>
            <a:xfrm>
              <a:off x="11355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32"/>
            <p:cNvSpPr/>
            <p:nvPr/>
          </p:nvSpPr>
          <p:spPr>
            <a:xfrm>
              <a:off x="1227500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32"/>
            <p:cNvSpPr/>
            <p:nvPr/>
          </p:nvSpPr>
          <p:spPr>
            <a:xfrm>
              <a:off x="131927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32"/>
            <p:cNvSpPr/>
            <p:nvPr/>
          </p:nvSpPr>
          <p:spPr>
            <a:xfrm>
              <a:off x="1411200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32"/>
            <p:cNvSpPr/>
            <p:nvPr/>
          </p:nvSpPr>
          <p:spPr>
            <a:xfrm>
              <a:off x="150300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32"/>
            <p:cNvSpPr/>
            <p:nvPr/>
          </p:nvSpPr>
          <p:spPr>
            <a:xfrm>
              <a:off x="15947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32"/>
            <p:cNvSpPr/>
            <p:nvPr/>
          </p:nvSpPr>
          <p:spPr>
            <a:xfrm>
              <a:off x="168665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32"/>
            <p:cNvSpPr/>
            <p:nvPr/>
          </p:nvSpPr>
          <p:spPr>
            <a:xfrm>
              <a:off x="17784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32"/>
            <p:cNvSpPr/>
            <p:nvPr/>
          </p:nvSpPr>
          <p:spPr>
            <a:xfrm>
              <a:off x="1870375" y="21162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32"/>
            <p:cNvSpPr/>
            <p:nvPr/>
          </p:nvSpPr>
          <p:spPr>
            <a:xfrm>
              <a:off x="1962150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32"/>
            <p:cNvSpPr/>
            <p:nvPr/>
          </p:nvSpPr>
          <p:spPr>
            <a:xfrm>
              <a:off x="2054075" y="21162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32"/>
            <p:cNvSpPr/>
            <p:nvPr/>
          </p:nvSpPr>
          <p:spPr>
            <a:xfrm>
              <a:off x="21458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32"/>
            <p:cNvSpPr/>
            <p:nvPr/>
          </p:nvSpPr>
          <p:spPr>
            <a:xfrm>
              <a:off x="2237800" y="21162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32"/>
            <p:cNvSpPr/>
            <p:nvPr/>
          </p:nvSpPr>
          <p:spPr>
            <a:xfrm>
              <a:off x="23295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32"/>
            <p:cNvSpPr/>
            <p:nvPr/>
          </p:nvSpPr>
          <p:spPr>
            <a:xfrm>
              <a:off x="2421325" y="21162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32"/>
            <p:cNvSpPr/>
            <p:nvPr/>
          </p:nvSpPr>
          <p:spPr>
            <a:xfrm>
              <a:off x="251325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32"/>
            <p:cNvSpPr/>
            <p:nvPr/>
          </p:nvSpPr>
          <p:spPr>
            <a:xfrm>
              <a:off x="2605000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32"/>
            <p:cNvSpPr/>
            <p:nvPr/>
          </p:nvSpPr>
          <p:spPr>
            <a:xfrm>
              <a:off x="26969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32"/>
            <p:cNvSpPr/>
            <p:nvPr/>
          </p:nvSpPr>
          <p:spPr>
            <a:xfrm>
              <a:off x="2788700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32"/>
            <p:cNvSpPr/>
            <p:nvPr/>
          </p:nvSpPr>
          <p:spPr>
            <a:xfrm>
              <a:off x="28806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32"/>
            <p:cNvSpPr/>
            <p:nvPr/>
          </p:nvSpPr>
          <p:spPr>
            <a:xfrm>
              <a:off x="297242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32"/>
            <p:cNvSpPr/>
            <p:nvPr/>
          </p:nvSpPr>
          <p:spPr>
            <a:xfrm>
              <a:off x="3064375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32"/>
            <p:cNvSpPr/>
            <p:nvPr/>
          </p:nvSpPr>
          <p:spPr>
            <a:xfrm>
              <a:off x="315612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32"/>
            <p:cNvSpPr/>
            <p:nvPr/>
          </p:nvSpPr>
          <p:spPr>
            <a:xfrm>
              <a:off x="3247875" y="21162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32"/>
            <p:cNvSpPr/>
            <p:nvPr/>
          </p:nvSpPr>
          <p:spPr>
            <a:xfrm>
              <a:off x="3339850" y="21162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32"/>
            <p:cNvSpPr/>
            <p:nvPr/>
          </p:nvSpPr>
          <p:spPr>
            <a:xfrm>
              <a:off x="3431575" y="21162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32"/>
            <p:cNvSpPr/>
            <p:nvPr/>
          </p:nvSpPr>
          <p:spPr>
            <a:xfrm>
              <a:off x="3523550" y="21162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32"/>
            <p:cNvSpPr/>
            <p:nvPr/>
          </p:nvSpPr>
          <p:spPr>
            <a:xfrm>
              <a:off x="6764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32"/>
            <p:cNvSpPr/>
            <p:nvPr/>
          </p:nvSpPr>
          <p:spPr>
            <a:xfrm>
              <a:off x="76832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32"/>
            <p:cNvSpPr/>
            <p:nvPr/>
          </p:nvSpPr>
          <p:spPr>
            <a:xfrm>
              <a:off x="860125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32"/>
            <p:cNvSpPr/>
            <p:nvPr/>
          </p:nvSpPr>
          <p:spPr>
            <a:xfrm>
              <a:off x="9518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32"/>
            <p:cNvSpPr/>
            <p:nvPr/>
          </p:nvSpPr>
          <p:spPr>
            <a:xfrm>
              <a:off x="104382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32"/>
            <p:cNvSpPr/>
            <p:nvPr/>
          </p:nvSpPr>
          <p:spPr>
            <a:xfrm>
              <a:off x="11355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32"/>
            <p:cNvSpPr/>
            <p:nvPr/>
          </p:nvSpPr>
          <p:spPr>
            <a:xfrm>
              <a:off x="1227500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32"/>
            <p:cNvSpPr/>
            <p:nvPr/>
          </p:nvSpPr>
          <p:spPr>
            <a:xfrm>
              <a:off x="131927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32"/>
            <p:cNvSpPr/>
            <p:nvPr/>
          </p:nvSpPr>
          <p:spPr>
            <a:xfrm>
              <a:off x="1411200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32"/>
            <p:cNvSpPr/>
            <p:nvPr/>
          </p:nvSpPr>
          <p:spPr>
            <a:xfrm>
              <a:off x="150300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32"/>
            <p:cNvSpPr/>
            <p:nvPr/>
          </p:nvSpPr>
          <p:spPr>
            <a:xfrm>
              <a:off x="15947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32"/>
            <p:cNvSpPr/>
            <p:nvPr/>
          </p:nvSpPr>
          <p:spPr>
            <a:xfrm>
              <a:off x="168665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32"/>
            <p:cNvSpPr/>
            <p:nvPr/>
          </p:nvSpPr>
          <p:spPr>
            <a:xfrm>
              <a:off x="17784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32"/>
            <p:cNvSpPr/>
            <p:nvPr/>
          </p:nvSpPr>
          <p:spPr>
            <a:xfrm>
              <a:off x="1870375" y="22079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32"/>
            <p:cNvSpPr/>
            <p:nvPr/>
          </p:nvSpPr>
          <p:spPr>
            <a:xfrm>
              <a:off x="1962150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32"/>
            <p:cNvSpPr/>
            <p:nvPr/>
          </p:nvSpPr>
          <p:spPr>
            <a:xfrm>
              <a:off x="2054075" y="22079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32"/>
            <p:cNvSpPr/>
            <p:nvPr/>
          </p:nvSpPr>
          <p:spPr>
            <a:xfrm>
              <a:off x="21458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32"/>
            <p:cNvSpPr/>
            <p:nvPr/>
          </p:nvSpPr>
          <p:spPr>
            <a:xfrm>
              <a:off x="2237800" y="22079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32"/>
            <p:cNvSpPr/>
            <p:nvPr/>
          </p:nvSpPr>
          <p:spPr>
            <a:xfrm>
              <a:off x="23295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32"/>
            <p:cNvSpPr/>
            <p:nvPr/>
          </p:nvSpPr>
          <p:spPr>
            <a:xfrm>
              <a:off x="2421325" y="22079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32"/>
            <p:cNvSpPr/>
            <p:nvPr/>
          </p:nvSpPr>
          <p:spPr>
            <a:xfrm>
              <a:off x="251325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32"/>
            <p:cNvSpPr/>
            <p:nvPr/>
          </p:nvSpPr>
          <p:spPr>
            <a:xfrm>
              <a:off x="2605000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32"/>
            <p:cNvSpPr/>
            <p:nvPr/>
          </p:nvSpPr>
          <p:spPr>
            <a:xfrm>
              <a:off x="26969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32"/>
            <p:cNvSpPr/>
            <p:nvPr/>
          </p:nvSpPr>
          <p:spPr>
            <a:xfrm>
              <a:off x="2788700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32"/>
            <p:cNvSpPr/>
            <p:nvPr/>
          </p:nvSpPr>
          <p:spPr>
            <a:xfrm>
              <a:off x="28806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32"/>
            <p:cNvSpPr/>
            <p:nvPr/>
          </p:nvSpPr>
          <p:spPr>
            <a:xfrm>
              <a:off x="297242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32"/>
            <p:cNvSpPr/>
            <p:nvPr/>
          </p:nvSpPr>
          <p:spPr>
            <a:xfrm>
              <a:off x="3064375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32"/>
            <p:cNvSpPr/>
            <p:nvPr/>
          </p:nvSpPr>
          <p:spPr>
            <a:xfrm>
              <a:off x="315612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32"/>
            <p:cNvSpPr/>
            <p:nvPr/>
          </p:nvSpPr>
          <p:spPr>
            <a:xfrm>
              <a:off x="3247875" y="22079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32"/>
            <p:cNvSpPr/>
            <p:nvPr/>
          </p:nvSpPr>
          <p:spPr>
            <a:xfrm>
              <a:off x="3339850" y="22079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32"/>
            <p:cNvSpPr/>
            <p:nvPr/>
          </p:nvSpPr>
          <p:spPr>
            <a:xfrm>
              <a:off x="3431575" y="22079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32"/>
            <p:cNvSpPr/>
            <p:nvPr/>
          </p:nvSpPr>
          <p:spPr>
            <a:xfrm>
              <a:off x="3523550" y="22079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32"/>
            <p:cNvSpPr/>
            <p:nvPr/>
          </p:nvSpPr>
          <p:spPr>
            <a:xfrm>
              <a:off x="6764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32"/>
            <p:cNvSpPr/>
            <p:nvPr/>
          </p:nvSpPr>
          <p:spPr>
            <a:xfrm>
              <a:off x="76832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32"/>
            <p:cNvSpPr/>
            <p:nvPr/>
          </p:nvSpPr>
          <p:spPr>
            <a:xfrm>
              <a:off x="860125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32"/>
            <p:cNvSpPr/>
            <p:nvPr/>
          </p:nvSpPr>
          <p:spPr>
            <a:xfrm>
              <a:off x="9518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32"/>
            <p:cNvSpPr/>
            <p:nvPr/>
          </p:nvSpPr>
          <p:spPr>
            <a:xfrm>
              <a:off x="104382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32"/>
            <p:cNvSpPr/>
            <p:nvPr/>
          </p:nvSpPr>
          <p:spPr>
            <a:xfrm>
              <a:off x="11355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32"/>
            <p:cNvSpPr/>
            <p:nvPr/>
          </p:nvSpPr>
          <p:spPr>
            <a:xfrm>
              <a:off x="1227500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32"/>
            <p:cNvSpPr/>
            <p:nvPr/>
          </p:nvSpPr>
          <p:spPr>
            <a:xfrm>
              <a:off x="131927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32"/>
            <p:cNvSpPr/>
            <p:nvPr/>
          </p:nvSpPr>
          <p:spPr>
            <a:xfrm>
              <a:off x="1411200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32"/>
            <p:cNvSpPr/>
            <p:nvPr/>
          </p:nvSpPr>
          <p:spPr>
            <a:xfrm>
              <a:off x="150300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09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32"/>
            <p:cNvSpPr/>
            <p:nvPr/>
          </p:nvSpPr>
          <p:spPr>
            <a:xfrm>
              <a:off x="15947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32"/>
            <p:cNvSpPr/>
            <p:nvPr/>
          </p:nvSpPr>
          <p:spPr>
            <a:xfrm>
              <a:off x="168665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32"/>
            <p:cNvSpPr/>
            <p:nvPr/>
          </p:nvSpPr>
          <p:spPr>
            <a:xfrm>
              <a:off x="17784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32"/>
            <p:cNvSpPr/>
            <p:nvPr/>
          </p:nvSpPr>
          <p:spPr>
            <a:xfrm>
              <a:off x="1870375" y="22998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32"/>
            <p:cNvSpPr/>
            <p:nvPr/>
          </p:nvSpPr>
          <p:spPr>
            <a:xfrm>
              <a:off x="1962150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32"/>
            <p:cNvSpPr/>
            <p:nvPr/>
          </p:nvSpPr>
          <p:spPr>
            <a:xfrm>
              <a:off x="2054075" y="22998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09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32"/>
            <p:cNvSpPr/>
            <p:nvPr/>
          </p:nvSpPr>
          <p:spPr>
            <a:xfrm>
              <a:off x="21458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32"/>
            <p:cNvSpPr/>
            <p:nvPr/>
          </p:nvSpPr>
          <p:spPr>
            <a:xfrm>
              <a:off x="2237800" y="22998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32"/>
            <p:cNvSpPr/>
            <p:nvPr/>
          </p:nvSpPr>
          <p:spPr>
            <a:xfrm>
              <a:off x="23295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32"/>
            <p:cNvSpPr/>
            <p:nvPr/>
          </p:nvSpPr>
          <p:spPr>
            <a:xfrm>
              <a:off x="2421325" y="22998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09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32"/>
            <p:cNvSpPr/>
            <p:nvPr/>
          </p:nvSpPr>
          <p:spPr>
            <a:xfrm>
              <a:off x="251325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09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32"/>
            <p:cNvSpPr/>
            <p:nvPr/>
          </p:nvSpPr>
          <p:spPr>
            <a:xfrm>
              <a:off x="2605000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09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32"/>
            <p:cNvSpPr/>
            <p:nvPr/>
          </p:nvSpPr>
          <p:spPr>
            <a:xfrm>
              <a:off x="26969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09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32"/>
            <p:cNvSpPr/>
            <p:nvPr/>
          </p:nvSpPr>
          <p:spPr>
            <a:xfrm>
              <a:off x="2788700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32"/>
            <p:cNvSpPr/>
            <p:nvPr/>
          </p:nvSpPr>
          <p:spPr>
            <a:xfrm>
              <a:off x="28806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32"/>
            <p:cNvSpPr/>
            <p:nvPr/>
          </p:nvSpPr>
          <p:spPr>
            <a:xfrm>
              <a:off x="297242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09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32"/>
            <p:cNvSpPr/>
            <p:nvPr/>
          </p:nvSpPr>
          <p:spPr>
            <a:xfrm>
              <a:off x="3064375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09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32"/>
            <p:cNvSpPr/>
            <p:nvPr/>
          </p:nvSpPr>
          <p:spPr>
            <a:xfrm>
              <a:off x="315612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32"/>
            <p:cNvSpPr/>
            <p:nvPr/>
          </p:nvSpPr>
          <p:spPr>
            <a:xfrm>
              <a:off x="3247875" y="22998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32"/>
            <p:cNvSpPr/>
            <p:nvPr/>
          </p:nvSpPr>
          <p:spPr>
            <a:xfrm>
              <a:off x="3339850" y="22998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32"/>
            <p:cNvSpPr/>
            <p:nvPr/>
          </p:nvSpPr>
          <p:spPr>
            <a:xfrm>
              <a:off x="3431575" y="22998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09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32"/>
            <p:cNvSpPr/>
            <p:nvPr/>
          </p:nvSpPr>
          <p:spPr>
            <a:xfrm>
              <a:off x="3523550" y="22998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09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32"/>
            <p:cNvSpPr/>
            <p:nvPr/>
          </p:nvSpPr>
          <p:spPr>
            <a:xfrm>
              <a:off x="6764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32"/>
            <p:cNvSpPr/>
            <p:nvPr/>
          </p:nvSpPr>
          <p:spPr>
            <a:xfrm>
              <a:off x="76832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32"/>
            <p:cNvSpPr/>
            <p:nvPr/>
          </p:nvSpPr>
          <p:spPr>
            <a:xfrm>
              <a:off x="860125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32"/>
            <p:cNvSpPr/>
            <p:nvPr/>
          </p:nvSpPr>
          <p:spPr>
            <a:xfrm>
              <a:off x="9518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32"/>
            <p:cNvSpPr/>
            <p:nvPr/>
          </p:nvSpPr>
          <p:spPr>
            <a:xfrm>
              <a:off x="104382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32"/>
            <p:cNvSpPr/>
            <p:nvPr/>
          </p:nvSpPr>
          <p:spPr>
            <a:xfrm>
              <a:off x="11355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32"/>
            <p:cNvSpPr/>
            <p:nvPr/>
          </p:nvSpPr>
          <p:spPr>
            <a:xfrm>
              <a:off x="1227500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32"/>
            <p:cNvSpPr/>
            <p:nvPr/>
          </p:nvSpPr>
          <p:spPr>
            <a:xfrm>
              <a:off x="131927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32"/>
            <p:cNvSpPr/>
            <p:nvPr/>
          </p:nvSpPr>
          <p:spPr>
            <a:xfrm>
              <a:off x="1411200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32"/>
            <p:cNvSpPr/>
            <p:nvPr/>
          </p:nvSpPr>
          <p:spPr>
            <a:xfrm>
              <a:off x="150300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32"/>
            <p:cNvSpPr/>
            <p:nvPr/>
          </p:nvSpPr>
          <p:spPr>
            <a:xfrm>
              <a:off x="15947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32"/>
            <p:cNvSpPr/>
            <p:nvPr/>
          </p:nvSpPr>
          <p:spPr>
            <a:xfrm>
              <a:off x="168665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32"/>
            <p:cNvSpPr/>
            <p:nvPr/>
          </p:nvSpPr>
          <p:spPr>
            <a:xfrm>
              <a:off x="17784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32"/>
            <p:cNvSpPr/>
            <p:nvPr/>
          </p:nvSpPr>
          <p:spPr>
            <a:xfrm>
              <a:off x="1870375" y="23916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32"/>
            <p:cNvSpPr/>
            <p:nvPr/>
          </p:nvSpPr>
          <p:spPr>
            <a:xfrm>
              <a:off x="1962150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32"/>
            <p:cNvSpPr/>
            <p:nvPr/>
          </p:nvSpPr>
          <p:spPr>
            <a:xfrm>
              <a:off x="2054075" y="23916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32"/>
            <p:cNvSpPr/>
            <p:nvPr/>
          </p:nvSpPr>
          <p:spPr>
            <a:xfrm>
              <a:off x="21458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32"/>
            <p:cNvSpPr/>
            <p:nvPr/>
          </p:nvSpPr>
          <p:spPr>
            <a:xfrm>
              <a:off x="2237800" y="23916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32"/>
            <p:cNvSpPr/>
            <p:nvPr/>
          </p:nvSpPr>
          <p:spPr>
            <a:xfrm>
              <a:off x="23295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32"/>
            <p:cNvSpPr/>
            <p:nvPr/>
          </p:nvSpPr>
          <p:spPr>
            <a:xfrm>
              <a:off x="2421325" y="23916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32"/>
            <p:cNvSpPr/>
            <p:nvPr/>
          </p:nvSpPr>
          <p:spPr>
            <a:xfrm>
              <a:off x="251325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32"/>
            <p:cNvSpPr/>
            <p:nvPr/>
          </p:nvSpPr>
          <p:spPr>
            <a:xfrm>
              <a:off x="2605000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32"/>
            <p:cNvSpPr/>
            <p:nvPr/>
          </p:nvSpPr>
          <p:spPr>
            <a:xfrm>
              <a:off x="26969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32"/>
            <p:cNvSpPr/>
            <p:nvPr/>
          </p:nvSpPr>
          <p:spPr>
            <a:xfrm>
              <a:off x="2788700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32"/>
            <p:cNvSpPr/>
            <p:nvPr/>
          </p:nvSpPr>
          <p:spPr>
            <a:xfrm>
              <a:off x="28806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32"/>
            <p:cNvSpPr/>
            <p:nvPr/>
          </p:nvSpPr>
          <p:spPr>
            <a:xfrm>
              <a:off x="297242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32"/>
            <p:cNvSpPr/>
            <p:nvPr/>
          </p:nvSpPr>
          <p:spPr>
            <a:xfrm>
              <a:off x="3064375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32"/>
            <p:cNvSpPr/>
            <p:nvPr/>
          </p:nvSpPr>
          <p:spPr>
            <a:xfrm>
              <a:off x="315612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32"/>
            <p:cNvSpPr/>
            <p:nvPr/>
          </p:nvSpPr>
          <p:spPr>
            <a:xfrm>
              <a:off x="3247875" y="23916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32"/>
            <p:cNvSpPr/>
            <p:nvPr/>
          </p:nvSpPr>
          <p:spPr>
            <a:xfrm>
              <a:off x="3339850" y="23916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32"/>
            <p:cNvSpPr/>
            <p:nvPr/>
          </p:nvSpPr>
          <p:spPr>
            <a:xfrm>
              <a:off x="3431575" y="23916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32"/>
            <p:cNvSpPr/>
            <p:nvPr/>
          </p:nvSpPr>
          <p:spPr>
            <a:xfrm>
              <a:off x="3523550" y="23916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32"/>
            <p:cNvSpPr/>
            <p:nvPr/>
          </p:nvSpPr>
          <p:spPr>
            <a:xfrm>
              <a:off x="6764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32"/>
            <p:cNvSpPr/>
            <p:nvPr/>
          </p:nvSpPr>
          <p:spPr>
            <a:xfrm>
              <a:off x="76832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32"/>
            <p:cNvSpPr/>
            <p:nvPr/>
          </p:nvSpPr>
          <p:spPr>
            <a:xfrm>
              <a:off x="860125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32"/>
            <p:cNvSpPr/>
            <p:nvPr/>
          </p:nvSpPr>
          <p:spPr>
            <a:xfrm>
              <a:off x="9518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32"/>
            <p:cNvSpPr/>
            <p:nvPr/>
          </p:nvSpPr>
          <p:spPr>
            <a:xfrm>
              <a:off x="104382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32"/>
            <p:cNvSpPr/>
            <p:nvPr/>
          </p:nvSpPr>
          <p:spPr>
            <a:xfrm>
              <a:off x="11355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32"/>
            <p:cNvSpPr/>
            <p:nvPr/>
          </p:nvSpPr>
          <p:spPr>
            <a:xfrm>
              <a:off x="1227500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32"/>
            <p:cNvSpPr/>
            <p:nvPr/>
          </p:nvSpPr>
          <p:spPr>
            <a:xfrm>
              <a:off x="131927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32"/>
            <p:cNvSpPr/>
            <p:nvPr/>
          </p:nvSpPr>
          <p:spPr>
            <a:xfrm>
              <a:off x="1411200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32"/>
            <p:cNvSpPr/>
            <p:nvPr/>
          </p:nvSpPr>
          <p:spPr>
            <a:xfrm>
              <a:off x="150300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32"/>
            <p:cNvSpPr/>
            <p:nvPr/>
          </p:nvSpPr>
          <p:spPr>
            <a:xfrm>
              <a:off x="15947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32"/>
            <p:cNvSpPr/>
            <p:nvPr/>
          </p:nvSpPr>
          <p:spPr>
            <a:xfrm>
              <a:off x="168665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32"/>
            <p:cNvSpPr/>
            <p:nvPr/>
          </p:nvSpPr>
          <p:spPr>
            <a:xfrm>
              <a:off x="17784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32"/>
            <p:cNvSpPr/>
            <p:nvPr/>
          </p:nvSpPr>
          <p:spPr>
            <a:xfrm>
              <a:off x="1870375" y="248360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32"/>
            <p:cNvSpPr/>
            <p:nvPr/>
          </p:nvSpPr>
          <p:spPr>
            <a:xfrm>
              <a:off x="1962150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32"/>
            <p:cNvSpPr/>
            <p:nvPr/>
          </p:nvSpPr>
          <p:spPr>
            <a:xfrm>
              <a:off x="2054075" y="248360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32"/>
            <p:cNvSpPr/>
            <p:nvPr/>
          </p:nvSpPr>
          <p:spPr>
            <a:xfrm>
              <a:off x="21458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32"/>
            <p:cNvSpPr/>
            <p:nvPr/>
          </p:nvSpPr>
          <p:spPr>
            <a:xfrm>
              <a:off x="2237800" y="248360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32"/>
            <p:cNvSpPr/>
            <p:nvPr/>
          </p:nvSpPr>
          <p:spPr>
            <a:xfrm>
              <a:off x="23295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32"/>
            <p:cNvSpPr/>
            <p:nvPr/>
          </p:nvSpPr>
          <p:spPr>
            <a:xfrm>
              <a:off x="2421325" y="248360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32"/>
            <p:cNvSpPr/>
            <p:nvPr/>
          </p:nvSpPr>
          <p:spPr>
            <a:xfrm>
              <a:off x="251325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32"/>
            <p:cNvSpPr/>
            <p:nvPr/>
          </p:nvSpPr>
          <p:spPr>
            <a:xfrm>
              <a:off x="2605000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32"/>
            <p:cNvSpPr/>
            <p:nvPr/>
          </p:nvSpPr>
          <p:spPr>
            <a:xfrm>
              <a:off x="26969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32"/>
            <p:cNvSpPr/>
            <p:nvPr/>
          </p:nvSpPr>
          <p:spPr>
            <a:xfrm>
              <a:off x="2788700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32"/>
            <p:cNvSpPr/>
            <p:nvPr/>
          </p:nvSpPr>
          <p:spPr>
            <a:xfrm>
              <a:off x="28806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32"/>
            <p:cNvSpPr/>
            <p:nvPr/>
          </p:nvSpPr>
          <p:spPr>
            <a:xfrm>
              <a:off x="297242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32"/>
            <p:cNvSpPr/>
            <p:nvPr/>
          </p:nvSpPr>
          <p:spPr>
            <a:xfrm>
              <a:off x="3064375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32"/>
            <p:cNvSpPr/>
            <p:nvPr/>
          </p:nvSpPr>
          <p:spPr>
            <a:xfrm>
              <a:off x="315612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32"/>
            <p:cNvSpPr/>
            <p:nvPr/>
          </p:nvSpPr>
          <p:spPr>
            <a:xfrm>
              <a:off x="3247875" y="248360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32"/>
            <p:cNvSpPr/>
            <p:nvPr/>
          </p:nvSpPr>
          <p:spPr>
            <a:xfrm>
              <a:off x="3339850" y="248360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32"/>
            <p:cNvSpPr/>
            <p:nvPr/>
          </p:nvSpPr>
          <p:spPr>
            <a:xfrm>
              <a:off x="3431575" y="248360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32"/>
            <p:cNvSpPr/>
            <p:nvPr/>
          </p:nvSpPr>
          <p:spPr>
            <a:xfrm>
              <a:off x="3523550" y="248360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32"/>
            <p:cNvSpPr/>
            <p:nvPr/>
          </p:nvSpPr>
          <p:spPr>
            <a:xfrm>
              <a:off x="6764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32"/>
            <p:cNvSpPr/>
            <p:nvPr/>
          </p:nvSpPr>
          <p:spPr>
            <a:xfrm>
              <a:off x="76832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32"/>
            <p:cNvSpPr/>
            <p:nvPr/>
          </p:nvSpPr>
          <p:spPr>
            <a:xfrm>
              <a:off x="860125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32"/>
            <p:cNvSpPr/>
            <p:nvPr/>
          </p:nvSpPr>
          <p:spPr>
            <a:xfrm>
              <a:off x="9518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32"/>
            <p:cNvSpPr/>
            <p:nvPr/>
          </p:nvSpPr>
          <p:spPr>
            <a:xfrm>
              <a:off x="104382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32"/>
            <p:cNvSpPr/>
            <p:nvPr/>
          </p:nvSpPr>
          <p:spPr>
            <a:xfrm>
              <a:off x="11355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32"/>
            <p:cNvSpPr/>
            <p:nvPr/>
          </p:nvSpPr>
          <p:spPr>
            <a:xfrm>
              <a:off x="1227500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32"/>
            <p:cNvSpPr/>
            <p:nvPr/>
          </p:nvSpPr>
          <p:spPr>
            <a:xfrm>
              <a:off x="131927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32"/>
            <p:cNvSpPr/>
            <p:nvPr/>
          </p:nvSpPr>
          <p:spPr>
            <a:xfrm>
              <a:off x="1411200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32"/>
            <p:cNvSpPr/>
            <p:nvPr/>
          </p:nvSpPr>
          <p:spPr>
            <a:xfrm>
              <a:off x="150300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32"/>
            <p:cNvSpPr/>
            <p:nvPr/>
          </p:nvSpPr>
          <p:spPr>
            <a:xfrm>
              <a:off x="15947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32"/>
            <p:cNvSpPr/>
            <p:nvPr/>
          </p:nvSpPr>
          <p:spPr>
            <a:xfrm>
              <a:off x="168665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32"/>
            <p:cNvSpPr/>
            <p:nvPr/>
          </p:nvSpPr>
          <p:spPr>
            <a:xfrm>
              <a:off x="17784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32"/>
            <p:cNvSpPr/>
            <p:nvPr/>
          </p:nvSpPr>
          <p:spPr>
            <a:xfrm>
              <a:off x="1870375" y="25753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32"/>
            <p:cNvSpPr/>
            <p:nvPr/>
          </p:nvSpPr>
          <p:spPr>
            <a:xfrm>
              <a:off x="1962150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32"/>
            <p:cNvSpPr/>
            <p:nvPr/>
          </p:nvSpPr>
          <p:spPr>
            <a:xfrm>
              <a:off x="2054075" y="25753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32"/>
            <p:cNvSpPr/>
            <p:nvPr/>
          </p:nvSpPr>
          <p:spPr>
            <a:xfrm>
              <a:off x="21458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32"/>
            <p:cNvSpPr/>
            <p:nvPr/>
          </p:nvSpPr>
          <p:spPr>
            <a:xfrm>
              <a:off x="2237800" y="25753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32"/>
            <p:cNvSpPr/>
            <p:nvPr/>
          </p:nvSpPr>
          <p:spPr>
            <a:xfrm>
              <a:off x="23295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32"/>
            <p:cNvSpPr/>
            <p:nvPr/>
          </p:nvSpPr>
          <p:spPr>
            <a:xfrm>
              <a:off x="2421325" y="25753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32"/>
            <p:cNvSpPr/>
            <p:nvPr/>
          </p:nvSpPr>
          <p:spPr>
            <a:xfrm>
              <a:off x="251325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32"/>
            <p:cNvSpPr/>
            <p:nvPr/>
          </p:nvSpPr>
          <p:spPr>
            <a:xfrm>
              <a:off x="2605000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32"/>
            <p:cNvSpPr/>
            <p:nvPr/>
          </p:nvSpPr>
          <p:spPr>
            <a:xfrm>
              <a:off x="26969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32"/>
            <p:cNvSpPr/>
            <p:nvPr/>
          </p:nvSpPr>
          <p:spPr>
            <a:xfrm>
              <a:off x="2788700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32"/>
            <p:cNvSpPr/>
            <p:nvPr/>
          </p:nvSpPr>
          <p:spPr>
            <a:xfrm>
              <a:off x="28806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32"/>
            <p:cNvSpPr/>
            <p:nvPr/>
          </p:nvSpPr>
          <p:spPr>
            <a:xfrm>
              <a:off x="297242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32"/>
            <p:cNvSpPr/>
            <p:nvPr/>
          </p:nvSpPr>
          <p:spPr>
            <a:xfrm>
              <a:off x="3064375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32"/>
            <p:cNvSpPr/>
            <p:nvPr/>
          </p:nvSpPr>
          <p:spPr>
            <a:xfrm>
              <a:off x="315612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32"/>
            <p:cNvSpPr/>
            <p:nvPr/>
          </p:nvSpPr>
          <p:spPr>
            <a:xfrm>
              <a:off x="3247875" y="25753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32"/>
            <p:cNvSpPr/>
            <p:nvPr/>
          </p:nvSpPr>
          <p:spPr>
            <a:xfrm>
              <a:off x="3339850" y="25753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32"/>
            <p:cNvSpPr/>
            <p:nvPr/>
          </p:nvSpPr>
          <p:spPr>
            <a:xfrm>
              <a:off x="3431575" y="25753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32"/>
            <p:cNvSpPr/>
            <p:nvPr/>
          </p:nvSpPr>
          <p:spPr>
            <a:xfrm>
              <a:off x="3523550" y="25753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32"/>
            <p:cNvSpPr/>
            <p:nvPr/>
          </p:nvSpPr>
          <p:spPr>
            <a:xfrm>
              <a:off x="6764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32"/>
            <p:cNvSpPr/>
            <p:nvPr/>
          </p:nvSpPr>
          <p:spPr>
            <a:xfrm>
              <a:off x="76832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32"/>
            <p:cNvSpPr/>
            <p:nvPr/>
          </p:nvSpPr>
          <p:spPr>
            <a:xfrm>
              <a:off x="860125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32"/>
            <p:cNvSpPr/>
            <p:nvPr/>
          </p:nvSpPr>
          <p:spPr>
            <a:xfrm>
              <a:off x="9518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32"/>
            <p:cNvSpPr/>
            <p:nvPr/>
          </p:nvSpPr>
          <p:spPr>
            <a:xfrm>
              <a:off x="104382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32"/>
            <p:cNvSpPr/>
            <p:nvPr/>
          </p:nvSpPr>
          <p:spPr>
            <a:xfrm>
              <a:off x="11355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32"/>
            <p:cNvSpPr/>
            <p:nvPr/>
          </p:nvSpPr>
          <p:spPr>
            <a:xfrm>
              <a:off x="1227500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32"/>
            <p:cNvSpPr/>
            <p:nvPr/>
          </p:nvSpPr>
          <p:spPr>
            <a:xfrm>
              <a:off x="131927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32"/>
            <p:cNvSpPr/>
            <p:nvPr/>
          </p:nvSpPr>
          <p:spPr>
            <a:xfrm>
              <a:off x="1411200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32"/>
            <p:cNvSpPr/>
            <p:nvPr/>
          </p:nvSpPr>
          <p:spPr>
            <a:xfrm>
              <a:off x="150300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32"/>
            <p:cNvSpPr/>
            <p:nvPr/>
          </p:nvSpPr>
          <p:spPr>
            <a:xfrm>
              <a:off x="15947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32"/>
            <p:cNvSpPr/>
            <p:nvPr/>
          </p:nvSpPr>
          <p:spPr>
            <a:xfrm>
              <a:off x="168665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32"/>
            <p:cNvSpPr/>
            <p:nvPr/>
          </p:nvSpPr>
          <p:spPr>
            <a:xfrm>
              <a:off x="17784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32"/>
            <p:cNvSpPr/>
            <p:nvPr/>
          </p:nvSpPr>
          <p:spPr>
            <a:xfrm>
              <a:off x="1870375" y="2667300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32"/>
            <p:cNvSpPr/>
            <p:nvPr/>
          </p:nvSpPr>
          <p:spPr>
            <a:xfrm>
              <a:off x="1962150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32"/>
            <p:cNvSpPr/>
            <p:nvPr/>
          </p:nvSpPr>
          <p:spPr>
            <a:xfrm>
              <a:off x="2054075" y="2667300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32"/>
            <p:cNvSpPr/>
            <p:nvPr/>
          </p:nvSpPr>
          <p:spPr>
            <a:xfrm>
              <a:off x="21458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32"/>
            <p:cNvSpPr/>
            <p:nvPr/>
          </p:nvSpPr>
          <p:spPr>
            <a:xfrm>
              <a:off x="2237800" y="2667300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32"/>
            <p:cNvSpPr/>
            <p:nvPr/>
          </p:nvSpPr>
          <p:spPr>
            <a:xfrm>
              <a:off x="23295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32"/>
            <p:cNvSpPr/>
            <p:nvPr/>
          </p:nvSpPr>
          <p:spPr>
            <a:xfrm>
              <a:off x="2421325" y="2667300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32"/>
            <p:cNvSpPr/>
            <p:nvPr/>
          </p:nvSpPr>
          <p:spPr>
            <a:xfrm>
              <a:off x="251325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32"/>
            <p:cNvSpPr/>
            <p:nvPr/>
          </p:nvSpPr>
          <p:spPr>
            <a:xfrm>
              <a:off x="2605000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32"/>
            <p:cNvSpPr/>
            <p:nvPr/>
          </p:nvSpPr>
          <p:spPr>
            <a:xfrm>
              <a:off x="26969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32"/>
            <p:cNvSpPr/>
            <p:nvPr/>
          </p:nvSpPr>
          <p:spPr>
            <a:xfrm>
              <a:off x="2788700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32"/>
            <p:cNvSpPr/>
            <p:nvPr/>
          </p:nvSpPr>
          <p:spPr>
            <a:xfrm>
              <a:off x="28806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32"/>
            <p:cNvSpPr/>
            <p:nvPr/>
          </p:nvSpPr>
          <p:spPr>
            <a:xfrm>
              <a:off x="297242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32"/>
            <p:cNvSpPr/>
            <p:nvPr/>
          </p:nvSpPr>
          <p:spPr>
            <a:xfrm>
              <a:off x="3064375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32"/>
            <p:cNvSpPr/>
            <p:nvPr/>
          </p:nvSpPr>
          <p:spPr>
            <a:xfrm>
              <a:off x="315612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32"/>
            <p:cNvSpPr/>
            <p:nvPr/>
          </p:nvSpPr>
          <p:spPr>
            <a:xfrm>
              <a:off x="3247875" y="2667300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32"/>
            <p:cNvSpPr/>
            <p:nvPr/>
          </p:nvSpPr>
          <p:spPr>
            <a:xfrm>
              <a:off x="3339850" y="2667300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32"/>
            <p:cNvSpPr/>
            <p:nvPr/>
          </p:nvSpPr>
          <p:spPr>
            <a:xfrm>
              <a:off x="3431575" y="2667300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32"/>
            <p:cNvSpPr/>
            <p:nvPr/>
          </p:nvSpPr>
          <p:spPr>
            <a:xfrm>
              <a:off x="3523550" y="2667300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32"/>
            <p:cNvSpPr/>
            <p:nvPr/>
          </p:nvSpPr>
          <p:spPr>
            <a:xfrm>
              <a:off x="6764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32"/>
            <p:cNvSpPr/>
            <p:nvPr/>
          </p:nvSpPr>
          <p:spPr>
            <a:xfrm>
              <a:off x="76832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32"/>
            <p:cNvSpPr/>
            <p:nvPr/>
          </p:nvSpPr>
          <p:spPr>
            <a:xfrm>
              <a:off x="860125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32"/>
            <p:cNvSpPr/>
            <p:nvPr/>
          </p:nvSpPr>
          <p:spPr>
            <a:xfrm>
              <a:off x="9518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32"/>
            <p:cNvSpPr/>
            <p:nvPr/>
          </p:nvSpPr>
          <p:spPr>
            <a:xfrm>
              <a:off x="104382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32"/>
            <p:cNvSpPr/>
            <p:nvPr/>
          </p:nvSpPr>
          <p:spPr>
            <a:xfrm>
              <a:off x="11355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32"/>
            <p:cNvSpPr/>
            <p:nvPr/>
          </p:nvSpPr>
          <p:spPr>
            <a:xfrm>
              <a:off x="1227500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32"/>
            <p:cNvSpPr/>
            <p:nvPr/>
          </p:nvSpPr>
          <p:spPr>
            <a:xfrm>
              <a:off x="131927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32"/>
            <p:cNvSpPr/>
            <p:nvPr/>
          </p:nvSpPr>
          <p:spPr>
            <a:xfrm>
              <a:off x="1411200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32"/>
            <p:cNvSpPr/>
            <p:nvPr/>
          </p:nvSpPr>
          <p:spPr>
            <a:xfrm>
              <a:off x="150300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32"/>
            <p:cNvSpPr/>
            <p:nvPr/>
          </p:nvSpPr>
          <p:spPr>
            <a:xfrm>
              <a:off x="15947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32"/>
            <p:cNvSpPr/>
            <p:nvPr/>
          </p:nvSpPr>
          <p:spPr>
            <a:xfrm>
              <a:off x="168665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32"/>
            <p:cNvSpPr/>
            <p:nvPr/>
          </p:nvSpPr>
          <p:spPr>
            <a:xfrm>
              <a:off x="17784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32"/>
            <p:cNvSpPr/>
            <p:nvPr/>
          </p:nvSpPr>
          <p:spPr>
            <a:xfrm>
              <a:off x="1870375" y="27590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32"/>
            <p:cNvSpPr/>
            <p:nvPr/>
          </p:nvSpPr>
          <p:spPr>
            <a:xfrm>
              <a:off x="1962150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32"/>
            <p:cNvSpPr/>
            <p:nvPr/>
          </p:nvSpPr>
          <p:spPr>
            <a:xfrm>
              <a:off x="2054075" y="27590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32"/>
            <p:cNvSpPr/>
            <p:nvPr/>
          </p:nvSpPr>
          <p:spPr>
            <a:xfrm>
              <a:off x="21458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32"/>
            <p:cNvSpPr/>
            <p:nvPr/>
          </p:nvSpPr>
          <p:spPr>
            <a:xfrm>
              <a:off x="2237800" y="27590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32"/>
            <p:cNvSpPr/>
            <p:nvPr/>
          </p:nvSpPr>
          <p:spPr>
            <a:xfrm>
              <a:off x="23295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32"/>
            <p:cNvSpPr/>
            <p:nvPr/>
          </p:nvSpPr>
          <p:spPr>
            <a:xfrm>
              <a:off x="2421325" y="27590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32"/>
            <p:cNvSpPr/>
            <p:nvPr/>
          </p:nvSpPr>
          <p:spPr>
            <a:xfrm>
              <a:off x="251325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32"/>
            <p:cNvSpPr/>
            <p:nvPr/>
          </p:nvSpPr>
          <p:spPr>
            <a:xfrm>
              <a:off x="2605000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32"/>
            <p:cNvSpPr/>
            <p:nvPr/>
          </p:nvSpPr>
          <p:spPr>
            <a:xfrm>
              <a:off x="26969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32"/>
            <p:cNvSpPr/>
            <p:nvPr/>
          </p:nvSpPr>
          <p:spPr>
            <a:xfrm>
              <a:off x="2788700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32"/>
            <p:cNvSpPr/>
            <p:nvPr/>
          </p:nvSpPr>
          <p:spPr>
            <a:xfrm>
              <a:off x="28806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32"/>
            <p:cNvSpPr/>
            <p:nvPr/>
          </p:nvSpPr>
          <p:spPr>
            <a:xfrm>
              <a:off x="297242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32"/>
            <p:cNvSpPr/>
            <p:nvPr/>
          </p:nvSpPr>
          <p:spPr>
            <a:xfrm>
              <a:off x="3064375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32"/>
            <p:cNvSpPr/>
            <p:nvPr/>
          </p:nvSpPr>
          <p:spPr>
            <a:xfrm>
              <a:off x="315612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32"/>
            <p:cNvSpPr/>
            <p:nvPr/>
          </p:nvSpPr>
          <p:spPr>
            <a:xfrm>
              <a:off x="3247875" y="27590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32"/>
            <p:cNvSpPr/>
            <p:nvPr/>
          </p:nvSpPr>
          <p:spPr>
            <a:xfrm>
              <a:off x="3339850" y="27590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32"/>
            <p:cNvSpPr/>
            <p:nvPr/>
          </p:nvSpPr>
          <p:spPr>
            <a:xfrm>
              <a:off x="3431575" y="27590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32"/>
            <p:cNvSpPr/>
            <p:nvPr/>
          </p:nvSpPr>
          <p:spPr>
            <a:xfrm>
              <a:off x="3523550" y="27590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32"/>
            <p:cNvSpPr/>
            <p:nvPr/>
          </p:nvSpPr>
          <p:spPr>
            <a:xfrm>
              <a:off x="6764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32"/>
            <p:cNvSpPr/>
            <p:nvPr/>
          </p:nvSpPr>
          <p:spPr>
            <a:xfrm>
              <a:off x="76832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32"/>
            <p:cNvSpPr/>
            <p:nvPr/>
          </p:nvSpPr>
          <p:spPr>
            <a:xfrm>
              <a:off x="860125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32"/>
            <p:cNvSpPr/>
            <p:nvPr/>
          </p:nvSpPr>
          <p:spPr>
            <a:xfrm>
              <a:off x="9518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32"/>
            <p:cNvSpPr/>
            <p:nvPr/>
          </p:nvSpPr>
          <p:spPr>
            <a:xfrm>
              <a:off x="104382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32"/>
            <p:cNvSpPr/>
            <p:nvPr/>
          </p:nvSpPr>
          <p:spPr>
            <a:xfrm>
              <a:off x="11355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32"/>
            <p:cNvSpPr/>
            <p:nvPr/>
          </p:nvSpPr>
          <p:spPr>
            <a:xfrm>
              <a:off x="1227500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32"/>
            <p:cNvSpPr/>
            <p:nvPr/>
          </p:nvSpPr>
          <p:spPr>
            <a:xfrm>
              <a:off x="131927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32"/>
            <p:cNvSpPr/>
            <p:nvPr/>
          </p:nvSpPr>
          <p:spPr>
            <a:xfrm>
              <a:off x="1411200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32"/>
            <p:cNvSpPr/>
            <p:nvPr/>
          </p:nvSpPr>
          <p:spPr>
            <a:xfrm>
              <a:off x="150300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44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32"/>
            <p:cNvSpPr/>
            <p:nvPr/>
          </p:nvSpPr>
          <p:spPr>
            <a:xfrm>
              <a:off x="15947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4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32"/>
            <p:cNvSpPr/>
            <p:nvPr/>
          </p:nvSpPr>
          <p:spPr>
            <a:xfrm>
              <a:off x="168665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32"/>
            <p:cNvSpPr/>
            <p:nvPr/>
          </p:nvSpPr>
          <p:spPr>
            <a:xfrm>
              <a:off x="17784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4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32"/>
            <p:cNvSpPr/>
            <p:nvPr/>
          </p:nvSpPr>
          <p:spPr>
            <a:xfrm>
              <a:off x="1870375" y="285102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4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32"/>
            <p:cNvSpPr/>
            <p:nvPr/>
          </p:nvSpPr>
          <p:spPr>
            <a:xfrm>
              <a:off x="1962150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4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32"/>
            <p:cNvSpPr/>
            <p:nvPr/>
          </p:nvSpPr>
          <p:spPr>
            <a:xfrm>
              <a:off x="2054075" y="285102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44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4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32"/>
            <p:cNvSpPr/>
            <p:nvPr/>
          </p:nvSpPr>
          <p:spPr>
            <a:xfrm>
              <a:off x="21458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32"/>
            <p:cNvSpPr/>
            <p:nvPr/>
          </p:nvSpPr>
          <p:spPr>
            <a:xfrm>
              <a:off x="2237800" y="285102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32"/>
            <p:cNvSpPr/>
            <p:nvPr/>
          </p:nvSpPr>
          <p:spPr>
            <a:xfrm>
              <a:off x="23295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4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32"/>
            <p:cNvSpPr/>
            <p:nvPr/>
          </p:nvSpPr>
          <p:spPr>
            <a:xfrm>
              <a:off x="2421325" y="285102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44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4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32"/>
            <p:cNvSpPr/>
            <p:nvPr/>
          </p:nvSpPr>
          <p:spPr>
            <a:xfrm>
              <a:off x="251325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44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32"/>
            <p:cNvSpPr/>
            <p:nvPr/>
          </p:nvSpPr>
          <p:spPr>
            <a:xfrm>
              <a:off x="2605000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44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32"/>
            <p:cNvSpPr/>
            <p:nvPr/>
          </p:nvSpPr>
          <p:spPr>
            <a:xfrm>
              <a:off x="26969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44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32"/>
            <p:cNvSpPr/>
            <p:nvPr/>
          </p:nvSpPr>
          <p:spPr>
            <a:xfrm>
              <a:off x="2788700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32"/>
            <p:cNvSpPr/>
            <p:nvPr/>
          </p:nvSpPr>
          <p:spPr>
            <a:xfrm>
              <a:off x="28806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4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32"/>
            <p:cNvSpPr/>
            <p:nvPr/>
          </p:nvSpPr>
          <p:spPr>
            <a:xfrm>
              <a:off x="297242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44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4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32"/>
            <p:cNvSpPr/>
            <p:nvPr/>
          </p:nvSpPr>
          <p:spPr>
            <a:xfrm>
              <a:off x="3064375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44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4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32"/>
            <p:cNvSpPr/>
            <p:nvPr/>
          </p:nvSpPr>
          <p:spPr>
            <a:xfrm>
              <a:off x="315612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32"/>
            <p:cNvSpPr/>
            <p:nvPr/>
          </p:nvSpPr>
          <p:spPr>
            <a:xfrm>
              <a:off x="3247875" y="285102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32"/>
            <p:cNvSpPr/>
            <p:nvPr/>
          </p:nvSpPr>
          <p:spPr>
            <a:xfrm>
              <a:off x="3339850" y="285102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4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32"/>
            <p:cNvSpPr/>
            <p:nvPr/>
          </p:nvSpPr>
          <p:spPr>
            <a:xfrm>
              <a:off x="3431575" y="285102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44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4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32"/>
            <p:cNvSpPr/>
            <p:nvPr/>
          </p:nvSpPr>
          <p:spPr>
            <a:xfrm>
              <a:off x="3523550" y="285102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44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4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32"/>
            <p:cNvSpPr/>
            <p:nvPr/>
          </p:nvSpPr>
          <p:spPr>
            <a:xfrm>
              <a:off x="6764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32"/>
            <p:cNvSpPr/>
            <p:nvPr/>
          </p:nvSpPr>
          <p:spPr>
            <a:xfrm>
              <a:off x="76832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32"/>
            <p:cNvSpPr/>
            <p:nvPr/>
          </p:nvSpPr>
          <p:spPr>
            <a:xfrm>
              <a:off x="860125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32"/>
            <p:cNvSpPr/>
            <p:nvPr/>
          </p:nvSpPr>
          <p:spPr>
            <a:xfrm>
              <a:off x="9518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32"/>
            <p:cNvSpPr/>
            <p:nvPr/>
          </p:nvSpPr>
          <p:spPr>
            <a:xfrm>
              <a:off x="104382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32"/>
            <p:cNvSpPr/>
            <p:nvPr/>
          </p:nvSpPr>
          <p:spPr>
            <a:xfrm>
              <a:off x="11355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32"/>
            <p:cNvSpPr/>
            <p:nvPr/>
          </p:nvSpPr>
          <p:spPr>
            <a:xfrm>
              <a:off x="1227500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32"/>
            <p:cNvSpPr/>
            <p:nvPr/>
          </p:nvSpPr>
          <p:spPr>
            <a:xfrm>
              <a:off x="131927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32"/>
            <p:cNvSpPr/>
            <p:nvPr/>
          </p:nvSpPr>
          <p:spPr>
            <a:xfrm>
              <a:off x="1411200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32"/>
            <p:cNvSpPr/>
            <p:nvPr/>
          </p:nvSpPr>
          <p:spPr>
            <a:xfrm>
              <a:off x="150300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32"/>
            <p:cNvSpPr/>
            <p:nvPr/>
          </p:nvSpPr>
          <p:spPr>
            <a:xfrm>
              <a:off x="15947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32"/>
            <p:cNvSpPr/>
            <p:nvPr/>
          </p:nvSpPr>
          <p:spPr>
            <a:xfrm>
              <a:off x="168665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32"/>
            <p:cNvSpPr/>
            <p:nvPr/>
          </p:nvSpPr>
          <p:spPr>
            <a:xfrm>
              <a:off x="17784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32"/>
            <p:cNvSpPr/>
            <p:nvPr/>
          </p:nvSpPr>
          <p:spPr>
            <a:xfrm>
              <a:off x="1870375" y="29427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32"/>
            <p:cNvSpPr/>
            <p:nvPr/>
          </p:nvSpPr>
          <p:spPr>
            <a:xfrm>
              <a:off x="1962150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32"/>
            <p:cNvSpPr/>
            <p:nvPr/>
          </p:nvSpPr>
          <p:spPr>
            <a:xfrm>
              <a:off x="2054075" y="29427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32"/>
            <p:cNvSpPr/>
            <p:nvPr/>
          </p:nvSpPr>
          <p:spPr>
            <a:xfrm>
              <a:off x="21458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32"/>
            <p:cNvSpPr/>
            <p:nvPr/>
          </p:nvSpPr>
          <p:spPr>
            <a:xfrm>
              <a:off x="2237800" y="29427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32"/>
            <p:cNvSpPr/>
            <p:nvPr/>
          </p:nvSpPr>
          <p:spPr>
            <a:xfrm>
              <a:off x="23295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32"/>
            <p:cNvSpPr/>
            <p:nvPr/>
          </p:nvSpPr>
          <p:spPr>
            <a:xfrm>
              <a:off x="2421325" y="29427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32"/>
            <p:cNvSpPr/>
            <p:nvPr/>
          </p:nvSpPr>
          <p:spPr>
            <a:xfrm>
              <a:off x="251325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32"/>
            <p:cNvSpPr/>
            <p:nvPr/>
          </p:nvSpPr>
          <p:spPr>
            <a:xfrm>
              <a:off x="2605000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32"/>
            <p:cNvSpPr/>
            <p:nvPr/>
          </p:nvSpPr>
          <p:spPr>
            <a:xfrm>
              <a:off x="26969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32"/>
            <p:cNvSpPr/>
            <p:nvPr/>
          </p:nvSpPr>
          <p:spPr>
            <a:xfrm>
              <a:off x="2788700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32"/>
            <p:cNvSpPr/>
            <p:nvPr/>
          </p:nvSpPr>
          <p:spPr>
            <a:xfrm>
              <a:off x="28806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32"/>
            <p:cNvSpPr/>
            <p:nvPr/>
          </p:nvSpPr>
          <p:spPr>
            <a:xfrm>
              <a:off x="297242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32"/>
            <p:cNvSpPr/>
            <p:nvPr/>
          </p:nvSpPr>
          <p:spPr>
            <a:xfrm>
              <a:off x="3064375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32"/>
            <p:cNvSpPr/>
            <p:nvPr/>
          </p:nvSpPr>
          <p:spPr>
            <a:xfrm>
              <a:off x="315612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32"/>
            <p:cNvSpPr/>
            <p:nvPr/>
          </p:nvSpPr>
          <p:spPr>
            <a:xfrm>
              <a:off x="3247875" y="29427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32"/>
            <p:cNvSpPr/>
            <p:nvPr/>
          </p:nvSpPr>
          <p:spPr>
            <a:xfrm>
              <a:off x="3339850" y="29427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32"/>
            <p:cNvSpPr/>
            <p:nvPr/>
          </p:nvSpPr>
          <p:spPr>
            <a:xfrm>
              <a:off x="3431575" y="29427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32"/>
            <p:cNvSpPr/>
            <p:nvPr/>
          </p:nvSpPr>
          <p:spPr>
            <a:xfrm>
              <a:off x="3523550" y="29427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32"/>
            <p:cNvSpPr/>
            <p:nvPr/>
          </p:nvSpPr>
          <p:spPr>
            <a:xfrm>
              <a:off x="6764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32"/>
            <p:cNvSpPr/>
            <p:nvPr/>
          </p:nvSpPr>
          <p:spPr>
            <a:xfrm>
              <a:off x="76832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32"/>
            <p:cNvSpPr/>
            <p:nvPr/>
          </p:nvSpPr>
          <p:spPr>
            <a:xfrm>
              <a:off x="860125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32"/>
            <p:cNvSpPr/>
            <p:nvPr/>
          </p:nvSpPr>
          <p:spPr>
            <a:xfrm>
              <a:off x="9518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32"/>
            <p:cNvSpPr/>
            <p:nvPr/>
          </p:nvSpPr>
          <p:spPr>
            <a:xfrm>
              <a:off x="104382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32"/>
            <p:cNvSpPr/>
            <p:nvPr/>
          </p:nvSpPr>
          <p:spPr>
            <a:xfrm>
              <a:off x="11355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32"/>
            <p:cNvSpPr/>
            <p:nvPr/>
          </p:nvSpPr>
          <p:spPr>
            <a:xfrm>
              <a:off x="1227500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32"/>
            <p:cNvSpPr/>
            <p:nvPr/>
          </p:nvSpPr>
          <p:spPr>
            <a:xfrm>
              <a:off x="131927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32"/>
            <p:cNvSpPr/>
            <p:nvPr/>
          </p:nvSpPr>
          <p:spPr>
            <a:xfrm>
              <a:off x="1411200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32"/>
            <p:cNvSpPr/>
            <p:nvPr/>
          </p:nvSpPr>
          <p:spPr>
            <a:xfrm>
              <a:off x="150300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0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32"/>
            <p:cNvSpPr/>
            <p:nvPr/>
          </p:nvSpPr>
          <p:spPr>
            <a:xfrm>
              <a:off x="15947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0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32"/>
            <p:cNvSpPr/>
            <p:nvPr/>
          </p:nvSpPr>
          <p:spPr>
            <a:xfrm>
              <a:off x="168665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32"/>
            <p:cNvSpPr/>
            <p:nvPr/>
          </p:nvSpPr>
          <p:spPr>
            <a:xfrm>
              <a:off x="17784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0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32"/>
            <p:cNvSpPr/>
            <p:nvPr/>
          </p:nvSpPr>
          <p:spPr>
            <a:xfrm>
              <a:off x="1870375" y="303455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0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32"/>
            <p:cNvSpPr/>
            <p:nvPr/>
          </p:nvSpPr>
          <p:spPr>
            <a:xfrm>
              <a:off x="1962150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0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32"/>
            <p:cNvSpPr/>
            <p:nvPr/>
          </p:nvSpPr>
          <p:spPr>
            <a:xfrm>
              <a:off x="2054075" y="303455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0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0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32"/>
            <p:cNvSpPr/>
            <p:nvPr/>
          </p:nvSpPr>
          <p:spPr>
            <a:xfrm>
              <a:off x="21458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32"/>
            <p:cNvSpPr/>
            <p:nvPr/>
          </p:nvSpPr>
          <p:spPr>
            <a:xfrm>
              <a:off x="2237800" y="303455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32"/>
            <p:cNvSpPr/>
            <p:nvPr/>
          </p:nvSpPr>
          <p:spPr>
            <a:xfrm>
              <a:off x="23295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0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32"/>
            <p:cNvSpPr/>
            <p:nvPr/>
          </p:nvSpPr>
          <p:spPr>
            <a:xfrm>
              <a:off x="2421325" y="303455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0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0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32"/>
            <p:cNvSpPr/>
            <p:nvPr/>
          </p:nvSpPr>
          <p:spPr>
            <a:xfrm>
              <a:off x="251325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0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32"/>
            <p:cNvSpPr/>
            <p:nvPr/>
          </p:nvSpPr>
          <p:spPr>
            <a:xfrm>
              <a:off x="2605000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0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32"/>
            <p:cNvSpPr/>
            <p:nvPr/>
          </p:nvSpPr>
          <p:spPr>
            <a:xfrm>
              <a:off x="26969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0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32"/>
            <p:cNvSpPr/>
            <p:nvPr/>
          </p:nvSpPr>
          <p:spPr>
            <a:xfrm>
              <a:off x="2788700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32"/>
            <p:cNvSpPr/>
            <p:nvPr/>
          </p:nvSpPr>
          <p:spPr>
            <a:xfrm>
              <a:off x="28806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0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32"/>
            <p:cNvSpPr/>
            <p:nvPr/>
          </p:nvSpPr>
          <p:spPr>
            <a:xfrm>
              <a:off x="297242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0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0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32"/>
            <p:cNvSpPr/>
            <p:nvPr/>
          </p:nvSpPr>
          <p:spPr>
            <a:xfrm>
              <a:off x="3064375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0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0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32"/>
            <p:cNvSpPr/>
            <p:nvPr/>
          </p:nvSpPr>
          <p:spPr>
            <a:xfrm>
              <a:off x="315612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32"/>
            <p:cNvSpPr/>
            <p:nvPr/>
          </p:nvSpPr>
          <p:spPr>
            <a:xfrm>
              <a:off x="3247875" y="30345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32"/>
            <p:cNvSpPr/>
            <p:nvPr/>
          </p:nvSpPr>
          <p:spPr>
            <a:xfrm>
              <a:off x="3339850" y="303455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0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32"/>
            <p:cNvSpPr/>
            <p:nvPr/>
          </p:nvSpPr>
          <p:spPr>
            <a:xfrm>
              <a:off x="3431575" y="303455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0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0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32"/>
            <p:cNvSpPr/>
            <p:nvPr/>
          </p:nvSpPr>
          <p:spPr>
            <a:xfrm>
              <a:off x="3523550" y="303455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0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0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32"/>
            <p:cNvSpPr/>
            <p:nvPr/>
          </p:nvSpPr>
          <p:spPr>
            <a:xfrm>
              <a:off x="6764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32"/>
            <p:cNvSpPr/>
            <p:nvPr/>
          </p:nvSpPr>
          <p:spPr>
            <a:xfrm>
              <a:off x="76832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32"/>
            <p:cNvSpPr/>
            <p:nvPr/>
          </p:nvSpPr>
          <p:spPr>
            <a:xfrm>
              <a:off x="860125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32"/>
            <p:cNvSpPr/>
            <p:nvPr/>
          </p:nvSpPr>
          <p:spPr>
            <a:xfrm>
              <a:off x="9518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32"/>
            <p:cNvSpPr/>
            <p:nvPr/>
          </p:nvSpPr>
          <p:spPr>
            <a:xfrm>
              <a:off x="104382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32"/>
            <p:cNvSpPr/>
            <p:nvPr/>
          </p:nvSpPr>
          <p:spPr>
            <a:xfrm>
              <a:off x="11355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32"/>
            <p:cNvSpPr/>
            <p:nvPr/>
          </p:nvSpPr>
          <p:spPr>
            <a:xfrm>
              <a:off x="1227500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32"/>
            <p:cNvSpPr/>
            <p:nvPr/>
          </p:nvSpPr>
          <p:spPr>
            <a:xfrm>
              <a:off x="131927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32"/>
            <p:cNvSpPr/>
            <p:nvPr/>
          </p:nvSpPr>
          <p:spPr>
            <a:xfrm>
              <a:off x="1411200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32"/>
            <p:cNvSpPr/>
            <p:nvPr/>
          </p:nvSpPr>
          <p:spPr>
            <a:xfrm>
              <a:off x="150300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52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32"/>
            <p:cNvSpPr/>
            <p:nvPr/>
          </p:nvSpPr>
          <p:spPr>
            <a:xfrm>
              <a:off x="15947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52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32"/>
            <p:cNvSpPr/>
            <p:nvPr/>
          </p:nvSpPr>
          <p:spPr>
            <a:xfrm>
              <a:off x="168665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32"/>
            <p:cNvSpPr/>
            <p:nvPr/>
          </p:nvSpPr>
          <p:spPr>
            <a:xfrm>
              <a:off x="17784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52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32"/>
            <p:cNvSpPr/>
            <p:nvPr/>
          </p:nvSpPr>
          <p:spPr>
            <a:xfrm>
              <a:off x="1870375" y="312647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52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32"/>
            <p:cNvSpPr/>
            <p:nvPr/>
          </p:nvSpPr>
          <p:spPr>
            <a:xfrm>
              <a:off x="1962150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52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32"/>
            <p:cNvSpPr/>
            <p:nvPr/>
          </p:nvSpPr>
          <p:spPr>
            <a:xfrm>
              <a:off x="2054075" y="312647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52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52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32"/>
            <p:cNvSpPr/>
            <p:nvPr/>
          </p:nvSpPr>
          <p:spPr>
            <a:xfrm>
              <a:off x="21458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32"/>
            <p:cNvSpPr/>
            <p:nvPr/>
          </p:nvSpPr>
          <p:spPr>
            <a:xfrm>
              <a:off x="2237800" y="312647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32"/>
            <p:cNvSpPr/>
            <p:nvPr/>
          </p:nvSpPr>
          <p:spPr>
            <a:xfrm>
              <a:off x="23295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52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32"/>
            <p:cNvSpPr/>
            <p:nvPr/>
          </p:nvSpPr>
          <p:spPr>
            <a:xfrm>
              <a:off x="2421325" y="312647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52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52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32"/>
            <p:cNvSpPr/>
            <p:nvPr/>
          </p:nvSpPr>
          <p:spPr>
            <a:xfrm>
              <a:off x="251325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52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32"/>
            <p:cNvSpPr/>
            <p:nvPr/>
          </p:nvSpPr>
          <p:spPr>
            <a:xfrm>
              <a:off x="2605000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52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32"/>
            <p:cNvSpPr/>
            <p:nvPr/>
          </p:nvSpPr>
          <p:spPr>
            <a:xfrm>
              <a:off x="26969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52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32"/>
            <p:cNvSpPr/>
            <p:nvPr/>
          </p:nvSpPr>
          <p:spPr>
            <a:xfrm>
              <a:off x="2788700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32"/>
            <p:cNvSpPr/>
            <p:nvPr/>
          </p:nvSpPr>
          <p:spPr>
            <a:xfrm>
              <a:off x="28806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52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32"/>
            <p:cNvSpPr/>
            <p:nvPr/>
          </p:nvSpPr>
          <p:spPr>
            <a:xfrm>
              <a:off x="297242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52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52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32"/>
            <p:cNvSpPr/>
            <p:nvPr/>
          </p:nvSpPr>
          <p:spPr>
            <a:xfrm>
              <a:off x="3064375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52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52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32"/>
            <p:cNvSpPr/>
            <p:nvPr/>
          </p:nvSpPr>
          <p:spPr>
            <a:xfrm>
              <a:off x="315612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32"/>
            <p:cNvSpPr/>
            <p:nvPr/>
          </p:nvSpPr>
          <p:spPr>
            <a:xfrm>
              <a:off x="3247875" y="312647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32"/>
            <p:cNvSpPr/>
            <p:nvPr/>
          </p:nvSpPr>
          <p:spPr>
            <a:xfrm>
              <a:off x="3339850" y="312647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52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32"/>
            <p:cNvSpPr/>
            <p:nvPr/>
          </p:nvSpPr>
          <p:spPr>
            <a:xfrm>
              <a:off x="3431575" y="312647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52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52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32"/>
            <p:cNvSpPr/>
            <p:nvPr/>
          </p:nvSpPr>
          <p:spPr>
            <a:xfrm>
              <a:off x="3523550" y="312647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52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52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32"/>
            <p:cNvSpPr/>
            <p:nvPr/>
          </p:nvSpPr>
          <p:spPr>
            <a:xfrm>
              <a:off x="6764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32"/>
            <p:cNvSpPr/>
            <p:nvPr/>
          </p:nvSpPr>
          <p:spPr>
            <a:xfrm>
              <a:off x="76832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32"/>
            <p:cNvSpPr/>
            <p:nvPr/>
          </p:nvSpPr>
          <p:spPr>
            <a:xfrm>
              <a:off x="860125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32"/>
            <p:cNvSpPr/>
            <p:nvPr/>
          </p:nvSpPr>
          <p:spPr>
            <a:xfrm>
              <a:off x="9518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32"/>
            <p:cNvSpPr/>
            <p:nvPr/>
          </p:nvSpPr>
          <p:spPr>
            <a:xfrm>
              <a:off x="104382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32"/>
            <p:cNvSpPr/>
            <p:nvPr/>
          </p:nvSpPr>
          <p:spPr>
            <a:xfrm>
              <a:off x="11355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32"/>
            <p:cNvSpPr/>
            <p:nvPr/>
          </p:nvSpPr>
          <p:spPr>
            <a:xfrm>
              <a:off x="1227500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32"/>
            <p:cNvSpPr/>
            <p:nvPr/>
          </p:nvSpPr>
          <p:spPr>
            <a:xfrm>
              <a:off x="131927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32"/>
            <p:cNvSpPr/>
            <p:nvPr/>
          </p:nvSpPr>
          <p:spPr>
            <a:xfrm>
              <a:off x="1411200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32"/>
            <p:cNvSpPr/>
            <p:nvPr/>
          </p:nvSpPr>
          <p:spPr>
            <a:xfrm>
              <a:off x="150300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32"/>
            <p:cNvSpPr/>
            <p:nvPr/>
          </p:nvSpPr>
          <p:spPr>
            <a:xfrm>
              <a:off x="15947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32"/>
            <p:cNvSpPr/>
            <p:nvPr/>
          </p:nvSpPr>
          <p:spPr>
            <a:xfrm>
              <a:off x="168665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32"/>
            <p:cNvSpPr/>
            <p:nvPr/>
          </p:nvSpPr>
          <p:spPr>
            <a:xfrm>
              <a:off x="17784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32"/>
            <p:cNvSpPr/>
            <p:nvPr/>
          </p:nvSpPr>
          <p:spPr>
            <a:xfrm>
              <a:off x="1870375" y="32182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32"/>
            <p:cNvSpPr/>
            <p:nvPr/>
          </p:nvSpPr>
          <p:spPr>
            <a:xfrm>
              <a:off x="1962150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32"/>
            <p:cNvSpPr/>
            <p:nvPr/>
          </p:nvSpPr>
          <p:spPr>
            <a:xfrm>
              <a:off x="2054075" y="32182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32"/>
            <p:cNvSpPr/>
            <p:nvPr/>
          </p:nvSpPr>
          <p:spPr>
            <a:xfrm>
              <a:off x="21458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32"/>
            <p:cNvSpPr/>
            <p:nvPr/>
          </p:nvSpPr>
          <p:spPr>
            <a:xfrm>
              <a:off x="2237800" y="32182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32"/>
            <p:cNvSpPr/>
            <p:nvPr/>
          </p:nvSpPr>
          <p:spPr>
            <a:xfrm>
              <a:off x="23295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32"/>
            <p:cNvSpPr/>
            <p:nvPr/>
          </p:nvSpPr>
          <p:spPr>
            <a:xfrm>
              <a:off x="2421325" y="32182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32"/>
            <p:cNvSpPr/>
            <p:nvPr/>
          </p:nvSpPr>
          <p:spPr>
            <a:xfrm>
              <a:off x="251325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32"/>
            <p:cNvSpPr/>
            <p:nvPr/>
          </p:nvSpPr>
          <p:spPr>
            <a:xfrm>
              <a:off x="2605000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32"/>
            <p:cNvSpPr/>
            <p:nvPr/>
          </p:nvSpPr>
          <p:spPr>
            <a:xfrm>
              <a:off x="26969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32"/>
            <p:cNvSpPr/>
            <p:nvPr/>
          </p:nvSpPr>
          <p:spPr>
            <a:xfrm>
              <a:off x="2788700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32"/>
            <p:cNvSpPr/>
            <p:nvPr/>
          </p:nvSpPr>
          <p:spPr>
            <a:xfrm>
              <a:off x="28806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32"/>
            <p:cNvSpPr/>
            <p:nvPr/>
          </p:nvSpPr>
          <p:spPr>
            <a:xfrm>
              <a:off x="297242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32"/>
            <p:cNvSpPr/>
            <p:nvPr/>
          </p:nvSpPr>
          <p:spPr>
            <a:xfrm>
              <a:off x="3064375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32"/>
            <p:cNvSpPr/>
            <p:nvPr/>
          </p:nvSpPr>
          <p:spPr>
            <a:xfrm>
              <a:off x="315612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32"/>
            <p:cNvSpPr/>
            <p:nvPr/>
          </p:nvSpPr>
          <p:spPr>
            <a:xfrm>
              <a:off x="3247875" y="32182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32"/>
            <p:cNvSpPr/>
            <p:nvPr/>
          </p:nvSpPr>
          <p:spPr>
            <a:xfrm>
              <a:off x="3339850" y="32182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32"/>
            <p:cNvSpPr/>
            <p:nvPr/>
          </p:nvSpPr>
          <p:spPr>
            <a:xfrm>
              <a:off x="3431575" y="32182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32"/>
            <p:cNvSpPr/>
            <p:nvPr/>
          </p:nvSpPr>
          <p:spPr>
            <a:xfrm>
              <a:off x="3523550" y="32182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32"/>
            <p:cNvSpPr/>
            <p:nvPr/>
          </p:nvSpPr>
          <p:spPr>
            <a:xfrm>
              <a:off x="6764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32"/>
            <p:cNvSpPr/>
            <p:nvPr/>
          </p:nvSpPr>
          <p:spPr>
            <a:xfrm>
              <a:off x="76832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32"/>
            <p:cNvSpPr/>
            <p:nvPr/>
          </p:nvSpPr>
          <p:spPr>
            <a:xfrm>
              <a:off x="860125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32"/>
            <p:cNvSpPr/>
            <p:nvPr/>
          </p:nvSpPr>
          <p:spPr>
            <a:xfrm>
              <a:off x="9518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32"/>
            <p:cNvSpPr/>
            <p:nvPr/>
          </p:nvSpPr>
          <p:spPr>
            <a:xfrm>
              <a:off x="104382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32"/>
            <p:cNvSpPr/>
            <p:nvPr/>
          </p:nvSpPr>
          <p:spPr>
            <a:xfrm>
              <a:off x="11355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32"/>
            <p:cNvSpPr/>
            <p:nvPr/>
          </p:nvSpPr>
          <p:spPr>
            <a:xfrm>
              <a:off x="1227500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32"/>
            <p:cNvSpPr/>
            <p:nvPr/>
          </p:nvSpPr>
          <p:spPr>
            <a:xfrm>
              <a:off x="131927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32"/>
            <p:cNvSpPr/>
            <p:nvPr/>
          </p:nvSpPr>
          <p:spPr>
            <a:xfrm>
              <a:off x="1411200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32"/>
            <p:cNvSpPr/>
            <p:nvPr/>
          </p:nvSpPr>
          <p:spPr>
            <a:xfrm>
              <a:off x="150300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8"/>
                    <a:pt x="0" y="252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32"/>
            <p:cNvSpPr/>
            <p:nvPr/>
          </p:nvSpPr>
          <p:spPr>
            <a:xfrm>
              <a:off x="15947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52"/>
                  </a:cubicBezTo>
                  <a:cubicBezTo>
                    <a:pt x="503" y="108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32"/>
            <p:cNvSpPr/>
            <p:nvPr/>
          </p:nvSpPr>
          <p:spPr>
            <a:xfrm>
              <a:off x="168665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32"/>
            <p:cNvSpPr/>
            <p:nvPr/>
          </p:nvSpPr>
          <p:spPr>
            <a:xfrm>
              <a:off x="17784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52"/>
                  </a:cubicBezTo>
                  <a:cubicBezTo>
                    <a:pt x="501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32"/>
            <p:cNvSpPr/>
            <p:nvPr/>
          </p:nvSpPr>
          <p:spPr>
            <a:xfrm>
              <a:off x="1870375" y="33101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52"/>
                  </a:cubicBezTo>
                  <a:cubicBezTo>
                    <a:pt x="496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32"/>
            <p:cNvSpPr/>
            <p:nvPr/>
          </p:nvSpPr>
          <p:spPr>
            <a:xfrm>
              <a:off x="1962150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52"/>
                  </a:cubicBezTo>
                  <a:cubicBezTo>
                    <a:pt x="502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32"/>
            <p:cNvSpPr/>
            <p:nvPr/>
          </p:nvSpPr>
          <p:spPr>
            <a:xfrm>
              <a:off x="2054075" y="33101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8"/>
                    <a:pt x="1" y="252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52"/>
                  </a:cubicBezTo>
                  <a:cubicBezTo>
                    <a:pt x="496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32"/>
            <p:cNvSpPr/>
            <p:nvPr/>
          </p:nvSpPr>
          <p:spPr>
            <a:xfrm>
              <a:off x="21458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32"/>
            <p:cNvSpPr/>
            <p:nvPr/>
          </p:nvSpPr>
          <p:spPr>
            <a:xfrm>
              <a:off x="2237800" y="33101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32"/>
            <p:cNvSpPr/>
            <p:nvPr/>
          </p:nvSpPr>
          <p:spPr>
            <a:xfrm>
              <a:off x="23295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52"/>
                  </a:cubicBezTo>
                  <a:cubicBezTo>
                    <a:pt x="502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32"/>
            <p:cNvSpPr/>
            <p:nvPr/>
          </p:nvSpPr>
          <p:spPr>
            <a:xfrm>
              <a:off x="2421325" y="33101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8"/>
                    <a:pt x="1" y="252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52"/>
                  </a:cubicBezTo>
                  <a:cubicBezTo>
                    <a:pt x="501" y="108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32"/>
            <p:cNvSpPr/>
            <p:nvPr/>
          </p:nvSpPr>
          <p:spPr>
            <a:xfrm>
              <a:off x="251325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8"/>
                    <a:pt x="0" y="252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32"/>
            <p:cNvSpPr/>
            <p:nvPr/>
          </p:nvSpPr>
          <p:spPr>
            <a:xfrm>
              <a:off x="2605000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8"/>
                    <a:pt x="0" y="252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32"/>
            <p:cNvSpPr/>
            <p:nvPr/>
          </p:nvSpPr>
          <p:spPr>
            <a:xfrm>
              <a:off x="26969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8"/>
                    <a:pt x="1" y="252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32"/>
            <p:cNvSpPr/>
            <p:nvPr/>
          </p:nvSpPr>
          <p:spPr>
            <a:xfrm>
              <a:off x="2788700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32"/>
            <p:cNvSpPr/>
            <p:nvPr/>
          </p:nvSpPr>
          <p:spPr>
            <a:xfrm>
              <a:off x="28806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52"/>
                  </a:cubicBezTo>
                  <a:cubicBezTo>
                    <a:pt x="494" y="108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32"/>
            <p:cNvSpPr/>
            <p:nvPr/>
          </p:nvSpPr>
          <p:spPr>
            <a:xfrm>
              <a:off x="297242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8"/>
                    <a:pt x="0" y="252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52"/>
                  </a:cubicBezTo>
                  <a:cubicBezTo>
                    <a:pt x="503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32"/>
            <p:cNvSpPr/>
            <p:nvPr/>
          </p:nvSpPr>
          <p:spPr>
            <a:xfrm>
              <a:off x="3064375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8"/>
                    <a:pt x="1" y="252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52"/>
                  </a:cubicBezTo>
                  <a:cubicBezTo>
                    <a:pt x="495" y="108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32"/>
            <p:cNvSpPr/>
            <p:nvPr/>
          </p:nvSpPr>
          <p:spPr>
            <a:xfrm>
              <a:off x="315612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32"/>
            <p:cNvSpPr/>
            <p:nvPr/>
          </p:nvSpPr>
          <p:spPr>
            <a:xfrm>
              <a:off x="3247875" y="33101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32"/>
            <p:cNvSpPr/>
            <p:nvPr/>
          </p:nvSpPr>
          <p:spPr>
            <a:xfrm>
              <a:off x="3339850" y="33101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52"/>
                  </a:cubicBezTo>
                  <a:cubicBezTo>
                    <a:pt x="501" y="108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32"/>
            <p:cNvSpPr/>
            <p:nvPr/>
          </p:nvSpPr>
          <p:spPr>
            <a:xfrm>
              <a:off x="3431575" y="33101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8"/>
                    <a:pt x="1" y="252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52"/>
                  </a:cubicBezTo>
                  <a:cubicBezTo>
                    <a:pt x="503" y="108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32"/>
            <p:cNvSpPr/>
            <p:nvPr/>
          </p:nvSpPr>
          <p:spPr>
            <a:xfrm>
              <a:off x="3523550" y="33101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8"/>
                    <a:pt x="0" y="252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52"/>
                  </a:cubicBezTo>
                  <a:cubicBezTo>
                    <a:pt x="494" y="108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32"/>
            <p:cNvSpPr/>
            <p:nvPr/>
          </p:nvSpPr>
          <p:spPr>
            <a:xfrm>
              <a:off x="6764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32"/>
            <p:cNvSpPr/>
            <p:nvPr/>
          </p:nvSpPr>
          <p:spPr>
            <a:xfrm>
              <a:off x="76832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32"/>
            <p:cNvSpPr/>
            <p:nvPr/>
          </p:nvSpPr>
          <p:spPr>
            <a:xfrm>
              <a:off x="860125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32"/>
            <p:cNvSpPr/>
            <p:nvPr/>
          </p:nvSpPr>
          <p:spPr>
            <a:xfrm>
              <a:off x="9518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32"/>
            <p:cNvSpPr/>
            <p:nvPr/>
          </p:nvSpPr>
          <p:spPr>
            <a:xfrm>
              <a:off x="104382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32"/>
            <p:cNvSpPr/>
            <p:nvPr/>
          </p:nvSpPr>
          <p:spPr>
            <a:xfrm>
              <a:off x="11355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32"/>
            <p:cNvSpPr/>
            <p:nvPr/>
          </p:nvSpPr>
          <p:spPr>
            <a:xfrm>
              <a:off x="1227500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32"/>
            <p:cNvSpPr/>
            <p:nvPr/>
          </p:nvSpPr>
          <p:spPr>
            <a:xfrm>
              <a:off x="131927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32"/>
            <p:cNvSpPr/>
            <p:nvPr/>
          </p:nvSpPr>
          <p:spPr>
            <a:xfrm>
              <a:off x="1411200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32"/>
            <p:cNvSpPr/>
            <p:nvPr/>
          </p:nvSpPr>
          <p:spPr>
            <a:xfrm>
              <a:off x="150300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32"/>
            <p:cNvSpPr/>
            <p:nvPr/>
          </p:nvSpPr>
          <p:spPr>
            <a:xfrm>
              <a:off x="15947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32"/>
            <p:cNvSpPr/>
            <p:nvPr/>
          </p:nvSpPr>
          <p:spPr>
            <a:xfrm>
              <a:off x="168665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32"/>
            <p:cNvSpPr/>
            <p:nvPr/>
          </p:nvSpPr>
          <p:spPr>
            <a:xfrm>
              <a:off x="17784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32"/>
            <p:cNvSpPr/>
            <p:nvPr/>
          </p:nvSpPr>
          <p:spPr>
            <a:xfrm>
              <a:off x="1870375" y="340192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32"/>
            <p:cNvSpPr/>
            <p:nvPr/>
          </p:nvSpPr>
          <p:spPr>
            <a:xfrm>
              <a:off x="1962150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32"/>
            <p:cNvSpPr/>
            <p:nvPr/>
          </p:nvSpPr>
          <p:spPr>
            <a:xfrm>
              <a:off x="2054075" y="340192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32"/>
            <p:cNvSpPr/>
            <p:nvPr/>
          </p:nvSpPr>
          <p:spPr>
            <a:xfrm>
              <a:off x="21458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32"/>
            <p:cNvSpPr/>
            <p:nvPr/>
          </p:nvSpPr>
          <p:spPr>
            <a:xfrm>
              <a:off x="2237800" y="340192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32"/>
            <p:cNvSpPr/>
            <p:nvPr/>
          </p:nvSpPr>
          <p:spPr>
            <a:xfrm>
              <a:off x="23295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32"/>
            <p:cNvSpPr/>
            <p:nvPr/>
          </p:nvSpPr>
          <p:spPr>
            <a:xfrm>
              <a:off x="2421325" y="340192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32"/>
            <p:cNvSpPr/>
            <p:nvPr/>
          </p:nvSpPr>
          <p:spPr>
            <a:xfrm>
              <a:off x="251325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32"/>
            <p:cNvSpPr/>
            <p:nvPr/>
          </p:nvSpPr>
          <p:spPr>
            <a:xfrm>
              <a:off x="2605000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32"/>
            <p:cNvSpPr/>
            <p:nvPr/>
          </p:nvSpPr>
          <p:spPr>
            <a:xfrm>
              <a:off x="26969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32"/>
            <p:cNvSpPr/>
            <p:nvPr/>
          </p:nvSpPr>
          <p:spPr>
            <a:xfrm>
              <a:off x="2788700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32"/>
            <p:cNvSpPr/>
            <p:nvPr/>
          </p:nvSpPr>
          <p:spPr>
            <a:xfrm>
              <a:off x="28806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32"/>
            <p:cNvSpPr/>
            <p:nvPr/>
          </p:nvSpPr>
          <p:spPr>
            <a:xfrm>
              <a:off x="297242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32"/>
            <p:cNvSpPr/>
            <p:nvPr/>
          </p:nvSpPr>
          <p:spPr>
            <a:xfrm>
              <a:off x="3064375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32"/>
            <p:cNvSpPr/>
            <p:nvPr/>
          </p:nvSpPr>
          <p:spPr>
            <a:xfrm>
              <a:off x="315612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32"/>
            <p:cNvSpPr/>
            <p:nvPr/>
          </p:nvSpPr>
          <p:spPr>
            <a:xfrm>
              <a:off x="3247875" y="340192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32"/>
            <p:cNvSpPr/>
            <p:nvPr/>
          </p:nvSpPr>
          <p:spPr>
            <a:xfrm>
              <a:off x="3339850" y="340192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32"/>
            <p:cNvSpPr/>
            <p:nvPr/>
          </p:nvSpPr>
          <p:spPr>
            <a:xfrm>
              <a:off x="3431575" y="340192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32"/>
            <p:cNvSpPr/>
            <p:nvPr/>
          </p:nvSpPr>
          <p:spPr>
            <a:xfrm>
              <a:off x="3523550" y="340192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32"/>
            <p:cNvSpPr/>
            <p:nvPr/>
          </p:nvSpPr>
          <p:spPr>
            <a:xfrm>
              <a:off x="6764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32"/>
            <p:cNvSpPr/>
            <p:nvPr/>
          </p:nvSpPr>
          <p:spPr>
            <a:xfrm>
              <a:off x="76832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32"/>
            <p:cNvSpPr/>
            <p:nvPr/>
          </p:nvSpPr>
          <p:spPr>
            <a:xfrm>
              <a:off x="860125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32"/>
            <p:cNvSpPr/>
            <p:nvPr/>
          </p:nvSpPr>
          <p:spPr>
            <a:xfrm>
              <a:off x="9518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32"/>
            <p:cNvSpPr/>
            <p:nvPr/>
          </p:nvSpPr>
          <p:spPr>
            <a:xfrm>
              <a:off x="104382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32"/>
            <p:cNvSpPr/>
            <p:nvPr/>
          </p:nvSpPr>
          <p:spPr>
            <a:xfrm>
              <a:off x="11355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32"/>
            <p:cNvSpPr/>
            <p:nvPr/>
          </p:nvSpPr>
          <p:spPr>
            <a:xfrm>
              <a:off x="1227500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32"/>
            <p:cNvSpPr/>
            <p:nvPr/>
          </p:nvSpPr>
          <p:spPr>
            <a:xfrm>
              <a:off x="131927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32"/>
            <p:cNvSpPr/>
            <p:nvPr/>
          </p:nvSpPr>
          <p:spPr>
            <a:xfrm>
              <a:off x="1411200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32"/>
            <p:cNvSpPr/>
            <p:nvPr/>
          </p:nvSpPr>
          <p:spPr>
            <a:xfrm>
              <a:off x="150300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0"/>
                  </a:moveTo>
                  <a:cubicBezTo>
                    <a:pt x="114" y="0"/>
                    <a:pt x="0" y="107"/>
                    <a:pt x="0" y="243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32"/>
            <p:cNvSpPr/>
            <p:nvPr/>
          </p:nvSpPr>
          <p:spPr>
            <a:xfrm>
              <a:off x="15947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43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32"/>
            <p:cNvSpPr/>
            <p:nvPr/>
          </p:nvSpPr>
          <p:spPr>
            <a:xfrm>
              <a:off x="168665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32"/>
            <p:cNvSpPr/>
            <p:nvPr/>
          </p:nvSpPr>
          <p:spPr>
            <a:xfrm>
              <a:off x="17784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43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32"/>
            <p:cNvSpPr/>
            <p:nvPr/>
          </p:nvSpPr>
          <p:spPr>
            <a:xfrm>
              <a:off x="1870375" y="34939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43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32"/>
            <p:cNvSpPr/>
            <p:nvPr/>
          </p:nvSpPr>
          <p:spPr>
            <a:xfrm>
              <a:off x="1962150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43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32"/>
            <p:cNvSpPr/>
            <p:nvPr/>
          </p:nvSpPr>
          <p:spPr>
            <a:xfrm>
              <a:off x="2054075" y="34939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0"/>
                  </a:moveTo>
                  <a:cubicBezTo>
                    <a:pt x="109" y="0"/>
                    <a:pt x="1" y="107"/>
                    <a:pt x="1" y="243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43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32"/>
            <p:cNvSpPr/>
            <p:nvPr/>
          </p:nvSpPr>
          <p:spPr>
            <a:xfrm>
              <a:off x="21458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32"/>
            <p:cNvSpPr/>
            <p:nvPr/>
          </p:nvSpPr>
          <p:spPr>
            <a:xfrm>
              <a:off x="2237800" y="34939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32"/>
            <p:cNvSpPr/>
            <p:nvPr/>
          </p:nvSpPr>
          <p:spPr>
            <a:xfrm>
              <a:off x="23295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43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32"/>
            <p:cNvSpPr/>
            <p:nvPr/>
          </p:nvSpPr>
          <p:spPr>
            <a:xfrm>
              <a:off x="2421325" y="34939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0"/>
                  </a:moveTo>
                  <a:cubicBezTo>
                    <a:pt x="114" y="0"/>
                    <a:pt x="1" y="107"/>
                    <a:pt x="1" y="243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43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32"/>
            <p:cNvSpPr/>
            <p:nvPr/>
          </p:nvSpPr>
          <p:spPr>
            <a:xfrm>
              <a:off x="251325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09" y="0"/>
                    <a:pt x="0" y="107"/>
                    <a:pt x="0" y="243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32"/>
            <p:cNvSpPr/>
            <p:nvPr/>
          </p:nvSpPr>
          <p:spPr>
            <a:xfrm>
              <a:off x="2605000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0" y="107"/>
                    <a:pt x="0" y="243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32"/>
            <p:cNvSpPr/>
            <p:nvPr/>
          </p:nvSpPr>
          <p:spPr>
            <a:xfrm>
              <a:off x="26969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0"/>
                  </a:moveTo>
                  <a:cubicBezTo>
                    <a:pt x="108" y="0"/>
                    <a:pt x="1" y="107"/>
                    <a:pt x="1" y="243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32"/>
            <p:cNvSpPr/>
            <p:nvPr/>
          </p:nvSpPr>
          <p:spPr>
            <a:xfrm>
              <a:off x="2788700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32"/>
            <p:cNvSpPr/>
            <p:nvPr/>
          </p:nvSpPr>
          <p:spPr>
            <a:xfrm>
              <a:off x="28806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43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32"/>
            <p:cNvSpPr/>
            <p:nvPr/>
          </p:nvSpPr>
          <p:spPr>
            <a:xfrm>
              <a:off x="297242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0"/>
                  </a:moveTo>
                  <a:cubicBezTo>
                    <a:pt x="115" y="0"/>
                    <a:pt x="0" y="107"/>
                    <a:pt x="0" y="243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43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32"/>
            <p:cNvSpPr/>
            <p:nvPr/>
          </p:nvSpPr>
          <p:spPr>
            <a:xfrm>
              <a:off x="3064375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0"/>
                  </a:moveTo>
                  <a:cubicBezTo>
                    <a:pt x="107" y="0"/>
                    <a:pt x="1" y="107"/>
                    <a:pt x="1" y="243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43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32"/>
            <p:cNvSpPr/>
            <p:nvPr/>
          </p:nvSpPr>
          <p:spPr>
            <a:xfrm>
              <a:off x="315612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32"/>
            <p:cNvSpPr/>
            <p:nvPr/>
          </p:nvSpPr>
          <p:spPr>
            <a:xfrm>
              <a:off x="3247875" y="34939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32"/>
            <p:cNvSpPr/>
            <p:nvPr/>
          </p:nvSpPr>
          <p:spPr>
            <a:xfrm>
              <a:off x="3339850" y="34939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43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32"/>
            <p:cNvSpPr/>
            <p:nvPr/>
          </p:nvSpPr>
          <p:spPr>
            <a:xfrm>
              <a:off x="3431575" y="34939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0"/>
                  </a:moveTo>
                  <a:cubicBezTo>
                    <a:pt x="116" y="0"/>
                    <a:pt x="1" y="107"/>
                    <a:pt x="1" y="243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43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32"/>
            <p:cNvSpPr/>
            <p:nvPr/>
          </p:nvSpPr>
          <p:spPr>
            <a:xfrm>
              <a:off x="3523550" y="34939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0"/>
                  </a:moveTo>
                  <a:cubicBezTo>
                    <a:pt x="107" y="0"/>
                    <a:pt x="0" y="107"/>
                    <a:pt x="0" y="243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43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32"/>
            <p:cNvSpPr/>
            <p:nvPr/>
          </p:nvSpPr>
          <p:spPr>
            <a:xfrm>
              <a:off x="6764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32"/>
            <p:cNvSpPr/>
            <p:nvPr/>
          </p:nvSpPr>
          <p:spPr>
            <a:xfrm>
              <a:off x="76832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32"/>
            <p:cNvSpPr/>
            <p:nvPr/>
          </p:nvSpPr>
          <p:spPr>
            <a:xfrm>
              <a:off x="860125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32"/>
            <p:cNvSpPr/>
            <p:nvPr/>
          </p:nvSpPr>
          <p:spPr>
            <a:xfrm>
              <a:off x="9518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32"/>
            <p:cNvSpPr/>
            <p:nvPr/>
          </p:nvSpPr>
          <p:spPr>
            <a:xfrm>
              <a:off x="104382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32"/>
            <p:cNvSpPr/>
            <p:nvPr/>
          </p:nvSpPr>
          <p:spPr>
            <a:xfrm>
              <a:off x="11355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32"/>
            <p:cNvSpPr/>
            <p:nvPr/>
          </p:nvSpPr>
          <p:spPr>
            <a:xfrm>
              <a:off x="1227500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32"/>
            <p:cNvSpPr/>
            <p:nvPr/>
          </p:nvSpPr>
          <p:spPr>
            <a:xfrm>
              <a:off x="131927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32"/>
            <p:cNvSpPr/>
            <p:nvPr/>
          </p:nvSpPr>
          <p:spPr>
            <a:xfrm>
              <a:off x="1411200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32"/>
            <p:cNvSpPr/>
            <p:nvPr/>
          </p:nvSpPr>
          <p:spPr>
            <a:xfrm>
              <a:off x="150300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32"/>
            <p:cNvSpPr/>
            <p:nvPr/>
          </p:nvSpPr>
          <p:spPr>
            <a:xfrm>
              <a:off x="15947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32"/>
            <p:cNvSpPr/>
            <p:nvPr/>
          </p:nvSpPr>
          <p:spPr>
            <a:xfrm>
              <a:off x="168665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32"/>
            <p:cNvSpPr/>
            <p:nvPr/>
          </p:nvSpPr>
          <p:spPr>
            <a:xfrm>
              <a:off x="17784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32"/>
            <p:cNvSpPr/>
            <p:nvPr/>
          </p:nvSpPr>
          <p:spPr>
            <a:xfrm>
              <a:off x="1870375" y="358565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32"/>
            <p:cNvSpPr/>
            <p:nvPr/>
          </p:nvSpPr>
          <p:spPr>
            <a:xfrm>
              <a:off x="1962150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32"/>
            <p:cNvSpPr/>
            <p:nvPr/>
          </p:nvSpPr>
          <p:spPr>
            <a:xfrm>
              <a:off x="2054075" y="358565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32"/>
            <p:cNvSpPr/>
            <p:nvPr/>
          </p:nvSpPr>
          <p:spPr>
            <a:xfrm>
              <a:off x="21458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32"/>
            <p:cNvSpPr/>
            <p:nvPr/>
          </p:nvSpPr>
          <p:spPr>
            <a:xfrm>
              <a:off x="2237800" y="358565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32"/>
            <p:cNvSpPr/>
            <p:nvPr/>
          </p:nvSpPr>
          <p:spPr>
            <a:xfrm>
              <a:off x="23295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32"/>
            <p:cNvSpPr/>
            <p:nvPr/>
          </p:nvSpPr>
          <p:spPr>
            <a:xfrm>
              <a:off x="2421325" y="358565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32"/>
            <p:cNvSpPr/>
            <p:nvPr/>
          </p:nvSpPr>
          <p:spPr>
            <a:xfrm>
              <a:off x="251325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32"/>
            <p:cNvSpPr/>
            <p:nvPr/>
          </p:nvSpPr>
          <p:spPr>
            <a:xfrm>
              <a:off x="2605000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32"/>
            <p:cNvSpPr/>
            <p:nvPr/>
          </p:nvSpPr>
          <p:spPr>
            <a:xfrm>
              <a:off x="26969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32"/>
            <p:cNvSpPr/>
            <p:nvPr/>
          </p:nvSpPr>
          <p:spPr>
            <a:xfrm>
              <a:off x="2788700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32"/>
            <p:cNvSpPr/>
            <p:nvPr/>
          </p:nvSpPr>
          <p:spPr>
            <a:xfrm>
              <a:off x="28806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32"/>
            <p:cNvSpPr/>
            <p:nvPr/>
          </p:nvSpPr>
          <p:spPr>
            <a:xfrm>
              <a:off x="297242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32"/>
            <p:cNvSpPr/>
            <p:nvPr/>
          </p:nvSpPr>
          <p:spPr>
            <a:xfrm>
              <a:off x="3064375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32"/>
            <p:cNvSpPr/>
            <p:nvPr/>
          </p:nvSpPr>
          <p:spPr>
            <a:xfrm>
              <a:off x="315612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32"/>
            <p:cNvSpPr/>
            <p:nvPr/>
          </p:nvSpPr>
          <p:spPr>
            <a:xfrm>
              <a:off x="3247875" y="358565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32"/>
            <p:cNvSpPr/>
            <p:nvPr/>
          </p:nvSpPr>
          <p:spPr>
            <a:xfrm>
              <a:off x="3339850" y="358565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32"/>
            <p:cNvSpPr/>
            <p:nvPr/>
          </p:nvSpPr>
          <p:spPr>
            <a:xfrm>
              <a:off x="3431575" y="358565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32"/>
            <p:cNvSpPr/>
            <p:nvPr/>
          </p:nvSpPr>
          <p:spPr>
            <a:xfrm>
              <a:off x="3523550" y="358565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32"/>
            <p:cNvSpPr/>
            <p:nvPr/>
          </p:nvSpPr>
          <p:spPr>
            <a:xfrm>
              <a:off x="6764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32"/>
            <p:cNvSpPr/>
            <p:nvPr/>
          </p:nvSpPr>
          <p:spPr>
            <a:xfrm>
              <a:off x="76832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32"/>
            <p:cNvSpPr/>
            <p:nvPr/>
          </p:nvSpPr>
          <p:spPr>
            <a:xfrm>
              <a:off x="860125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32"/>
            <p:cNvSpPr/>
            <p:nvPr/>
          </p:nvSpPr>
          <p:spPr>
            <a:xfrm>
              <a:off x="9518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32"/>
            <p:cNvSpPr/>
            <p:nvPr/>
          </p:nvSpPr>
          <p:spPr>
            <a:xfrm>
              <a:off x="104382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32"/>
            <p:cNvSpPr/>
            <p:nvPr/>
          </p:nvSpPr>
          <p:spPr>
            <a:xfrm>
              <a:off x="11355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32"/>
            <p:cNvSpPr/>
            <p:nvPr/>
          </p:nvSpPr>
          <p:spPr>
            <a:xfrm>
              <a:off x="1227500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1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32"/>
            <p:cNvSpPr/>
            <p:nvPr/>
          </p:nvSpPr>
          <p:spPr>
            <a:xfrm>
              <a:off x="131927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32"/>
            <p:cNvSpPr/>
            <p:nvPr/>
          </p:nvSpPr>
          <p:spPr>
            <a:xfrm>
              <a:off x="1411200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45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32"/>
            <p:cNvSpPr/>
            <p:nvPr/>
          </p:nvSpPr>
          <p:spPr>
            <a:xfrm>
              <a:off x="150300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43"/>
                  </a:cubicBezTo>
                  <a:cubicBezTo>
                    <a:pt x="0" y="388"/>
                    <a:pt x="114" y="495"/>
                    <a:pt x="250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32"/>
            <p:cNvSpPr/>
            <p:nvPr/>
          </p:nvSpPr>
          <p:spPr>
            <a:xfrm>
              <a:off x="15947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94" y="495"/>
                    <a:pt x="503" y="388"/>
                    <a:pt x="503" y="243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32"/>
            <p:cNvSpPr/>
            <p:nvPr/>
          </p:nvSpPr>
          <p:spPr>
            <a:xfrm>
              <a:off x="168665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32"/>
            <p:cNvSpPr/>
            <p:nvPr/>
          </p:nvSpPr>
          <p:spPr>
            <a:xfrm>
              <a:off x="17784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2" y="495"/>
                  </a:cubicBezTo>
                  <a:cubicBezTo>
                    <a:pt x="388" y="495"/>
                    <a:pt x="501" y="388"/>
                    <a:pt x="501" y="243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32"/>
            <p:cNvSpPr/>
            <p:nvPr/>
          </p:nvSpPr>
          <p:spPr>
            <a:xfrm>
              <a:off x="1870375" y="3677600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7" y="495"/>
                    <a:pt x="496" y="388"/>
                    <a:pt x="496" y="243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32"/>
            <p:cNvSpPr/>
            <p:nvPr/>
          </p:nvSpPr>
          <p:spPr>
            <a:xfrm>
              <a:off x="1962150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88" y="495"/>
                    <a:pt x="502" y="388"/>
                    <a:pt x="502" y="243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32"/>
            <p:cNvSpPr/>
            <p:nvPr/>
          </p:nvSpPr>
          <p:spPr>
            <a:xfrm>
              <a:off x="2054075" y="3677600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43"/>
                  </a:cubicBezTo>
                  <a:cubicBezTo>
                    <a:pt x="1" y="388"/>
                    <a:pt x="109" y="495"/>
                    <a:pt x="252" y="495"/>
                  </a:cubicBezTo>
                  <a:cubicBezTo>
                    <a:pt x="388" y="495"/>
                    <a:pt x="496" y="388"/>
                    <a:pt x="496" y="243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32"/>
            <p:cNvSpPr/>
            <p:nvPr/>
          </p:nvSpPr>
          <p:spPr>
            <a:xfrm>
              <a:off x="21458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32"/>
            <p:cNvSpPr/>
            <p:nvPr/>
          </p:nvSpPr>
          <p:spPr>
            <a:xfrm>
              <a:off x="2237800" y="3677600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4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32"/>
            <p:cNvSpPr/>
            <p:nvPr/>
          </p:nvSpPr>
          <p:spPr>
            <a:xfrm>
              <a:off x="23295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2" y="388"/>
                    <a:pt x="502" y="243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32"/>
            <p:cNvSpPr/>
            <p:nvPr/>
          </p:nvSpPr>
          <p:spPr>
            <a:xfrm>
              <a:off x="2421325" y="3677600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43"/>
                  </a:cubicBezTo>
                  <a:cubicBezTo>
                    <a:pt x="1" y="388"/>
                    <a:pt x="114" y="495"/>
                    <a:pt x="250" y="495"/>
                  </a:cubicBezTo>
                  <a:cubicBezTo>
                    <a:pt x="395" y="495"/>
                    <a:pt x="501" y="388"/>
                    <a:pt x="501" y="243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32"/>
            <p:cNvSpPr/>
            <p:nvPr/>
          </p:nvSpPr>
          <p:spPr>
            <a:xfrm>
              <a:off x="251325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43"/>
                  </a:cubicBezTo>
                  <a:cubicBezTo>
                    <a:pt x="0" y="388"/>
                    <a:pt x="109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32"/>
            <p:cNvSpPr/>
            <p:nvPr/>
          </p:nvSpPr>
          <p:spPr>
            <a:xfrm>
              <a:off x="2605000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43"/>
                  </a:cubicBezTo>
                  <a:cubicBezTo>
                    <a:pt x="0" y="388"/>
                    <a:pt x="116" y="495"/>
                    <a:pt x="252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32"/>
            <p:cNvSpPr/>
            <p:nvPr/>
          </p:nvSpPr>
          <p:spPr>
            <a:xfrm>
              <a:off x="26969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43"/>
                  </a:cubicBezTo>
                  <a:cubicBezTo>
                    <a:pt x="1" y="388"/>
                    <a:pt x="108" y="495"/>
                    <a:pt x="252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32"/>
            <p:cNvSpPr/>
            <p:nvPr/>
          </p:nvSpPr>
          <p:spPr>
            <a:xfrm>
              <a:off x="2788700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32"/>
            <p:cNvSpPr/>
            <p:nvPr/>
          </p:nvSpPr>
          <p:spPr>
            <a:xfrm>
              <a:off x="28806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43" y="495"/>
                  </a:cubicBezTo>
                  <a:cubicBezTo>
                    <a:pt x="387" y="495"/>
                    <a:pt x="494" y="388"/>
                    <a:pt x="494" y="243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32"/>
            <p:cNvSpPr/>
            <p:nvPr/>
          </p:nvSpPr>
          <p:spPr>
            <a:xfrm>
              <a:off x="297242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43"/>
                  </a:cubicBezTo>
                  <a:cubicBezTo>
                    <a:pt x="0" y="388"/>
                    <a:pt x="115" y="495"/>
                    <a:pt x="251" y="495"/>
                  </a:cubicBezTo>
                  <a:cubicBezTo>
                    <a:pt x="387" y="495"/>
                    <a:pt x="503" y="388"/>
                    <a:pt x="503" y="243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32"/>
            <p:cNvSpPr/>
            <p:nvPr/>
          </p:nvSpPr>
          <p:spPr>
            <a:xfrm>
              <a:off x="3064375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43"/>
                  </a:cubicBezTo>
                  <a:cubicBezTo>
                    <a:pt x="1" y="388"/>
                    <a:pt x="107" y="495"/>
                    <a:pt x="243" y="495"/>
                  </a:cubicBezTo>
                  <a:cubicBezTo>
                    <a:pt x="388" y="495"/>
                    <a:pt x="495" y="388"/>
                    <a:pt x="495" y="243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32"/>
            <p:cNvSpPr/>
            <p:nvPr/>
          </p:nvSpPr>
          <p:spPr>
            <a:xfrm>
              <a:off x="315612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32"/>
            <p:cNvSpPr/>
            <p:nvPr/>
          </p:nvSpPr>
          <p:spPr>
            <a:xfrm>
              <a:off x="3247875" y="3677600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32"/>
            <p:cNvSpPr/>
            <p:nvPr/>
          </p:nvSpPr>
          <p:spPr>
            <a:xfrm>
              <a:off x="3339850" y="3677600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1" y="495"/>
                  </a:cubicBezTo>
                  <a:cubicBezTo>
                    <a:pt x="387" y="495"/>
                    <a:pt x="501" y="388"/>
                    <a:pt x="501" y="243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32"/>
            <p:cNvSpPr/>
            <p:nvPr/>
          </p:nvSpPr>
          <p:spPr>
            <a:xfrm>
              <a:off x="3431575" y="3677600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43"/>
                  </a:cubicBezTo>
                  <a:cubicBezTo>
                    <a:pt x="1" y="388"/>
                    <a:pt x="116" y="495"/>
                    <a:pt x="252" y="495"/>
                  </a:cubicBezTo>
                  <a:cubicBezTo>
                    <a:pt x="388" y="495"/>
                    <a:pt x="503" y="388"/>
                    <a:pt x="503" y="243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32"/>
            <p:cNvSpPr/>
            <p:nvPr/>
          </p:nvSpPr>
          <p:spPr>
            <a:xfrm>
              <a:off x="3523550" y="3677600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43"/>
                  </a:cubicBezTo>
                  <a:cubicBezTo>
                    <a:pt x="0" y="388"/>
                    <a:pt x="107" y="495"/>
                    <a:pt x="250" y="495"/>
                  </a:cubicBezTo>
                  <a:cubicBezTo>
                    <a:pt x="388" y="495"/>
                    <a:pt x="494" y="388"/>
                    <a:pt x="494" y="243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32"/>
            <p:cNvSpPr/>
            <p:nvPr/>
          </p:nvSpPr>
          <p:spPr>
            <a:xfrm>
              <a:off x="6764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32"/>
            <p:cNvSpPr/>
            <p:nvPr/>
          </p:nvSpPr>
          <p:spPr>
            <a:xfrm>
              <a:off x="76832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32"/>
            <p:cNvSpPr/>
            <p:nvPr/>
          </p:nvSpPr>
          <p:spPr>
            <a:xfrm>
              <a:off x="860125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32"/>
            <p:cNvSpPr/>
            <p:nvPr/>
          </p:nvSpPr>
          <p:spPr>
            <a:xfrm>
              <a:off x="9518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32"/>
            <p:cNvSpPr/>
            <p:nvPr/>
          </p:nvSpPr>
          <p:spPr>
            <a:xfrm>
              <a:off x="104382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32"/>
            <p:cNvSpPr/>
            <p:nvPr/>
          </p:nvSpPr>
          <p:spPr>
            <a:xfrm>
              <a:off x="11355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32"/>
            <p:cNvSpPr/>
            <p:nvPr/>
          </p:nvSpPr>
          <p:spPr>
            <a:xfrm>
              <a:off x="1227500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32"/>
            <p:cNvSpPr/>
            <p:nvPr/>
          </p:nvSpPr>
          <p:spPr>
            <a:xfrm>
              <a:off x="131927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32"/>
            <p:cNvSpPr/>
            <p:nvPr/>
          </p:nvSpPr>
          <p:spPr>
            <a:xfrm>
              <a:off x="1411200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32"/>
            <p:cNvSpPr/>
            <p:nvPr/>
          </p:nvSpPr>
          <p:spPr>
            <a:xfrm>
              <a:off x="150300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32"/>
            <p:cNvSpPr/>
            <p:nvPr/>
          </p:nvSpPr>
          <p:spPr>
            <a:xfrm>
              <a:off x="15947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32"/>
            <p:cNvSpPr/>
            <p:nvPr/>
          </p:nvSpPr>
          <p:spPr>
            <a:xfrm>
              <a:off x="168665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32"/>
            <p:cNvSpPr/>
            <p:nvPr/>
          </p:nvSpPr>
          <p:spPr>
            <a:xfrm>
              <a:off x="17784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32"/>
            <p:cNvSpPr/>
            <p:nvPr/>
          </p:nvSpPr>
          <p:spPr>
            <a:xfrm>
              <a:off x="1870375" y="376935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32"/>
            <p:cNvSpPr/>
            <p:nvPr/>
          </p:nvSpPr>
          <p:spPr>
            <a:xfrm>
              <a:off x="1962150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32"/>
            <p:cNvSpPr/>
            <p:nvPr/>
          </p:nvSpPr>
          <p:spPr>
            <a:xfrm>
              <a:off x="2054075" y="376935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32"/>
            <p:cNvSpPr/>
            <p:nvPr/>
          </p:nvSpPr>
          <p:spPr>
            <a:xfrm>
              <a:off x="21458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32"/>
            <p:cNvSpPr/>
            <p:nvPr/>
          </p:nvSpPr>
          <p:spPr>
            <a:xfrm>
              <a:off x="2237800" y="376935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32"/>
            <p:cNvSpPr/>
            <p:nvPr/>
          </p:nvSpPr>
          <p:spPr>
            <a:xfrm>
              <a:off x="23295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32"/>
            <p:cNvSpPr/>
            <p:nvPr/>
          </p:nvSpPr>
          <p:spPr>
            <a:xfrm>
              <a:off x="2421325" y="376935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32"/>
            <p:cNvSpPr/>
            <p:nvPr/>
          </p:nvSpPr>
          <p:spPr>
            <a:xfrm>
              <a:off x="251325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32"/>
            <p:cNvSpPr/>
            <p:nvPr/>
          </p:nvSpPr>
          <p:spPr>
            <a:xfrm>
              <a:off x="2605000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32"/>
            <p:cNvSpPr/>
            <p:nvPr/>
          </p:nvSpPr>
          <p:spPr>
            <a:xfrm>
              <a:off x="26969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32"/>
            <p:cNvSpPr/>
            <p:nvPr/>
          </p:nvSpPr>
          <p:spPr>
            <a:xfrm>
              <a:off x="2788700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32"/>
            <p:cNvSpPr/>
            <p:nvPr/>
          </p:nvSpPr>
          <p:spPr>
            <a:xfrm>
              <a:off x="28806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32"/>
            <p:cNvSpPr/>
            <p:nvPr/>
          </p:nvSpPr>
          <p:spPr>
            <a:xfrm>
              <a:off x="297242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32"/>
            <p:cNvSpPr/>
            <p:nvPr/>
          </p:nvSpPr>
          <p:spPr>
            <a:xfrm>
              <a:off x="3064375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32"/>
            <p:cNvSpPr/>
            <p:nvPr/>
          </p:nvSpPr>
          <p:spPr>
            <a:xfrm>
              <a:off x="315612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32"/>
            <p:cNvSpPr/>
            <p:nvPr/>
          </p:nvSpPr>
          <p:spPr>
            <a:xfrm>
              <a:off x="3247875" y="376935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32"/>
            <p:cNvSpPr/>
            <p:nvPr/>
          </p:nvSpPr>
          <p:spPr>
            <a:xfrm>
              <a:off x="3339850" y="376935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32"/>
            <p:cNvSpPr/>
            <p:nvPr/>
          </p:nvSpPr>
          <p:spPr>
            <a:xfrm>
              <a:off x="3431575" y="376935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32"/>
            <p:cNvSpPr/>
            <p:nvPr/>
          </p:nvSpPr>
          <p:spPr>
            <a:xfrm>
              <a:off x="3523550" y="376935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32"/>
            <p:cNvSpPr/>
            <p:nvPr/>
          </p:nvSpPr>
          <p:spPr>
            <a:xfrm>
              <a:off x="6764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32"/>
            <p:cNvSpPr/>
            <p:nvPr/>
          </p:nvSpPr>
          <p:spPr>
            <a:xfrm>
              <a:off x="76832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32"/>
            <p:cNvSpPr/>
            <p:nvPr/>
          </p:nvSpPr>
          <p:spPr>
            <a:xfrm>
              <a:off x="860125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32"/>
            <p:cNvSpPr/>
            <p:nvPr/>
          </p:nvSpPr>
          <p:spPr>
            <a:xfrm>
              <a:off x="9518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32"/>
            <p:cNvSpPr/>
            <p:nvPr/>
          </p:nvSpPr>
          <p:spPr>
            <a:xfrm>
              <a:off x="104382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32"/>
            <p:cNvSpPr/>
            <p:nvPr/>
          </p:nvSpPr>
          <p:spPr>
            <a:xfrm>
              <a:off x="11355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32"/>
            <p:cNvSpPr/>
            <p:nvPr/>
          </p:nvSpPr>
          <p:spPr>
            <a:xfrm>
              <a:off x="1227500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32"/>
            <p:cNvSpPr/>
            <p:nvPr/>
          </p:nvSpPr>
          <p:spPr>
            <a:xfrm>
              <a:off x="131927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32"/>
            <p:cNvSpPr/>
            <p:nvPr/>
          </p:nvSpPr>
          <p:spPr>
            <a:xfrm>
              <a:off x="1411200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32"/>
            <p:cNvSpPr/>
            <p:nvPr/>
          </p:nvSpPr>
          <p:spPr>
            <a:xfrm>
              <a:off x="150300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32"/>
            <p:cNvSpPr/>
            <p:nvPr/>
          </p:nvSpPr>
          <p:spPr>
            <a:xfrm>
              <a:off x="15947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32"/>
            <p:cNvSpPr/>
            <p:nvPr/>
          </p:nvSpPr>
          <p:spPr>
            <a:xfrm>
              <a:off x="168665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32"/>
            <p:cNvSpPr/>
            <p:nvPr/>
          </p:nvSpPr>
          <p:spPr>
            <a:xfrm>
              <a:off x="17784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32"/>
            <p:cNvSpPr/>
            <p:nvPr/>
          </p:nvSpPr>
          <p:spPr>
            <a:xfrm>
              <a:off x="1870375" y="38611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32"/>
            <p:cNvSpPr/>
            <p:nvPr/>
          </p:nvSpPr>
          <p:spPr>
            <a:xfrm>
              <a:off x="1962150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32"/>
            <p:cNvSpPr/>
            <p:nvPr/>
          </p:nvSpPr>
          <p:spPr>
            <a:xfrm>
              <a:off x="2054075" y="38611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32"/>
            <p:cNvSpPr/>
            <p:nvPr/>
          </p:nvSpPr>
          <p:spPr>
            <a:xfrm>
              <a:off x="21458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32"/>
            <p:cNvSpPr/>
            <p:nvPr/>
          </p:nvSpPr>
          <p:spPr>
            <a:xfrm>
              <a:off x="2237800" y="38611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32"/>
            <p:cNvSpPr/>
            <p:nvPr/>
          </p:nvSpPr>
          <p:spPr>
            <a:xfrm>
              <a:off x="23295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32"/>
            <p:cNvSpPr/>
            <p:nvPr/>
          </p:nvSpPr>
          <p:spPr>
            <a:xfrm>
              <a:off x="2421325" y="38611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32"/>
            <p:cNvSpPr/>
            <p:nvPr/>
          </p:nvSpPr>
          <p:spPr>
            <a:xfrm>
              <a:off x="251325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32"/>
            <p:cNvSpPr/>
            <p:nvPr/>
          </p:nvSpPr>
          <p:spPr>
            <a:xfrm>
              <a:off x="2605000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32"/>
            <p:cNvSpPr/>
            <p:nvPr/>
          </p:nvSpPr>
          <p:spPr>
            <a:xfrm>
              <a:off x="26969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32"/>
            <p:cNvSpPr/>
            <p:nvPr/>
          </p:nvSpPr>
          <p:spPr>
            <a:xfrm>
              <a:off x="2788700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32"/>
            <p:cNvSpPr/>
            <p:nvPr/>
          </p:nvSpPr>
          <p:spPr>
            <a:xfrm>
              <a:off x="28806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32"/>
            <p:cNvSpPr/>
            <p:nvPr/>
          </p:nvSpPr>
          <p:spPr>
            <a:xfrm>
              <a:off x="297242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32"/>
            <p:cNvSpPr/>
            <p:nvPr/>
          </p:nvSpPr>
          <p:spPr>
            <a:xfrm>
              <a:off x="3064375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32"/>
            <p:cNvSpPr/>
            <p:nvPr/>
          </p:nvSpPr>
          <p:spPr>
            <a:xfrm>
              <a:off x="315612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32"/>
            <p:cNvSpPr/>
            <p:nvPr/>
          </p:nvSpPr>
          <p:spPr>
            <a:xfrm>
              <a:off x="3247875" y="38611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32"/>
            <p:cNvSpPr/>
            <p:nvPr/>
          </p:nvSpPr>
          <p:spPr>
            <a:xfrm>
              <a:off x="3339850" y="38611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32"/>
            <p:cNvSpPr/>
            <p:nvPr/>
          </p:nvSpPr>
          <p:spPr>
            <a:xfrm>
              <a:off x="3431575" y="38611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32"/>
            <p:cNvSpPr/>
            <p:nvPr/>
          </p:nvSpPr>
          <p:spPr>
            <a:xfrm>
              <a:off x="3523550" y="38611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32"/>
            <p:cNvSpPr/>
            <p:nvPr/>
          </p:nvSpPr>
          <p:spPr>
            <a:xfrm>
              <a:off x="6764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32"/>
            <p:cNvSpPr/>
            <p:nvPr/>
          </p:nvSpPr>
          <p:spPr>
            <a:xfrm>
              <a:off x="76832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45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32"/>
            <p:cNvSpPr/>
            <p:nvPr/>
          </p:nvSpPr>
          <p:spPr>
            <a:xfrm>
              <a:off x="860125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32"/>
            <p:cNvSpPr/>
            <p:nvPr/>
          </p:nvSpPr>
          <p:spPr>
            <a:xfrm>
              <a:off x="9518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32"/>
            <p:cNvSpPr/>
            <p:nvPr/>
          </p:nvSpPr>
          <p:spPr>
            <a:xfrm>
              <a:off x="104382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32"/>
            <p:cNvSpPr/>
            <p:nvPr/>
          </p:nvSpPr>
          <p:spPr>
            <a:xfrm>
              <a:off x="11355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32"/>
            <p:cNvSpPr/>
            <p:nvPr/>
          </p:nvSpPr>
          <p:spPr>
            <a:xfrm>
              <a:off x="1227500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1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1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32"/>
            <p:cNvSpPr/>
            <p:nvPr/>
          </p:nvSpPr>
          <p:spPr>
            <a:xfrm>
              <a:off x="131927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32"/>
            <p:cNvSpPr/>
            <p:nvPr/>
          </p:nvSpPr>
          <p:spPr>
            <a:xfrm>
              <a:off x="1411200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45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45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32"/>
            <p:cNvSpPr/>
            <p:nvPr/>
          </p:nvSpPr>
          <p:spPr>
            <a:xfrm>
              <a:off x="150300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0" y="0"/>
                  </a:moveTo>
                  <a:cubicBezTo>
                    <a:pt x="114" y="0"/>
                    <a:pt x="0" y="107"/>
                    <a:pt x="0" y="251"/>
                  </a:cubicBezTo>
                  <a:cubicBezTo>
                    <a:pt x="0" y="387"/>
                    <a:pt x="114" y="494"/>
                    <a:pt x="250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32"/>
            <p:cNvSpPr/>
            <p:nvPr/>
          </p:nvSpPr>
          <p:spPr>
            <a:xfrm>
              <a:off x="15947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94" y="494"/>
                    <a:pt x="503" y="387"/>
                    <a:pt x="503" y="251"/>
                  </a:cubicBezTo>
                  <a:cubicBezTo>
                    <a:pt x="503" y="107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32"/>
            <p:cNvSpPr/>
            <p:nvPr/>
          </p:nvSpPr>
          <p:spPr>
            <a:xfrm>
              <a:off x="168665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32"/>
            <p:cNvSpPr/>
            <p:nvPr/>
          </p:nvSpPr>
          <p:spPr>
            <a:xfrm>
              <a:off x="17784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2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2" y="494"/>
                  </a:cubicBezTo>
                  <a:cubicBezTo>
                    <a:pt x="388" y="494"/>
                    <a:pt x="501" y="387"/>
                    <a:pt x="501" y="251"/>
                  </a:cubicBezTo>
                  <a:cubicBezTo>
                    <a:pt x="501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32"/>
            <p:cNvSpPr/>
            <p:nvPr/>
          </p:nvSpPr>
          <p:spPr>
            <a:xfrm>
              <a:off x="1870375" y="3953075"/>
              <a:ext cx="12400" cy="12350"/>
            </a:xfrm>
            <a:custGeom>
              <a:rect b="b" l="l" r="r" t="t"/>
              <a:pathLst>
                <a:path extrusionOk="0" h="494" w="496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7" y="494"/>
                    <a:pt x="496" y="387"/>
                    <a:pt x="496" y="251"/>
                  </a:cubicBezTo>
                  <a:cubicBezTo>
                    <a:pt x="496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32"/>
            <p:cNvSpPr/>
            <p:nvPr/>
          </p:nvSpPr>
          <p:spPr>
            <a:xfrm>
              <a:off x="1962150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88" y="494"/>
                    <a:pt x="502" y="387"/>
                    <a:pt x="502" y="251"/>
                  </a:cubicBezTo>
                  <a:cubicBezTo>
                    <a:pt x="502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32"/>
            <p:cNvSpPr/>
            <p:nvPr/>
          </p:nvSpPr>
          <p:spPr>
            <a:xfrm>
              <a:off x="2054075" y="3953075"/>
              <a:ext cx="12425" cy="12350"/>
            </a:xfrm>
            <a:custGeom>
              <a:rect b="b" l="l" r="r" t="t"/>
              <a:pathLst>
                <a:path extrusionOk="0" h="494" w="497">
                  <a:moveTo>
                    <a:pt x="252" y="0"/>
                  </a:moveTo>
                  <a:cubicBezTo>
                    <a:pt x="109" y="0"/>
                    <a:pt x="1" y="107"/>
                    <a:pt x="1" y="251"/>
                  </a:cubicBezTo>
                  <a:cubicBezTo>
                    <a:pt x="1" y="387"/>
                    <a:pt x="109" y="494"/>
                    <a:pt x="252" y="494"/>
                  </a:cubicBezTo>
                  <a:cubicBezTo>
                    <a:pt x="388" y="494"/>
                    <a:pt x="496" y="387"/>
                    <a:pt x="496" y="251"/>
                  </a:cubicBezTo>
                  <a:cubicBezTo>
                    <a:pt x="496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32"/>
            <p:cNvSpPr/>
            <p:nvPr/>
          </p:nvSpPr>
          <p:spPr>
            <a:xfrm>
              <a:off x="21458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32"/>
            <p:cNvSpPr/>
            <p:nvPr/>
          </p:nvSpPr>
          <p:spPr>
            <a:xfrm>
              <a:off x="2237800" y="3953075"/>
              <a:ext cx="12350" cy="12350"/>
            </a:xfrm>
            <a:custGeom>
              <a:rect b="b" l="l" r="r" t="t"/>
              <a:pathLst>
                <a:path extrusionOk="0" h="494" w="494">
                  <a:moveTo>
                    <a:pt x="244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4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32"/>
            <p:cNvSpPr/>
            <p:nvPr/>
          </p:nvSpPr>
          <p:spPr>
            <a:xfrm>
              <a:off x="23295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2" y="387"/>
                    <a:pt x="502" y="251"/>
                  </a:cubicBezTo>
                  <a:cubicBezTo>
                    <a:pt x="502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32"/>
            <p:cNvSpPr/>
            <p:nvPr/>
          </p:nvSpPr>
          <p:spPr>
            <a:xfrm>
              <a:off x="2421325" y="3953075"/>
              <a:ext cx="12550" cy="12350"/>
            </a:xfrm>
            <a:custGeom>
              <a:rect b="b" l="l" r="r" t="t"/>
              <a:pathLst>
                <a:path extrusionOk="0" h="494" w="502">
                  <a:moveTo>
                    <a:pt x="250" y="0"/>
                  </a:moveTo>
                  <a:cubicBezTo>
                    <a:pt x="114" y="0"/>
                    <a:pt x="1" y="107"/>
                    <a:pt x="1" y="251"/>
                  </a:cubicBezTo>
                  <a:cubicBezTo>
                    <a:pt x="1" y="387"/>
                    <a:pt x="114" y="494"/>
                    <a:pt x="250" y="494"/>
                  </a:cubicBezTo>
                  <a:cubicBezTo>
                    <a:pt x="395" y="494"/>
                    <a:pt x="501" y="387"/>
                    <a:pt x="501" y="251"/>
                  </a:cubicBezTo>
                  <a:cubicBezTo>
                    <a:pt x="501" y="107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32"/>
            <p:cNvSpPr/>
            <p:nvPr/>
          </p:nvSpPr>
          <p:spPr>
            <a:xfrm>
              <a:off x="251325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09" y="0"/>
                    <a:pt x="0" y="107"/>
                    <a:pt x="0" y="251"/>
                  </a:cubicBezTo>
                  <a:cubicBezTo>
                    <a:pt x="0" y="387"/>
                    <a:pt x="109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32"/>
            <p:cNvSpPr/>
            <p:nvPr/>
          </p:nvSpPr>
          <p:spPr>
            <a:xfrm>
              <a:off x="2605000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0" y="107"/>
                    <a:pt x="0" y="251"/>
                  </a:cubicBezTo>
                  <a:cubicBezTo>
                    <a:pt x="0" y="387"/>
                    <a:pt x="116" y="494"/>
                    <a:pt x="252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32"/>
            <p:cNvSpPr/>
            <p:nvPr/>
          </p:nvSpPr>
          <p:spPr>
            <a:xfrm>
              <a:off x="26969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2" y="0"/>
                  </a:moveTo>
                  <a:cubicBezTo>
                    <a:pt x="108" y="0"/>
                    <a:pt x="1" y="107"/>
                    <a:pt x="1" y="251"/>
                  </a:cubicBezTo>
                  <a:cubicBezTo>
                    <a:pt x="1" y="387"/>
                    <a:pt x="108" y="494"/>
                    <a:pt x="252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32"/>
            <p:cNvSpPr/>
            <p:nvPr/>
          </p:nvSpPr>
          <p:spPr>
            <a:xfrm>
              <a:off x="2788700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32"/>
            <p:cNvSpPr/>
            <p:nvPr/>
          </p:nvSpPr>
          <p:spPr>
            <a:xfrm>
              <a:off x="28806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43" y="494"/>
                  </a:cubicBezTo>
                  <a:cubicBezTo>
                    <a:pt x="387" y="494"/>
                    <a:pt x="494" y="387"/>
                    <a:pt x="494" y="251"/>
                  </a:cubicBezTo>
                  <a:cubicBezTo>
                    <a:pt x="494" y="107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32"/>
            <p:cNvSpPr/>
            <p:nvPr/>
          </p:nvSpPr>
          <p:spPr>
            <a:xfrm>
              <a:off x="297242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1" y="0"/>
                  </a:moveTo>
                  <a:cubicBezTo>
                    <a:pt x="115" y="0"/>
                    <a:pt x="0" y="107"/>
                    <a:pt x="0" y="251"/>
                  </a:cubicBezTo>
                  <a:cubicBezTo>
                    <a:pt x="0" y="387"/>
                    <a:pt x="115" y="494"/>
                    <a:pt x="251" y="494"/>
                  </a:cubicBezTo>
                  <a:cubicBezTo>
                    <a:pt x="387" y="494"/>
                    <a:pt x="503" y="387"/>
                    <a:pt x="503" y="251"/>
                  </a:cubicBezTo>
                  <a:cubicBezTo>
                    <a:pt x="503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32"/>
            <p:cNvSpPr/>
            <p:nvPr/>
          </p:nvSpPr>
          <p:spPr>
            <a:xfrm>
              <a:off x="3064375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43" y="0"/>
                  </a:moveTo>
                  <a:cubicBezTo>
                    <a:pt x="107" y="0"/>
                    <a:pt x="1" y="107"/>
                    <a:pt x="1" y="251"/>
                  </a:cubicBezTo>
                  <a:cubicBezTo>
                    <a:pt x="1" y="387"/>
                    <a:pt x="107" y="494"/>
                    <a:pt x="243" y="494"/>
                  </a:cubicBezTo>
                  <a:cubicBezTo>
                    <a:pt x="388" y="494"/>
                    <a:pt x="495" y="387"/>
                    <a:pt x="495" y="251"/>
                  </a:cubicBezTo>
                  <a:cubicBezTo>
                    <a:pt x="495" y="107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32"/>
            <p:cNvSpPr/>
            <p:nvPr/>
          </p:nvSpPr>
          <p:spPr>
            <a:xfrm>
              <a:off x="315612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32"/>
            <p:cNvSpPr/>
            <p:nvPr/>
          </p:nvSpPr>
          <p:spPr>
            <a:xfrm>
              <a:off x="3247875" y="3953075"/>
              <a:ext cx="12575" cy="12350"/>
            </a:xfrm>
            <a:custGeom>
              <a:rect b="b" l="l" r="r" t="t"/>
              <a:pathLst>
                <a:path extrusionOk="0" h="494" w="503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32"/>
            <p:cNvSpPr/>
            <p:nvPr/>
          </p:nvSpPr>
          <p:spPr>
            <a:xfrm>
              <a:off x="3339850" y="3953075"/>
              <a:ext cx="12525" cy="12350"/>
            </a:xfrm>
            <a:custGeom>
              <a:rect b="b" l="l" r="r" t="t"/>
              <a:pathLst>
                <a:path extrusionOk="0" h="494" w="501">
                  <a:moveTo>
                    <a:pt x="251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1" y="494"/>
                  </a:cubicBezTo>
                  <a:cubicBezTo>
                    <a:pt x="387" y="494"/>
                    <a:pt x="501" y="387"/>
                    <a:pt x="501" y="251"/>
                  </a:cubicBezTo>
                  <a:cubicBezTo>
                    <a:pt x="501" y="107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32"/>
            <p:cNvSpPr/>
            <p:nvPr/>
          </p:nvSpPr>
          <p:spPr>
            <a:xfrm>
              <a:off x="3431575" y="3953075"/>
              <a:ext cx="12600" cy="12350"/>
            </a:xfrm>
            <a:custGeom>
              <a:rect b="b" l="l" r="r" t="t"/>
              <a:pathLst>
                <a:path extrusionOk="0" h="494" w="504">
                  <a:moveTo>
                    <a:pt x="252" y="0"/>
                  </a:moveTo>
                  <a:cubicBezTo>
                    <a:pt x="116" y="0"/>
                    <a:pt x="1" y="107"/>
                    <a:pt x="1" y="251"/>
                  </a:cubicBezTo>
                  <a:cubicBezTo>
                    <a:pt x="1" y="387"/>
                    <a:pt x="116" y="494"/>
                    <a:pt x="252" y="494"/>
                  </a:cubicBezTo>
                  <a:cubicBezTo>
                    <a:pt x="388" y="494"/>
                    <a:pt x="503" y="387"/>
                    <a:pt x="503" y="251"/>
                  </a:cubicBezTo>
                  <a:cubicBezTo>
                    <a:pt x="503" y="107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32"/>
            <p:cNvSpPr/>
            <p:nvPr/>
          </p:nvSpPr>
          <p:spPr>
            <a:xfrm>
              <a:off x="3523550" y="3953075"/>
              <a:ext cx="12375" cy="12350"/>
            </a:xfrm>
            <a:custGeom>
              <a:rect b="b" l="l" r="r" t="t"/>
              <a:pathLst>
                <a:path extrusionOk="0" h="494" w="495">
                  <a:moveTo>
                    <a:pt x="250" y="0"/>
                  </a:moveTo>
                  <a:cubicBezTo>
                    <a:pt x="107" y="0"/>
                    <a:pt x="0" y="107"/>
                    <a:pt x="0" y="251"/>
                  </a:cubicBezTo>
                  <a:cubicBezTo>
                    <a:pt x="0" y="387"/>
                    <a:pt x="107" y="494"/>
                    <a:pt x="250" y="494"/>
                  </a:cubicBezTo>
                  <a:cubicBezTo>
                    <a:pt x="388" y="494"/>
                    <a:pt x="494" y="387"/>
                    <a:pt x="494" y="251"/>
                  </a:cubicBezTo>
                  <a:cubicBezTo>
                    <a:pt x="494" y="107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32"/>
            <p:cNvSpPr/>
            <p:nvPr/>
          </p:nvSpPr>
          <p:spPr>
            <a:xfrm>
              <a:off x="6764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32"/>
            <p:cNvSpPr/>
            <p:nvPr/>
          </p:nvSpPr>
          <p:spPr>
            <a:xfrm>
              <a:off x="76832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32"/>
            <p:cNvSpPr/>
            <p:nvPr/>
          </p:nvSpPr>
          <p:spPr>
            <a:xfrm>
              <a:off x="860125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32"/>
            <p:cNvSpPr/>
            <p:nvPr/>
          </p:nvSpPr>
          <p:spPr>
            <a:xfrm>
              <a:off x="9518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32"/>
            <p:cNvSpPr/>
            <p:nvPr/>
          </p:nvSpPr>
          <p:spPr>
            <a:xfrm>
              <a:off x="104382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32"/>
            <p:cNvSpPr/>
            <p:nvPr/>
          </p:nvSpPr>
          <p:spPr>
            <a:xfrm>
              <a:off x="11355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32"/>
            <p:cNvSpPr/>
            <p:nvPr/>
          </p:nvSpPr>
          <p:spPr>
            <a:xfrm>
              <a:off x="1227500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32"/>
            <p:cNvSpPr/>
            <p:nvPr/>
          </p:nvSpPr>
          <p:spPr>
            <a:xfrm>
              <a:off x="131927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32"/>
            <p:cNvSpPr/>
            <p:nvPr/>
          </p:nvSpPr>
          <p:spPr>
            <a:xfrm>
              <a:off x="1411200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32"/>
            <p:cNvSpPr/>
            <p:nvPr/>
          </p:nvSpPr>
          <p:spPr>
            <a:xfrm>
              <a:off x="150300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32"/>
            <p:cNvSpPr/>
            <p:nvPr/>
          </p:nvSpPr>
          <p:spPr>
            <a:xfrm>
              <a:off x="15947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32"/>
            <p:cNvSpPr/>
            <p:nvPr/>
          </p:nvSpPr>
          <p:spPr>
            <a:xfrm>
              <a:off x="168665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32"/>
            <p:cNvSpPr/>
            <p:nvPr/>
          </p:nvSpPr>
          <p:spPr>
            <a:xfrm>
              <a:off x="17784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32"/>
            <p:cNvSpPr/>
            <p:nvPr/>
          </p:nvSpPr>
          <p:spPr>
            <a:xfrm>
              <a:off x="1870375" y="4044800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32"/>
            <p:cNvSpPr/>
            <p:nvPr/>
          </p:nvSpPr>
          <p:spPr>
            <a:xfrm>
              <a:off x="1962150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32"/>
            <p:cNvSpPr/>
            <p:nvPr/>
          </p:nvSpPr>
          <p:spPr>
            <a:xfrm>
              <a:off x="2054075" y="4044800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32"/>
            <p:cNvSpPr/>
            <p:nvPr/>
          </p:nvSpPr>
          <p:spPr>
            <a:xfrm>
              <a:off x="21458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32"/>
            <p:cNvSpPr/>
            <p:nvPr/>
          </p:nvSpPr>
          <p:spPr>
            <a:xfrm>
              <a:off x="2237800" y="4044800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32"/>
            <p:cNvSpPr/>
            <p:nvPr/>
          </p:nvSpPr>
          <p:spPr>
            <a:xfrm>
              <a:off x="23295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32"/>
            <p:cNvSpPr/>
            <p:nvPr/>
          </p:nvSpPr>
          <p:spPr>
            <a:xfrm>
              <a:off x="2421325" y="4044800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32"/>
            <p:cNvSpPr/>
            <p:nvPr/>
          </p:nvSpPr>
          <p:spPr>
            <a:xfrm>
              <a:off x="251325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32"/>
            <p:cNvSpPr/>
            <p:nvPr/>
          </p:nvSpPr>
          <p:spPr>
            <a:xfrm>
              <a:off x="2605000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32"/>
            <p:cNvSpPr/>
            <p:nvPr/>
          </p:nvSpPr>
          <p:spPr>
            <a:xfrm>
              <a:off x="26969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32"/>
            <p:cNvSpPr/>
            <p:nvPr/>
          </p:nvSpPr>
          <p:spPr>
            <a:xfrm>
              <a:off x="2788700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32"/>
            <p:cNvSpPr/>
            <p:nvPr/>
          </p:nvSpPr>
          <p:spPr>
            <a:xfrm>
              <a:off x="28806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32"/>
            <p:cNvSpPr/>
            <p:nvPr/>
          </p:nvSpPr>
          <p:spPr>
            <a:xfrm>
              <a:off x="297242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32"/>
            <p:cNvSpPr/>
            <p:nvPr/>
          </p:nvSpPr>
          <p:spPr>
            <a:xfrm>
              <a:off x="3064375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32"/>
            <p:cNvSpPr/>
            <p:nvPr/>
          </p:nvSpPr>
          <p:spPr>
            <a:xfrm>
              <a:off x="315612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32"/>
            <p:cNvSpPr/>
            <p:nvPr/>
          </p:nvSpPr>
          <p:spPr>
            <a:xfrm>
              <a:off x="3247875" y="4044800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32"/>
            <p:cNvSpPr/>
            <p:nvPr/>
          </p:nvSpPr>
          <p:spPr>
            <a:xfrm>
              <a:off x="3339850" y="4044800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32"/>
            <p:cNvSpPr/>
            <p:nvPr/>
          </p:nvSpPr>
          <p:spPr>
            <a:xfrm>
              <a:off x="3431575" y="4044800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32"/>
            <p:cNvSpPr/>
            <p:nvPr/>
          </p:nvSpPr>
          <p:spPr>
            <a:xfrm>
              <a:off x="3523550" y="4044800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32"/>
            <p:cNvSpPr/>
            <p:nvPr/>
          </p:nvSpPr>
          <p:spPr>
            <a:xfrm>
              <a:off x="6764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32"/>
            <p:cNvSpPr/>
            <p:nvPr/>
          </p:nvSpPr>
          <p:spPr>
            <a:xfrm>
              <a:off x="76832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45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32"/>
            <p:cNvSpPr/>
            <p:nvPr/>
          </p:nvSpPr>
          <p:spPr>
            <a:xfrm>
              <a:off x="860125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32"/>
            <p:cNvSpPr/>
            <p:nvPr/>
          </p:nvSpPr>
          <p:spPr>
            <a:xfrm>
              <a:off x="9518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32"/>
            <p:cNvSpPr/>
            <p:nvPr/>
          </p:nvSpPr>
          <p:spPr>
            <a:xfrm>
              <a:off x="104382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32"/>
            <p:cNvSpPr/>
            <p:nvPr/>
          </p:nvSpPr>
          <p:spPr>
            <a:xfrm>
              <a:off x="11355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32"/>
            <p:cNvSpPr/>
            <p:nvPr/>
          </p:nvSpPr>
          <p:spPr>
            <a:xfrm>
              <a:off x="1227500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1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1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32"/>
            <p:cNvSpPr/>
            <p:nvPr/>
          </p:nvSpPr>
          <p:spPr>
            <a:xfrm>
              <a:off x="131927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32"/>
            <p:cNvSpPr/>
            <p:nvPr/>
          </p:nvSpPr>
          <p:spPr>
            <a:xfrm>
              <a:off x="1411200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45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45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32"/>
            <p:cNvSpPr/>
            <p:nvPr/>
          </p:nvSpPr>
          <p:spPr>
            <a:xfrm>
              <a:off x="150300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0" y="1"/>
                  </a:moveTo>
                  <a:cubicBezTo>
                    <a:pt x="114" y="1"/>
                    <a:pt x="0" y="107"/>
                    <a:pt x="0" y="250"/>
                  </a:cubicBezTo>
                  <a:cubicBezTo>
                    <a:pt x="0" y="388"/>
                    <a:pt x="114" y="494"/>
                    <a:pt x="250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32"/>
            <p:cNvSpPr/>
            <p:nvPr/>
          </p:nvSpPr>
          <p:spPr>
            <a:xfrm>
              <a:off x="15947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94" y="494"/>
                    <a:pt x="503" y="388"/>
                    <a:pt x="503" y="250"/>
                  </a:cubicBezTo>
                  <a:cubicBezTo>
                    <a:pt x="503" y="107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32"/>
            <p:cNvSpPr/>
            <p:nvPr/>
          </p:nvSpPr>
          <p:spPr>
            <a:xfrm>
              <a:off x="168665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32"/>
            <p:cNvSpPr/>
            <p:nvPr/>
          </p:nvSpPr>
          <p:spPr>
            <a:xfrm>
              <a:off x="17784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2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2" y="494"/>
                  </a:cubicBezTo>
                  <a:cubicBezTo>
                    <a:pt x="388" y="494"/>
                    <a:pt x="501" y="388"/>
                    <a:pt x="501" y="250"/>
                  </a:cubicBezTo>
                  <a:cubicBezTo>
                    <a:pt x="501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32"/>
            <p:cNvSpPr/>
            <p:nvPr/>
          </p:nvSpPr>
          <p:spPr>
            <a:xfrm>
              <a:off x="1870375" y="4136775"/>
              <a:ext cx="12400" cy="12375"/>
            </a:xfrm>
            <a:custGeom>
              <a:rect b="b" l="l" r="r" t="t"/>
              <a:pathLst>
                <a:path extrusionOk="0" h="495" w="496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7" y="494"/>
                    <a:pt x="496" y="388"/>
                    <a:pt x="496" y="250"/>
                  </a:cubicBezTo>
                  <a:cubicBezTo>
                    <a:pt x="496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32"/>
            <p:cNvSpPr/>
            <p:nvPr/>
          </p:nvSpPr>
          <p:spPr>
            <a:xfrm>
              <a:off x="1962150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88" y="494"/>
                    <a:pt x="502" y="388"/>
                    <a:pt x="502" y="250"/>
                  </a:cubicBezTo>
                  <a:cubicBezTo>
                    <a:pt x="502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32"/>
            <p:cNvSpPr/>
            <p:nvPr/>
          </p:nvSpPr>
          <p:spPr>
            <a:xfrm>
              <a:off x="2054075" y="4136775"/>
              <a:ext cx="12425" cy="12375"/>
            </a:xfrm>
            <a:custGeom>
              <a:rect b="b" l="l" r="r" t="t"/>
              <a:pathLst>
                <a:path extrusionOk="0" h="495" w="497">
                  <a:moveTo>
                    <a:pt x="252" y="1"/>
                  </a:moveTo>
                  <a:cubicBezTo>
                    <a:pt x="109" y="1"/>
                    <a:pt x="1" y="107"/>
                    <a:pt x="1" y="250"/>
                  </a:cubicBezTo>
                  <a:cubicBezTo>
                    <a:pt x="1" y="388"/>
                    <a:pt x="109" y="494"/>
                    <a:pt x="252" y="494"/>
                  </a:cubicBezTo>
                  <a:cubicBezTo>
                    <a:pt x="388" y="494"/>
                    <a:pt x="496" y="388"/>
                    <a:pt x="496" y="250"/>
                  </a:cubicBezTo>
                  <a:cubicBezTo>
                    <a:pt x="496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32"/>
            <p:cNvSpPr/>
            <p:nvPr/>
          </p:nvSpPr>
          <p:spPr>
            <a:xfrm>
              <a:off x="21458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32"/>
            <p:cNvSpPr/>
            <p:nvPr/>
          </p:nvSpPr>
          <p:spPr>
            <a:xfrm>
              <a:off x="2237800" y="4136775"/>
              <a:ext cx="12350" cy="12375"/>
            </a:xfrm>
            <a:custGeom>
              <a:rect b="b" l="l" r="r" t="t"/>
              <a:pathLst>
                <a:path extrusionOk="0" h="495" w="494">
                  <a:moveTo>
                    <a:pt x="244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4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32"/>
            <p:cNvSpPr/>
            <p:nvPr/>
          </p:nvSpPr>
          <p:spPr>
            <a:xfrm>
              <a:off x="23295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2" y="388"/>
                    <a:pt x="502" y="250"/>
                  </a:cubicBezTo>
                  <a:cubicBezTo>
                    <a:pt x="502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32"/>
            <p:cNvSpPr/>
            <p:nvPr/>
          </p:nvSpPr>
          <p:spPr>
            <a:xfrm>
              <a:off x="2421325" y="4136775"/>
              <a:ext cx="12550" cy="12375"/>
            </a:xfrm>
            <a:custGeom>
              <a:rect b="b" l="l" r="r" t="t"/>
              <a:pathLst>
                <a:path extrusionOk="0" h="495" w="502">
                  <a:moveTo>
                    <a:pt x="250" y="1"/>
                  </a:moveTo>
                  <a:cubicBezTo>
                    <a:pt x="114" y="1"/>
                    <a:pt x="1" y="107"/>
                    <a:pt x="1" y="250"/>
                  </a:cubicBezTo>
                  <a:cubicBezTo>
                    <a:pt x="1" y="388"/>
                    <a:pt x="114" y="494"/>
                    <a:pt x="250" y="494"/>
                  </a:cubicBezTo>
                  <a:cubicBezTo>
                    <a:pt x="395" y="494"/>
                    <a:pt x="501" y="388"/>
                    <a:pt x="501" y="250"/>
                  </a:cubicBezTo>
                  <a:cubicBezTo>
                    <a:pt x="501" y="107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32"/>
            <p:cNvSpPr/>
            <p:nvPr/>
          </p:nvSpPr>
          <p:spPr>
            <a:xfrm>
              <a:off x="251325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09" y="1"/>
                    <a:pt x="0" y="107"/>
                    <a:pt x="0" y="250"/>
                  </a:cubicBezTo>
                  <a:cubicBezTo>
                    <a:pt x="0" y="388"/>
                    <a:pt x="109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32"/>
            <p:cNvSpPr/>
            <p:nvPr/>
          </p:nvSpPr>
          <p:spPr>
            <a:xfrm>
              <a:off x="2605000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0" y="107"/>
                    <a:pt x="0" y="250"/>
                  </a:cubicBezTo>
                  <a:cubicBezTo>
                    <a:pt x="0" y="388"/>
                    <a:pt x="116" y="494"/>
                    <a:pt x="252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32"/>
            <p:cNvSpPr/>
            <p:nvPr/>
          </p:nvSpPr>
          <p:spPr>
            <a:xfrm>
              <a:off x="26969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2" y="1"/>
                  </a:moveTo>
                  <a:cubicBezTo>
                    <a:pt x="108" y="1"/>
                    <a:pt x="1" y="107"/>
                    <a:pt x="1" y="250"/>
                  </a:cubicBezTo>
                  <a:cubicBezTo>
                    <a:pt x="1" y="388"/>
                    <a:pt x="108" y="494"/>
                    <a:pt x="252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32"/>
            <p:cNvSpPr/>
            <p:nvPr/>
          </p:nvSpPr>
          <p:spPr>
            <a:xfrm>
              <a:off x="2788700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32"/>
            <p:cNvSpPr/>
            <p:nvPr/>
          </p:nvSpPr>
          <p:spPr>
            <a:xfrm>
              <a:off x="28806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43" y="494"/>
                  </a:cubicBezTo>
                  <a:cubicBezTo>
                    <a:pt x="387" y="494"/>
                    <a:pt x="494" y="388"/>
                    <a:pt x="494" y="250"/>
                  </a:cubicBezTo>
                  <a:cubicBezTo>
                    <a:pt x="494" y="107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32"/>
            <p:cNvSpPr/>
            <p:nvPr/>
          </p:nvSpPr>
          <p:spPr>
            <a:xfrm>
              <a:off x="297242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1" y="1"/>
                  </a:moveTo>
                  <a:cubicBezTo>
                    <a:pt x="115" y="1"/>
                    <a:pt x="0" y="107"/>
                    <a:pt x="0" y="250"/>
                  </a:cubicBezTo>
                  <a:cubicBezTo>
                    <a:pt x="0" y="388"/>
                    <a:pt x="115" y="494"/>
                    <a:pt x="251" y="494"/>
                  </a:cubicBezTo>
                  <a:cubicBezTo>
                    <a:pt x="387" y="494"/>
                    <a:pt x="503" y="388"/>
                    <a:pt x="503" y="250"/>
                  </a:cubicBezTo>
                  <a:cubicBezTo>
                    <a:pt x="503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32"/>
            <p:cNvSpPr/>
            <p:nvPr/>
          </p:nvSpPr>
          <p:spPr>
            <a:xfrm>
              <a:off x="3064375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43" y="1"/>
                  </a:moveTo>
                  <a:cubicBezTo>
                    <a:pt x="107" y="1"/>
                    <a:pt x="1" y="107"/>
                    <a:pt x="1" y="250"/>
                  </a:cubicBezTo>
                  <a:cubicBezTo>
                    <a:pt x="1" y="388"/>
                    <a:pt x="107" y="494"/>
                    <a:pt x="243" y="494"/>
                  </a:cubicBezTo>
                  <a:cubicBezTo>
                    <a:pt x="388" y="494"/>
                    <a:pt x="495" y="388"/>
                    <a:pt x="495" y="250"/>
                  </a:cubicBezTo>
                  <a:cubicBezTo>
                    <a:pt x="495" y="107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32"/>
            <p:cNvSpPr/>
            <p:nvPr/>
          </p:nvSpPr>
          <p:spPr>
            <a:xfrm>
              <a:off x="315612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32"/>
            <p:cNvSpPr/>
            <p:nvPr/>
          </p:nvSpPr>
          <p:spPr>
            <a:xfrm>
              <a:off x="3247875" y="4136775"/>
              <a:ext cx="12575" cy="12375"/>
            </a:xfrm>
            <a:custGeom>
              <a:rect b="b" l="l" r="r" t="t"/>
              <a:pathLst>
                <a:path extrusionOk="0" h="495" w="503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32"/>
            <p:cNvSpPr/>
            <p:nvPr/>
          </p:nvSpPr>
          <p:spPr>
            <a:xfrm>
              <a:off x="3339850" y="4136775"/>
              <a:ext cx="12525" cy="12375"/>
            </a:xfrm>
            <a:custGeom>
              <a:rect b="b" l="l" r="r" t="t"/>
              <a:pathLst>
                <a:path extrusionOk="0" h="495" w="501">
                  <a:moveTo>
                    <a:pt x="251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1" y="494"/>
                  </a:cubicBezTo>
                  <a:cubicBezTo>
                    <a:pt x="387" y="494"/>
                    <a:pt x="501" y="388"/>
                    <a:pt x="501" y="250"/>
                  </a:cubicBezTo>
                  <a:cubicBezTo>
                    <a:pt x="501" y="107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32"/>
            <p:cNvSpPr/>
            <p:nvPr/>
          </p:nvSpPr>
          <p:spPr>
            <a:xfrm>
              <a:off x="3431575" y="4136775"/>
              <a:ext cx="12600" cy="12375"/>
            </a:xfrm>
            <a:custGeom>
              <a:rect b="b" l="l" r="r" t="t"/>
              <a:pathLst>
                <a:path extrusionOk="0" h="495" w="504">
                  <a:moveTo>
                    <a:pt x="252" y="1"/>
                  </a:moveTo>
                  <a:cubicBezTo>
                    <a:pt x="116" y="1"/>
                    <a:pt x="1" y="107"/>
                    <a:pt x="1" y="250"/>
                  </a:cubicBezTo>
                  <a:cubicBezTo>
                    <a:pt x="1" y="388"/>
                    <a:pt x="116" y="494"/>
                    <a:pt x="252" y="494"/>
                  </a:cubicBezTo>
                  <a:cubicBezTo>
                    <a:pt x="388" y="494"/>
                    <a:pt x="503" y="388"/>
                    <a:pt x="503" y="250"/>
                  </a:cubicBezTo>
                  <a:cubicBezTo>
                    <a:pt x="503" y="107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32"/>
            <p:cNvSpPr/>
            <p:nvPr/>
          </p:nvSpPr>
          <p:spPr>
            <a:xfrm>
              <a:off x="3523550" y="4136775"/>
              <a:ext cx="12375" cy="12375"/>
            </a:xfrm>
            <a:custGeom>
              <a:rect b="b" l="l" r="r" t="t"/>
              <a:pathLst>
                <a:path extrusionOk="0" h="495" w="495">
                  <a:moveTo>
                    <a:pt x="250" y="1"/>
                  </a:moveTo>
                  <a:cubicBezTo>
                    <a:pt x="107" y="1"/>
                    <a:pt x="0" y="107"/>
                    <a:pt x="0" y="250"/>
                  </a:cubicBezTo>
                  <a:cubicBezTo>
                    <a:pt x="0" y="388"/>
                    <a:pt x="107" y="494"/>
                    <a:pt x="250" y="494"/>
                  </a:cubicBezTo>
                  <a:cubicBezTo>
                    <a:pt x="388" y="494"/>
                    <a:pt x="494" y="388"/>
                    <a:pt x="494" y="250"/>
                  </a:cubicBezTo>
                  <a:cubicBezTo>
                    <a:pt x="494" y="107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32"/>
            <p:cNvSpPr/>
            <p:nvPr/>
          </p:nvSpPr>
          <p:spPr>
            <a:xfrm>
              <a:off x="6764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32"/>
            <p:cNvSpPr/>
            <p:nvPr/>
          </p:nvSpPr>
          <p:spPr>
            <a:xfrm>
              <a:off x="76832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32"/>
            <p:cNvSpPr/>
            <p:nvPr/>
          </p:nvSpPr>
          <p:spPr>
            <a:xfrm>
              <a:off x="860125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32"/>
            <p:cNvSpPr/>
            <p:nvPr/>
          </p:nvSpPr>
          <p:spPr>
            <a:xfrm>
              <a:off x="9518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32"/>
            <p:cNvSpPr/>
            <p:nvPr/>
          </p:nvSpPr>
          <p:spPr>
            <a:xfrm>
              <a:off x="104382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32"/>
            <p:cNvSpPr/>
            <p:nvPr/>
          </p:nvSpPr>
          <p:spPr>
            <a:xfrm>
              <a:off x="11355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32"/>
            <p:cNvSpPr/>
            <p:nvPr/>
          </p:nvSpPr>
          <p:spPr>
            <a:xfrm>
              <a:off x="1227500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32"/>
            <p:cNvSpPr/>
            <p:nvPr/>
          </p:nvSpPr>
          <p:spPr>
            <a:xfrm>
              <a:off x="131927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32"/>
            <p:cNvSpPr/>
            <p:nvPr/>
          </p:nvSpPr>
          <p:spPr>
            <a:xfrm>
              <a:off x="1411200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32"/>
            <p:cNvSpPr/>
            <p:nvPr/>
          </p:nvSpPr>
          <p:spPr>
            <a:xfrm>
              <a:off x="150300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32"/>
            <p:cNvSpPr/>
            <p:nvPr/>
          </p:nvSpPr>
          <p:spPr>
            <a:xfrm>
              <a:off x="15947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32"/>
            <p:cNvSpPr/>
            <p:nvPr/>
          </p:nvSpPr>
          <p:spPr>
            <a:xfrm>
              <a:off x="168665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32"/>
            <p:cNvSpPr/>
            <p:nvPr/>
          </p:nvSpPr>
          <p:spPr>
            <a:xfrm>
              <a:off x="17784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32"/>
            <p:cNvSpPr/>
            <p:nvPr/>
          </p:nvSpPr>
          <p:spPr>
            <a:xfrm>
              <a:off x="1870375" y="4228525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32"/>
            <p:cNvSpPr/>
            <p:nvPr/>
          </p:nvSpPr>
          <p:spPr>
            <a:xfrm>
              <a:off x="1962150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32"/>
            <p:cNvSpPr/>
            <p:nvPr/>
          </p:nvSpPr>
          <p:spPr>
            <a:xfrm>
              <a:off x="2054075" y="4228525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32"/>
            <p:cNvSpPr/>
            <p:nvPr/>
          </p:nvSpPr>
          <p:spPr>
            <a:xfrm>
              <a:off x="21458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32"/>
            <p:cNvSpPr/>
            <p:nvPr/>
          </p:nvSpPr>
          <p:spPr>
            <a:xfrm>
              <a:off x="2237800" y="4228525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32"/>
            <p:cNvSpPr/>
            <p:nvPr/>
          </p:nvSpPr>
          <p:spPr>
            <a:xfrm>
              <a:off x="23295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32"/>
            <p:cNvSpPr/>
            <p:nvPr/>
          </p:nvSpPr>
          <p:spPr>
            <a:xfrm>
              <a:off x="2421325" y="4228525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32"/>
            <p:cNvSpPr/>
            <p:nvPr/>
          </p:nvSpPr>
          <p:spPr>
            <a:xfrm>
              <a:off x="251325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32"/>
            <p:cNvSpPr/>
            <p:nvPr/>
          </p:nvSpPr>
          <p:spPr>
            <a:xfrm>
              <a:off x="2605000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32"/>
            <p:cNvSpPr/>
            <p:nvPr/>
          </p:nvSpPr>
          <p:spPr>
            <a:xfrm>
              <a:off x="26969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32"/>
            <p:cNvSpPr/>
            <p:nvPr/>
          </p:nvSpPr>
          <p:spPr>
            <a:xfrm>
              <a:off x="2788700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32"/>
            <p:cNvSpPr/>
            <p:nvPr/>
          </p:nvSpPr>
          <p:spPr>
            <a:xfrm>
              <a:off x="28806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32"/>
            <p:cNvSpPr/>
            <p:nvPr/>
          </p:nvSpPr>
          <p:spPr>
            <a:xfrm>
              <a:off x="297242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32"/>
            <p:cNvSpPr/>
            <p:nvPr/>
          </p:nvSpPr>
          <p:spPr>
            <a:xfrm>
              <a:off x="3064375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32"/>
            <p:cNvSpPr/>
            <p:nvPr/>
          </p:nvSpPr>
          <p:spPr>
            <a:xfrm>
              <a:off x="315612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32"/>
            <p:cNvSpPr/>
            <p:nvPr/>
          </p:nvSpPr>
          <p:spPr>
            <a:xfrm>
              <a:off x="3247875" y="4228525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32"/>
            <p:cNvSpPr/>
            <p:nvPr/>
          </p:nvSpPr>
          <p:spPr>
            <a:xfrm>
              <a:off x="3339850" y="4228525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32"/>
            <p:cNvSpPr/>
            <p:nvPr/>
          </p:nvSpPr>
          <p:spPr>
            <a:xfrm>
              <a:off x="3431575" y="4228525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32"/>
            <p:cNvSpPr/>
            <p:nvPr/>
          </p:nvSpPr>
          <p:spPr>
            <a:xfrm>
              <a:off x="3523550" y="4228525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32"/>
            <p:cNvSpPr/>
            <p:nvPr/>
          </p:nvSpPr>
          <p:spPr>
            <a:xfrm>
              <a:off x="6764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32"/>
            <p:cNvSpPr/>
            <p:nvPr/>
          </p:nvSpPr>
          <p:spPr>
            <a:xfrm>
              <a:off x="76832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32"/>
            <p:cNvSpPr/>
            <p:nvPr/>
          </p:nvSpPr>
          <p:spPr>
            <a:xfrm>
              <a:off x="860125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32"/>
            <p:cNvSpPr/>
            <p:nvPr/>
          </p:nvSpPr>
          <p:spPr>
            <a:xfrm>
              <a:off x="9518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32"/>
            <p:cNvSpPr/>
            <p:nvPr/>
          </p:nvSpPr>
          <p:spPr>
            <a:xfrm>
              <a:off x="104382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32"/>
            <p:cNvSpPr/>
            <p:nvPr/>
          </p:nvSpPr>
          <p:spPr>
            <a:xfrm>
              <a:off x="11355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32"/>
            <p:cNvSpPr/>
            <p:nvPr/>
          </p:nvSpPr>
          <p:spPr>
            <a:xfrm>
              <a:off x="1227500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32"/>
            <p:cNvSpPr/>
            <p:nvPr/>
          </p:nvSpPr>
          <p:spPr>
            <a:xfrm>
              <a:off x="131927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32"/>
            <p:cNvSpPr/>
            <p:nvPr/>
          </p:nvSpPr>
          <p:spPr>
            <a:xfrm>
              <a:off x="1411200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32"/>
            <p:cNvSpPr/>
            <p:nvPr/>
          </p:nvSpPr>
          <p:spPr>
            <a:xfrm>
              <a:off x="150300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32"/>
            <p:cNvSpPr/>
            <p:nvPr/>
          </p:nvSpPr>
          <p:spPr>
            <a:xfrm>
              <a:off x="15947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32"/>
            <p:cNvSpPr/>
            <p:nvPr/>
          </p:nvSpPr>
          <p:spPr>
            <a:xfrm>
              <a:off x="168665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32"/>
            <p:cNvSpPr/>
            <p:nvPr/>
          </p:nvSpPr>
          <p:spPr>
            <a:xfrm>
              <a:off x="17784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32"/>
            <p:cNvSpPr/>
            <p:nvPr/>
          </p:nvSpPr>
          <p:spPr>
            <a:xfrm>
              <a:off x="1870375" y="4320450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32"/>
            <p:cNvSpPr/>
            <p:nvPr/>
          </p:nvSpPr>
          <p:spPr>
            <a:xfrm>
              <a:off x="1962150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32"/>
            <p:cNvSpPr/>
            <p:nvPr/>
          </p:nvSpPr>
          <p:spPr>
            <a:xfrm>
              <a:off x="2054075" y="4320450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32"/>
            <p:cNvSpPr/>
            <p:nvPr/>
          </p:nvSpPr>
          <p:spPr>
            <a:xfrm>
              <a:off x="21458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32"/>
            <p:cNvSpPr/>
            <p:nvPr/>
          </p:nvSpPr>
          <p:spPr>
            <a:xfrm>
              <a:off x="2237800" y="4320450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32"/>
            <p:cNvSpPr/>
            <p:nvPr/>
          </p:nvSpPr>
          <p:spPr>
            <a:xfrm>
              <a:off x="23295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32"/>
            <p:cNvSpPr/>
            <p:nvPr/>
          </p:nvSpPr>
          <p:spPr>
            <a:xfrm>
              <a:off x="2421325" y="4320450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32"/>
            <p:cNvSpPr/>
            <p:nvPr/>
          </p:nvSpPr>
          <p:spPr>
            <a:xfrm>
              <a:off x="251325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32"/>
            <p:cNvSpPr/>
            <p:nvPr/>
          </p:nvSpPr>
          <p:spPr>
            <a:xfrm>
              <a:off x="2605000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32"/>
            <p:cNvSpPr/>
            <p:nvPr/>
          </p:nvSpPr>
          <p:spPr>
            <a:xfrm>
              <a:off x="26969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32"/>
            <p:cNvSpPr/>
            <p:nvPr/>
          </p:nvSpPr>
          <p:spPr>
            <a:xfrm>
              <a:off x="2788700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32"/>
            <p:cNvSpPr/>
            <p:nvPr/>
          </p:nvSpPr>
          <p:spPr>
            <a:xfrm>
              <a:off x="28806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32"/>
            <p:cNvSpPr/>
            <p:nvPr/>
          </p:nvSpPr>
          <p:spPr>
            <a:xfrm>
              <a:off x="297242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32"/>
            <p:cNvSpPr/>
            <p:nvPr/>
          </p:nvSpPr>
          <p:spPr>
            <a:xfrm>
              <a:off x="3064375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32"/>
            <p:cNvSpPr/>
            <p:nvPr/>
          </p:nvSpPr>
          <p:spPr>
            <a:xfrm>
              <a:off x="315612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32"/>
            <p:cNvSpPr/>
            <p:nvPr/>
          </p:nvSpPr>
          <p:spPr>
            <a:xfrm>
              <a:off x="3247875" y="4320450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32"/>
            <p:cNvSpPr/>
            <p:nvPr/>
          </p:nvSpPr>
          <p:spPr>
            <a:xfrm>
              <a:off x="3339850" y="4320450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32"/>
            <p:cNvSpPr/>
            <p:nvPr/>
          </p:nvSpPr>
          <p:spPr>
            <a:xfrm>
              <a:off x="3431575" y="4320450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32"/>
            <p:cNvSpPr/>
            <p:nvPr/>
          </p:nvSpPr>
          <p:spPr>
            <a:xfrm>
              <a:off x="3523550" y="4320450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32"/>
            <p:cNvSpPr/>
            <p:nvPr/>
          </p:nvSpPr>
          <p:spPr>
            <a:xfrm>
              <a:off x="6764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32"/>
            <p:cNvSpPr/>
            <p:nvPr/>
          </p:nvSpPr>
          <p:spPr>
            <a:xfrm>
              <a:off x="76832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32"/>
            <p:cNvSpPr/>
            <p:nvPr/>
          </p:nvSpPr>
          <p:spPr>
            <a:xfrm>
              <a:off x="860125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32"/>
            <p:cNvSpPr/>
            <p:nvPr/>
          </p:nvSpPr>
          <p:spPr>
            <a:xfrm>
              <a:off x="9518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32"/>
            <p:cNvSpPr/>
            <p:nvPr/>
          </p:nvSpPr>
          <p:spPr>
            <a:xfrm>
              <a:off x="104382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32"/>
            <p:cNvSpPr/>
            <p:nvPr/>
          </p:nvSpPr>
          <p:spPr>
            <a:xfrm>
              <a:off x="11355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32"/>
            <p:cNvSpPr/>
            <p:nvPr/>
          </p:nvSpPr>
          <p:spPr>
            <a:xfrm>
              <a:off x="1227500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1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32"/>
            <p:cNvSpPr/>
            <p:nvPr/>
          </p:nvSpPr>
          <p:spPr>
            <a:xfrm>
              <a:off x="131927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32"/>
            <p:cNvSpPr/>
            <p:nvPr/>
          </p:nvSpPr>
          <p:spPr>
            <a:xfrm>
              <a:off x="1411200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45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32"/>
            <p:cNvSpPr/>
            <p:nvPr/>
          </p:nvSpPr>
          <p:spPr>
            <a:xfrm>
              <a:off x="150300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2"/>
                    <a:pt x="250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32"/>
            <p:cNvSpPr/>
            <p:nvPr/>
          </p:nvSpPr>
          <p:spPr>
            <a:xfrm>
              <a:off x="15947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94" y="502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32"/>
            <p:cNvSpPr/>
            <p:nvPr/>
          </p:nvSpPr>
          <p:spPr>
            <a:xfrm>
              <a:off x="168665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32"/>
            <p:cNvSpPr/>
            <p:nvPr/>
          </p:nvSpPr>
          <p:spPr>
            <a:xfrm>
              <a:off x="17784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2" y="502"/>
                  </a:cubicBezTo>
                  <a:cubicBezTo>
                    <a:pt x="388" y="502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32"/>
            <p:cNvSpPr/>
            <p:nvPr/>
          </p:nvSpPr>
          <p:spPr>
            <a:xfrm>
              <a:off x="1870375" y="441222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7" y="502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32"/>
            <p:cNvSpPr/>
            <p:nvPr/>
          </p:nvSpPr>
          <p:spPr>
            <a:xfrm>
              <a:off x="1962150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88" y="502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32"/>
            <p:cNvSpPr/>
            <p:nvPr/>
          </p:nvSpPr>
          <p:spPr>
            <a:xfrm>
              <a:off x="2054075" y="441222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2"/>
                    <a:pt x="252" y="502"/>
                  </a:cubicBezTo>
                  <a:cubicBezTo>
                    <a:pt x="388" y="502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32"/>
            <p:cNvSpPr/>
            <p:nvPr/>
          </p:nvSpPr>
          <p:spPr>
            <a:xfrm>
              <a:off x="21458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32"/>
            <p:cNvSpPr/>
            <p:nvPr/>
          </p:nvSpPr>
          <p:spPr>
            <a:xfrm>
              <a:off x="2237800" y="441222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4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32"/>
            <p:cNvSpPr/>
            <p:nvPr/>
          </p:nvSpPr>
          <p:spPr>
            <a:xfrm>
              <a:off x="23295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32"/>
            <p:cNvSpPr/>
            <p:nvPr/>
          </p:nvSpPr>
          <p:spPr>
            <a:xfrm>
              <a:off x="2421325" y="441222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2"/>
                    <a:pt x="250" y="502"/>
                  </a:cubicBezTo>
                  <a:cubicBezTo>
                    <a:pt x="395" y="502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32"/>
            <p:cNvSpPr/>
            <p:nvPr/>
          </p:nvSpPr>
          <p:spPr>
            <a:xfrm>
              <a:off x="251325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32"/>
            <p:cNvSpPr/>
            <p:nvPr/>
          </p:nvSpPr>
          <p:spPr>
            <a:xfrm>
              <a:off x="2605000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2"/>
                    <a:pt x="252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32"/>
            <p:cNvSpPr/>
            <p:nvPr/>
          </p:nvSpPr>
          <p:spPr>
            <a:xfrm>
              <a:off x="26969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2"/>
                    <a:pt x="252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32"/>
            <p:cNvSpPr/>
            <p:nvPr/>
          </p:nvSpPr>
          <p:spPr>
            <a:xfrm>
              <a:off x="2788700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32"/>
            <p:cNvSpPr/>
            <p:nvPr/>
          </p:nvSpPr>
          <p:spPr>
            <a:xfrm>
              <a:off x="28806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43" y="502"/>
                  </a:cubicBezTo>
                  <a:cubicBezTo>
                    <a:pt x="387" y="502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32"/>
            <p:cNvSpPr/>
            <p:nvPr/>
          </p:nvSpPr>
          <p:spPr>
            <a:xfrm>
              <a:off x="297242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2"/>
                    <a:pt x="251" y="502"/>
                  </a:cubicBezTo>
                  <a:cubicBezTo>
                    <a:pt x="387" y="502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32"/>
            <p:cNvSpPr/>
            <p:nvPr/>
          </p:nvSpPr>
          <p:spPr>
            <a:xfrm>
              <a:off x="3064375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2"/>
                    <a:pt x="243" y="502"/>
                  </a:cubicBezTo>
                  <a:cubicBezTo>
                    <a:pt x="388" y="502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32"/>
            <p:cNvSpPr/>
            <p:nvPr/>
          </p:nvSpPr>
          <p:spPr>
            <a:xfrm>
              <a:off x="315612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32"/>
            <p:cNvSpPr/>
            <p:nvPr/>
          </p:nvSpPr>
          <p:spPr>
            <a:xfrm>
              <a:off x="3247875" y="441222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32"/>
            <p:cNvSpPr/>
            <p:nvPr/>
          </p:nvSpPr>
          <p:spPr>
            <a:xfrm>
              <a:off x="3339850" y="44122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1" y="502"/>
                  </a:cubicBezTo>
                  <a:cubicBezTo>
                    <a:pt x="387" y="502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32"/>
            <p:cNvSpPr/>
            <p:nvPr/>
          </p:nvSpPr>
          <p:spPr>
            <a:xfrm>
              <a:off x="3431575" y="441222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2"/>
                    <a:pt x="252" y="502"/>
                  </a:cubicBezTo>
                  <a:cubicBezTo>
                    <a:pt x="388" y="502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32"/>
            <p:cNvSpPr/>
            <p:nvPr/>
          </p:nvSpPr>
          <p:spPr>
            <a:xfrm>
              <a:off x="3523550" y="441222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2"/>
                    <a:pt x="250" y="502"/>
                  </a:cubicBezTo>
                  <a:cubicBezTo>
                    <a:pt x="388" y="502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32"/>
            <p:cNvSpPr/>
            <p:nvPr/>
          </p:nvSpPr>
          <p:spPr>
            <a:xfrm>
              <a:off x="6764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32"/>
            <p:cNvSpPr/>
            <p:nvPr/>
          </p:nvSpPr>
          <p:spPr>
            <a:xfrm>
              <a:off x="76832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32"/>
            <p:cNvSpPr/>
            <p:nvPr/>
          </p:nvSpPr>
          <p:spPr>
            <a:xfrm>
              <a:off x="860125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32"/>
            <p:cNvSpPr/>
            <p:nvPr/>
          </p:nvSpPr>
          <p:spPr>
            <a:xfrm>
              <a:off x="9518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32"/>
            <p:cNvSpPr/>
            <p:nvPr/>
          </p:nvSpPr>
          <p:spPr>
            <a:xfrm>
              <a:off x="104382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32"/>
            <p:cNvSpPr/>
            <p:nvPr/>
          </p:nvSpPr>
          <p:spPr>
            <a:xfrm>
              <a:off x="11355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32"/>
            <p:cNvSpPr/>
            <p:nvPr/>
          </p:nvSpPr>
          <p:spPr>
            <a:xfrm>
              <a:off x="1227500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1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32"/>
            <p:cNvSpPr/>
            <p:nvPr/>
          </p:nvSpPr>
          <p:spPr>
            <a:xfrm>
              <a:off x="131927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32"/>
            <p:cNvSpPr/>
            <p:nvPr/>
          </p:nvSpPr>
          <p:spPr>
            <a:xfrm>
              <a:off x="1411200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45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32"/>
            <p:cNvSpPr/>
            <p:nvPr/>
          </p:nvSpPr>
          <p:spPr>
            <a:xfrm>
              <a:off x="150300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95"/>
                    <a:pt x="114" y="503"/>
                    <a:pt x="250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32"/>
            <p:cNvSpPr/>
            <p:nvPr/>
          </p:nvSpPr>
          <p:spPr>
            <a:xfrm>
              <a:off x="15947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94" y="503"/>
                    <a:pt x="503" y="395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32"/>
            <p:cNvSpPr/>
            <p:nvPr/>
          </p:nvSpPr>
          <p:spPr>
            <a:xfrm>
              <a:off x="168665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32"/>
            <p:cNvSpPr/>
            <p:nvPr/>
          </p:nvSpPr>
          <p:spPr>
            <a:xfrm>
              <a:off x="17784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2" y="503"/>
                  </a:cubicBezTo>
                  <a:cubicBezTo>
                    <a:pt x="388" y="503"/>
                    <a:pt x="501" y="395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32"/>
            <p:cNvSpPr/>
            <p:nvPr/>
          </p:nvSpPr>
          <p:spPr>
            <a:xfrm>
              <a:off x="1870375" y="45039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7" y="503"/>
                    <a:pt x="496" y="395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32"/>
            <p:cNvSpPr/>
            <p:nvPr/>
          </p:nvSpPr>
          <p:spPr>
            <a:xfrm>
              <a:off x="1962150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88" y="503"/>
                    <a:pt x="502" y="395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32"/>
            <p:cNvSpPr/>
            <p:nvPr/>
          </p:nvSpPr>
          <p:spPr>
            <a:xfrm>
              <a:off x="2054075" y="45039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95"/>
                    <a:pt x="109" y="503"/>
                    <a:pt x="252" y="503"/>
                  </a:cubicBezTo>
                  <a:cubicBezTo>
                    <a:pt x="388" y="503"/>
                    <a:pt x="496" y="395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32"/>
            <p:cNvSpPr/>
            <p:nvPr/>
          </p:nvSpPr>
          <p:spPr>
            <a:xfrm>
              <a:off x="21458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32"/>
            <p:cNvSpPr/>
            <p:nvPr/>
          </p:nvSpPr>
          <p:spPr>
            <a:xfrm>
              <a:off x="2237800" y="45039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4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32"/>
            <p:cNvSpPr/>
            <p:nvPr/>
          </p:nvSpPr>
          <p:spPr>
            <a:xfrm>
              <a:off x="23295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2" y="395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32"/>
            <p:cNvSpPr/>
            <p:nvPr/>
          </p:nvSpPr>
          <p:spPr>
            <a:xfrm>
              <a:off x="2421325" y="45039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95"/>
                    <a:pt x="114" y="503"/>
                    <a:pt x="250" y="503"/>
                  </a:cubicBezTo>
                  <a:cubicBezTo>
                    <a:pt x="395" y="503"/>
                    <a:pt x="501" y="395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32"/>
            <p:cNvSpPr/>
            <p:nvPr/>
          </p:nvSpPr>
          <p:spPr>
            <a:xfrm>
              <a:off x="251325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95"/>
                    <a:pt x="109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32"/>
            <p:cNvSpPr/>
            <p:nvPr/>
          </p:nvSpPr>
          <p:spPr>
            <a:xfrm>
              <a:off x="2605000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95"/>
                    <a:pt x="116" y="503"/>
                    <a:pt x="252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32"/>
            <p:cNvSpPr/>
            <p:nvPr/>
          </p:nvSpPr>
          <p:spPr>
            <a:xfrm>
              <a:off x="26969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95"/>
                    <a:pt x="108" y="503"/>
                    <a:pt x="252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32"/>
            <p:cNvSpPr/>
            <p:nvPr/>
          </p:nvSpPr>
          <p:spPr>
            <a:xfrm>
              <a:off x="2788700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32"/>
            <p:cNvSpPr/>
            <p:nvPr/>
          </p:nvSpPr>
          <p:spPr>
            <a:xfrm>
              <a:off x="28806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43" y="503"/>
                  </a:cubicBezTo>
                  <a:cubicBezTo>
                    <a:pt x="387" y="503"/>
                    <a:pt x="494" y="395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32"/>
            <p:cNvSpPr/>
            <p:nvPr/>
          </p:nvSpPr>
          <p:spPr>
            <a:xfrm>
              <a:off x="297242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95"/>
                    <a:pt x="115" y="503"/>
                    <a:pt x="251" y="503"/>
                  </a:cubicBezTo>
                  <a:cubicBezTo>
                    <a:pt x="387" y="503"/>
                    <a:pt x="503" y="395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32"/>
            <p:cNvSpPr/>
            <p:nvPr/>
          </p:nvSpPr>
          <p:spPr>
            <a:xfrm>
              <a:off x="3064375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95"/>
                    <a:pt x="107" y="503"/>
                    <a:pt x="243" y="503"/>
                  </a:cubicBezTo>
                  <a:cubicBezTo>
                    <a:pt x="388" y="503"/>
                    <a:pt x="495" y="395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32"/>
            <p:cNvSpPr/>
            <p:nvPr/>
          </p:nvSpPr>
          <p:spPr>
            <a:xfrm>
              <a:off x="315612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32"/>
            <p:cNvSpPr/>
            <p:nvPr/>
          </p:nvSpPr>
          <p:spPr>
            <a:xfrm>
              <a:off x="3247875" y="45039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32"/>
            <p:cNvSpPr/>
            <p:nvPr/>
          </p:nvSpPr>
          <p:spPr>
            <a:xfrm>
              <a:off x="3339850" y="45039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1" y="503"/>
                  </a:cubicBezTo>
                  <a:cubicBezTo>
                    <a:pt x="387" y="503"/>
                    <a:pt x="501" y="395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32"/>
            <p:cNvSpPr/>
            <p:nvPr/>
          </p:nvSpPr>
          <p:spPr>
            <a:xfrm>
              <a:off x="3431575" y="45039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95"/>
                    <a:pt x="116" y="503"/>
                    <a:pt x="252" y="503"/>
                  </a:cubicBezTo>
                  <a:cubicBezTo>
                    <a:pt x="388" y="503"/>
                    <a:pt x="503" y="395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32"/>
            <p:cNvSpPr/>
            <p:nvPr/>
          </p:nvSpPr>
          <p:spPr>
            <a:xfrm>
              <a:off x="3523550" y="45039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95"/>
                    <a:pt x="107" y="503"/>
                    <a:pt x="250" y="503"/>
                  </a:cubicBezTo>
                  <a:cubicBezTo>
                    <a:pt x="388" y="503"/>
                    <a:pt x="494" y="395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32"/>
            <p:cNvSpPr/>
            <p:nvPr/>
          </p:nvSpPr>
          <p:spPr>
            <a:xfrm>
              <a:off x="6764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32"/>
            <p:cNvSpPr/>
            <p:nvPr/>
          </p:nvSpPr>
          <p:spPr>
            <a:xfrm>
              <a:off x="76832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32"/>
            <p:cNvSpPr/>
            <p:nvPr/>
          </p:nvSpPr>
          <p:spPr>
            <a:xfrm>
              <a:off x="860125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32"/>
            <p:cNvSpPr/>
            <p:nvPr/>
          </p:nvSpPr>
          <p:spPr>
            <a:xfrm>
              <a:off x="9518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32"/>
            <p:cNvSpPr/>
            <p:nvPr/>
          </p:nvSpPr>
          <p:spPr>
            <a:xfrm>
              <a:off x="104382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32"/>
            <p:cNvSpPr/>
            <p:nvPr/>
          </p:nvSpPr>
          <p:spPr>
            <a:xfrm>
              <a:off x="11355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32"/>
            <p:cNvSpPr/>
            <p:nvPr/>
          </p:nvSpPr>
          <p:spPr>
            <a:xfrm>
              <a:off x="1227500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32"/>
            <p:cNvSpPr/>
            <p:nvPr/>
          </p:nvSpPr>
          <p:spPr>
            <a:xfrm>
              <a:off x="131927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32"/>
            <p:cNvSpPr/>
            <p:nvPr/>
          </p:nvSpPr>
          <p:spPr>
            <a:xfrm>
              <a:off x="1411200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32"/>
            <p:cNvSpPr/>
            <p:nvPr/>
          </p:nvSpPr>
          <p:spPr>
            <a:xfrm>
              <a:off x="150300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32"/>
            <p:cNvSpPr/>
            <p:nvPr/>
          </p:nvSpPr>
          <p:spPr>
            <a:xfrm>
              <a:off x="15947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32"/>
            <p:cNvSpPr/>
            <p:nvPr/>
          </p:nvSpPr>
          <p:spPr>
            <a:xfrm>
              <a:off x="168665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32"/>
            <p:cNvSpPr/>
            <p:nvPr/>
          </p:nvSpPr>
          <p:spPr>
            <a:xfrm>
              <a:off x="17784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32"/>
            <p:cNvSpPr/>
            <p:nvPr/>
          </p:nvSpPr>
          <p:spPr>
            <a:xfrm>
              <a:off x="1870375" y="4595950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32"/>
            <p:cNvSpPr/>
            <p:nvPr/>
          </p:nvSpPr>
          <p:spPr>
            <a:xfrm>
              <a:off x="1962150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32"/>
            <p:cNvSpPr/>
            <p:nvPr/>
          </p:nvSpPr>
          <p:spPr>
            <a:xfrm>
              <a:off x="2054075" y="4595950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32"/>
            <p:cNvSpPr/>
            <p:nvPr/>
          </p:nvSpPr>
          <p:spPr>
            <a:xfrm>
              <a:off x="21458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32"/>
            <p:cNvSpPr/>
            <p:nvPr/>
          </p:nvSpPr>
          <p:spPr>
            <a:xfrm>
              <a:off x="2237800" y="4595950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32"/>
            <p:cNvSpPr/>
            <p:nvPr/>
          </p:nvSpPr>
          <p:spPr>
            <a:xfrm>
              <a:off x="23295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32"/>
            <p:cNvSpPr/>
            <p:nvPr/>
          </p:nvSpPr>
          <p:spPr>
            <a:xfrm>
              <a:off x="2421325" y="45959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32"/>
            <p:cNvSpPr/>
            <p:nvPr/>
          </p:nvSpPr>
          <p:spPr>
            <a:xfrm>
              <a:off x="251325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32"/>
            <p:cNvSpPr/>
            <p:nvPr/>
          </p:nvSpPr>
          <p:spPr>
            <a:xfrm>
              <a:off x="2605000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32"/>
            <p:cNvSpPr/>
            <p:nvPr/>
          </p:nvSpPr>
          <p:spPr>
            <a:xfrm>
              <a:off x="26969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32"/>
            <p:cNvSpPr/>
            <p:nvPr/>
          </p:nvSpPr>
          <p:spPr>
            <a:xfrm>
              <a:off x="2788700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32"/>
            <p:cNvSpPr/>
            <p:nvPr/>
          </p:nvSpPr>
          <p:spPr>
            <a:xfrm>
              <a:off x="28806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32"/>
            <p:cNvSpPr/>
            <p:nvPr/>
          </p:nvSpPr>
          <p:spPr>
            <a:xfrm>
              <a:off x="297242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32"/>
            <p:cNvSpPr/>
            <p:nvPr/>
          </p:nvSpPr>
          <p:spPr>
            <a:xfrm>
              <a:off x="3064375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32"/>
            <p:cNvSpPr/>
            <p:nvPr/>
          </p:nvSpPr>
          <p:spPr>
            <a:xfrm>
              <a:off x="315612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32"/>
            <p:cNvSpPr/>
            <p:nvPr/>
          </p:nvSpPr>
          <p:spPr>
            <a:xfrm>
              <a:off x="3247875" y="4595950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32"/>
            <p:cNvSpPr/>
            <p:nvPr/>
          </p:nvSpPr>
          <p:spPr>
            <a:xfrm>
              <a:off x="3339850" y="4595950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32"/>
            <p:cNvSpPr/>
            <p:nvPr/>
          </p:nvSpPr>
          <p:spPr>
            <a:xfrm>
              <a:off x="3431575" y="4595950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32"/>
            <p:cNvSpPr/>
            <p:nvPr/>
          </p:nvSpPr>
          <p:spPr>
            <a:xfrm>
              <a:off x="3523550" y="4595950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32"/>
            <p:cNvSpPr/>
            <p:nvPr/>
          </p:nvSpPr>
          <p:spPr>
            <a:xfrm>
              <a:off x="6764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32"/>
            <p:cNvSpPr/>
            <p:nvPr/>
          </p:nvSpPr>
          <p:spPr>
            <a:xfrm>
              <a:off x="76832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32"/>
            <p:cNvSpPr/>
            <p:nvPr/>
          </p:nvSpPr>
          <p:spPr>
            <a:xfrm>
              <a:off x="860125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32"/>
            <p:cNvSpPr/>
            <p:nvPr/>
          </p:nvSpPr>
          <p:spPr>
            <a:xfrm>
              <a:off x="9518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32"/>
            <p:cNvSpPr/>
            <p:nvPr/>
          </p:nvSpPr>
          <p:spPr>
            <a:xfrm>
              <a:off x="104382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32"/>
            <p:cNvSpPr/>
            <p:nvPr/>
          </p:nvSpPr>
          <p:spPr>
            <a:xfrm>
              <a:off x="11355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32"/>
            <p:cNvSpPr/>
            <p:nvPr/>
          </p:nvSpPr>
          <p:spPr>
            <a:xfrm>
              <a:off x="1227500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32"/>
            <p:cNvSpPr/>
            <p:nvPr/>
          </p:nvSpPr>
          <p:spPr>
            <a:xfrm>
              <a:off x="131927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32"/>
            <p:cNvSpPr/>
            <p:nvPr/>
          </p:nvSpPr>
          <p:spPr>
            <a:xfrm>
              <a:off x="1411200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32"/>
            <p:cNvSpPr/>
            <p:nvPr/>
          </p:nvSpPr>
          <p:spPr>
            <a:xfrm>
              <a:off x="150300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32"/>
            <p:cNvSpPr/>
            <p:nvPr/>
          </p:nvSpPr>
          <p:spPr>
            <a:xfrm>
              <a:off x="15947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15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32"/>
            <p:cNvSpPr/>
            <p:nvPr/>
          </p:nvSpPr>
          <p:spPr>
            <a:xfrm>
              <a:off x="168665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32"/>
            <p:cNvSpPr/>
            <p:nvPr/>
          </p:nvSpPr>
          <p:spPr>
            <a:xfrm>
              <a:off x="17784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32"/>
            <p:cNvSpPr/>
            <p:nvPr/>
          </p:nvSpPr>
          <p:spPr>
            <a:xfrm>
              <a:off x="1870375" y="46877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32"/>
            <p:cNvSpPr/>
            <p:nvPr/>
          </p:nvSpPr>
          <p:spPr>
            <a:xfrm>
              <a:off x="1962150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32"/>
            <p:cNvSpPr/>
            <p:nvPr/>
          </p:nvSpPr>
          <p:spPr>
            <a:xfrm>
              <a:off x="2054075" y="46877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15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32"/>
            <p:cNvSpPr/>
            <p:nvPr/>
          </p:nvSpPr>
          <p:spPr>
            <a:xfrm>
              <a:off x="21458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32"/>
            <p:cNvSpPr/>
            <p:nvPr/>
          </p:nvSpPr>
          <p:spPr>
            <a:xfrm>
              <a:off x="2237800" y="46877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32"/>
            <p:cNvSpPr/>
            <p:nvPr/>
          </p:nvSpPr>
          <p:spPr>
            <a:xfrm>
              <a:off x="23295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32"/>
            <p:cNvSpPr/>
            <p:nvPr/>
          </p:nvSpPr>
          <p:spPr>
            <a:xfrm>
              <a:off x="2421325" y="46877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15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15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32"/>
            <p:cNvSpPr/>
            <p:nvPr/>
          </p:nvSpPr>
          <p:spPr>
            <a:xfrm>
              <a:off x="251325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15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32"/>
            <p:cNvSpPr/>
            <p:nvPr/>
          </p:nvSpPr>
          <p:spPr>
            <a:xfrm>
              <a:off x="2605000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15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32"/>
            <p:cNvSpPr/>
            <p:nvPr/>
          </p:nvSpPr>
          <p:spPr>
            <a:xfrm>
              <a:off x="26969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15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32"/>
            <p:cNvSpPr/>
            <p:nvPr/>
          </p:nvSpPr>
          <p:spPr>
            <a:xfrm>
              <a:off x="2788700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32"/>
            <p:cNvSpPr/>
            <p:nvPr/>
          </p:nvSpPr>
          <p:spPr>
            <a:xfrm>
              <a:off x="28806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15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32"/>
            <p:cNvSpPr/>
            <p:nvPr/>
          </p:nvSpPr>
          <p:spPr>
            <a:xfrm>
              <a:off x="297242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15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32"/>
            <p:cNvSpPr/>
            <p:nvPr/>
          </p:nvSpPr>
          <p:spPr>
            <a:xfrm>
              <a:off x="3064375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15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15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32"/>
            <p:cNvSpPr/>
            <p:nvPr/>
          </p:nvSpPr>
          <p:spPr>
            <a:xfrm>
              <a:off x="315612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32"/>
            <p:cNvSpPr/>
            <p:nvPr/>
          </p:nvSpPr>
          <p:spPr>
            <a:xfrm>
              <a:off x="3247875" y="46877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32"/>
            <p:cNvSpPr/>
            <p:nvPr/>
          </p:nvSpPr>
          <p:spPr>
            <a:xfrm>
              <a:off x="3339850" y="46877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15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32"/>
            <p:cNvSpPr/>
            <p:nvPr/>
          </p:nvSpPr>
          <p:spPr>
            <a:xfrm>
              <a:off x="3431575" y="46877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15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15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32"/>
            <p:cNvSpPr/>
            <p:nvPr/>
          </p:nvSpPr>
          <p:spPr>
            <a:xfrm>
              <a:off x="3523550" y="46877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15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15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32"/>
            <p:cNvSpPr/>
            <p:nvPr/>
          </p:nvSpPr>
          <p:spPr>
            <a:xfrm>
              <a:off x="6764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32"/>
            <p:cNvSpPr/>
            <p:nvPr/>
          </p:nvSpPr>
          <p:spPr>
            <a:xfrm>
              <a:off x="76832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32"/>
            <p:cNvSpPr/>
            <p:nvPr/>
          </p:nvSpPr>
          <p:spPr>
            <a:xfrm>
              <a:off x="860125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32"/>
            <p:cNvSpPr/>
            <p:nvPr/>
          </p:nvSpPr>
          <p:spPr>
            <a:xfrm>
              <a:off x="9518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32"/>
            <p:cNvSpPr/>
            <p:nvPr/>
          </p:nvSpPr>
          <p:spPr>
            <a:xfrm>
              <a:off x="104382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32"/>
            <p:cNvSpPr/>
            <p:nvPr/>
          </p:nvSpPr>
          <p:spPr>
            <a:xfrm>
              <a:off x="11355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32"/>
            <p:cNvSpPr/>
            <p:nvPr/>
          </p:nvSpPr>
          <p:spPr>
            <a:xfrm>
              <a:off x="1227500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1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32"/>
            <p:cNvSpPr/>
            <p:nvPr/>
          </p:nvSpPr>
          <p:spPr>
            <a:xfrm>
              <a:off x="131927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32"/>
            <p:cNvSpPr/>
            <p:nvPr/>
          </p:nvSpPr>
          <p:spPr>
            <a:xfrm>
              <a:off x="1411200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45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32"/>
            <p:cNvSpPr/>
            <p:nvPr/>
          </p:nvSpPr>
          <p:spPr>
            <a:xfrm>
              <a:off x="150300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8"/>
                    <a:pt x="0" y="251"/>
                  </a:cubicBezTo>
                  <a:cubicBezTo>
                    <a:pt x="0" y="387"/>
                    <a:pt x="114" y="496"/>
                    <a:pt x="250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32"/>
            <p:cNvSpPr/>
            <p:nvPr/>
          </p:nvSpPr>
          <p:spPr>
            <a:xfrm>
              <a:off x="15947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94" y="496"/>
                    <a:pt x="503" y="387"/>
                    <a:pt x="503" y="251"/>
                  </a:cubicBezTo>
                  <a:cubicBezTo>
                    <a:pt x="503" y="108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32"/>
            <p:cNvSpPr/>
            <p:nvPr/>
          </p:nvSpPr>
          <p:spPr>
            <a:xfrm>
              <a:off x="168665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32"/>
            <p:cNvSpPr/>
            <p:nvPr/>
          </p:nvSpPr>
          <p:spPr>
            <a:xfrm>
              <a:off x="17784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2" y="496"/>
                  </a:cubicBezTo>
                  <a:cubicBezTo>
                    <a:pt x="388" y="496"/>
                    <a:pt x="501" y="387"/>
                    <a:pt x="501" y="251"/>
                  </a:cubicBezTo>
                  <a:cubicBezTo>
                    <a:pt x="501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32"/>
            <p:cNvSpPr/>
            <p:nvPr/>
          </p:nvSpPr>
          <p:spPr>
            <a:xfrm>
              <a:off x="1870375" y="47796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7" y="496"/>
                    <a:pt x="496" y="387"/>
                    <a:pt x="496" y="251"/>
                  </a:cubicBezTo>
                  <a:cubicBezTo>
                    <a:pt x="496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32"/>
            <p:cNvSpPr/>
            <p:nvPr/>
          </p:nvSpPr>
          <p:spPr>
            <a:xfrm>
              <a:off x="1962150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88" y="496"/>
                    <a:pt x="502" y="387"/>
                    <a:pt x="502" y="251"/>
                  </a:cubicBezTo>
                  <a:cubicBezTo>
                    <a:pt x="502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32"/>
            <p:cNvSpPr/>
            <p:nvPr/>
          </p:nvSpPr>
          <p:spPr>
            <a:xfrm>
              <a:off x="2054075" y="47796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8"/>
                    <a:pt x="1" y="251"/>
                  </a:cubicBezTo>
                  <a:cubicBezTo>
                    <a:pt x="1" y="387"/>
                    <a:pt x="109" y="496"/>
                    <a:pt x="252" y="496"/>
                  </a:cubicBezTo>
                  <a:cubicBezTo>
                    <a:pt x="388" y="496"/>
                    <a:pt x="496" y="387"/>
                    <a:pt x="496" y="251"/>
                  </a:cubicBezTo>
                  <a:cubicBezTo>
                    <a:pt x="496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32"/>
            <p:cNvSpPr/>
            <p:nvPr/>
          </p:nvSpPr>
          <p:spPr>
            <a:xfrm>
              <a:off x="21458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32"/>
            <p:cNvSpPr/>
            <p:nvPr/>
          </p:nvSpPr>
          <p:spPr>
            <a:xfrm>
              <a:off x="2237800" y="47796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4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32"/>
            <p:cNvSpPr/>
            <p:nvPr/>
          </p:nvSpPr>
          <p:spPr>
            <a:xfrm>
              <a:off x="23295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2" y="387"/>
                    <a:pt x="502" y="251"/>
                  </a:cubicBezTo>
                  <a:cubicBezTo>
                    <a:pt x="502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32"/>
            <p:cNvSpPr/>
            <p:nvPr/>
          </p:nvSpPr>
          <p:spPr>
            <a:xfrm>
              <a:off x="2421325" y="47796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8"/>
                    <a:pt x="1" y="251"/>
                  </a:cubicBezTo>
                  <a:cubicBezTo>
                    <a:pt x="1" y="387"/>
                    <a:pt x="114" y="496"/>
                    <a:pt x="250" y="496"/>
                  </a:cubicBezTo>
                  <a:cubicBezTo>
                    <a:pt x="395" y="496"/>
                    <a:pt x="501" y="387"/>
                    <a:pt x="501" y="251"/>
                  </a:cubicBezTo>
                  <a:cubicBezTo>
                    <a:pt x="501" y="108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32"/>
            <p:cNvSpPr/>
            <p:nvPr/>
          </p:nvSpPr>
          <p:spPr>
            <a:xfrm>
              <a:off x="251325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8"/>
                    <a:pt x="0" y="251"/>
                  </a:cubicBezTo>
                  <a:cubicBezTo>
                    <a:pt x="0" y="387"/>
                    <a:pt x="109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32"/>
            <p:cNvSpPr/>
            <p:nvPr/>
          </p:nvSpPr>
          <p:spPr>
            <a:xfrm>
              <a:off x="2605000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8"/>
                    <a:pt x="0" y="251"/>
                  </a:cubicBezTo>
                  <a:cubicBezTo>
                    <a:pt x="0" y="387"/>
                    <a:pt x="116" y="496"/>
                    <a:pt x="252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32"/>
            <p:cNvSpPr/>
            <p:nvPr/>
          </p:nvSpPr>
          <p:spPr>
            <a:xfrm>
              <a:off x="26969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8"/>
                    <a:pt x="1" y="251"/>
                  </a:cubicBezTo>
                  <a:cubicBezTo>
                    <a:pt x="1" y="387"/>
                    <a:pt x="108" y="496"/>
                    <a:pt x="252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32"/>
            <p:cNvSpPr/>
            <p:nvPr/>
          </p:nvSpPr>
          <p:spPr>
            <a:xfrm>
              <a:off x="2788700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32"/>
            <p:cNvSpPr/>
            <p:nvPr/>
          </p:nvSpPr>
          <p:spPr>
            <a:xfrm>
              <a:off x="28806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43" y="496"/>
                  </a:cubicBezTo>
                  <a:cubicBezTo>
                    <a:pt x="387" y="496"/>
                    <a:pt x="494" y="387"/>
                    <a:pt x="494" y="251"/>
                  </a:cubicBezTo>
                  <a:cubicBezTo>
                    <a:pt x="494" y="108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32"/>
            <p:cNvSpPr/>
            <p:nvPr/>
          </p:nvSpPr>
          <p:spPr>
            <a:xfrm>
              <a:off x="297242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8"/>
                    <a:pt x="0" y="251"/>
                  </a:cubicBezTo>
                  <a:cubicBezTo>
                    <a:pt x="0" y="387"/>
                    <a:pt x="115" y="496"/>
                    <a:pt x="251" y="496"/>
                  </a:cubicBezTo>
                  <a:cubicBezTo>
                    <a:pt x="387" y="496"/>
                    <a:pt x="503" y="387"/>
                    <a:pt x="503" y="251"/>
                  </a:cubicBezTo>
                  <a:cubicBezTo>
                    <a:pt x="503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32"/>
            <p:cNvSpPr/>
            <p:nvPr/>
          </p:nvSpPr>
          <p:spPr>
            <a:xfrm>
              <a:off x="3064375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8"/>
                    <a:pt x="1" y="251"/>
                  </a:cubicBezTo>
                  <a:cubicBezTo>
                    <a:pt x="1" y="387"/>
                    <a:pt x="107" y="496"/>
                    <a:pt x="243" y="496"/>
                  </a:cubicBezTo>
                  <a:cubicBezTo>
                    <a:pt x="388" y="496"/>
                    <a:pt x="495" y="387"/>
                    <a:pt x="495" y="251"/>
                  </a:cubicBezTo>
                  <a:cubicBezTo>
                    <a:pt x="495" y="108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32"/>
            <p:cNvSpPr/>
            <p:nvPr/>
          </p:nvSpPr>
          <p:spPr>
            <a:xfrm>
              <a:off x="315612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32"/>
            <p:cNvSpPr/>
            <p:nvPr/>
          </p:nvSpPr>
          <p:spPr>
            <a:xfrm>
              <a:off x="3247875" y="47796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32"/>
            <p:cNvSpPr/>
            <p:nvPr/>
          </p:nvSpPr>
          <p:spPr>
            <a:xfrm>
              <a:off x="3339850" y="47796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1" y="496"/>
                  </a:cubicBezTo>
                  <a:cubicBezTo>
                    <a:pt x="387" y="496"/>
                    <a:pt x="501" y="387"/>
                    <a:pt x="501" y="251"/>
                  </a:cubicBezTo>
                  <a:cubicBezTo>
                    <a:pt x="501" y="108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32"/>
            <p:cNvSpPr/>
            <p:nvPr/>
          </p:nvSpPr>
          <p:spPr>
            <a:xfrm>
              <a:off x="3431575" y="47796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8"/>
                    <a:pt x="1" y="251"/>
                  </a:cubicBezTo>
                  <a:cubicBezTo>
                    <a:pt x="1" y="387"/>
                    <a:pt x="116" y="496"/>
                    <a:pt x="252" y="496"/>
                  </a:cubicBezTo>
                  <a:cubicBezTo>
                    <a:pt x="388" y="496"/>
                    <a:pt x="503" y="387"/>
                    <a:pt x="503" y="251"/>
                  </a:cubicBezTo>
                  <a:cubicBezTo>
                    <a:pt x="503" y="108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32"/>
            <p:cNvSpPr/>
            <p:nvPr/>
          </p:nvSpPr>
          <p:spPr>
            <a:xfrm>
              <a:off x="3523550" y="47796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8"/>
                    <a:pt x="0" y="251"/>
                  </a:cubicBezTo>
                  <a:cubicBezTo>
                    <a:pt x="0" y="387"/>
                    <a:pt x="107" y="496"/>
                    <a:pt x="250" y="496"/>
                  </a:cubicBezTo>
                  <a:cubicBezTo>
                    <a:pt x="388" y="496"/>
                    <a:pt x="494" y="387"/>
                    <a:pt x="494" y="251"/>
                  </a:cubicBezTo>
                  <a:cubicBezTo>
                    <a:pt x="494" y="108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32"/>
            <p:cNvSpPr/>
            <p:nvPr/>
          </p:nvSpPr>
          <p:spPr>
            <a:xfrm>
              <a:off x="6764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32"/>
            <p:cNvSpPr/>
            <p:nvPr/>
          </p:nvSpPr>
          <p:spPr>
            <a:xfrm>
              <a:off x="76832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32"/>
            <p:cNvSpPr/>
            <p:nvPr/>
          </p:nvSpPr>
          <p:spPr>
            <a:xfrm>
              <a:off x="860125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32"/>
            <p:cNvSpPr/>
            <p:nvPr/>
          </p:nvSpPr>
          <p:spPr>
            <a:xfrm>
              <a:off x="9518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32"/>
            <p:cNvSpPr/>
            <p:nvPr/>
          </p:nvSpPr>
          <p:spPr>
            <a:xfrm>
              <a:off x="104382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32"/>
            <p:cNvSpPr/>
            <p:nvPr/>
          </p:nvSpPr>
          <p:spPr>
            <a:xfrm>
              <a:off x="11355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32"/>
            <p:cNvSpPr/>
            <p:nvPr/>
          </p:nvSpPr>
          <p:spPr>
            <a:xfrm>
              <a:off x="1227500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32"/>
            <p:cNvSpPr/>
            <p:nvPr/>
          </p:nvSpPr>
          <p:spPr>
            <a:xfrm>
              <a:off x="131927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32"/>
            <p:cNvSpPr/>
            <p:nvPr/>
          </p:nvSpPr>
          <p:spPr>
            <a:xfrm>
              <a:off x="1411200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32"/>
            <p:cNvSpPr/>
            <p:nvPr/>
          </p:nvSpPr>
          <p:spPr>
            <a:xfrm>
              <a:off x="150300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1"/>
                  </a:moveTo>
                  <a:cubicBezTo>
                    <a:pt x="114" y="1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32"/>
            <p:cNvSpPr/>
            <p:nvPr/>
          </p:nvSpPr>
          <p:spPr>
            <a:xfrm>
              <a:off x="15947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32"/>
            <p:cNvSpPr/>
            <p:nvPr/>
          </p:nvSpPr>
          <p:spPr>
            <a:xfrm>
              <a:off x="168665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32"/>
            <p:cNvSpPr/>
            <p:nvPr/>
          </p:nvSpPr>
          <p:spPr>
            <a:xfrm>
              <a:off x="17784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32"/>
            <p:cNvSpPr/>
            <p:nvPr/>
          </p:nvSpPr>
          <p:spPr>
            <a:xfrm>
              <a:off x="1870375" y="4871400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32"/>
            <p:cNvSpPr/>
            <p:nvPr/>
          </p:nvSpPr>
          <p:spPr>
            <a:xfrm>
              <a:off x="1962150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32"/>
            <p:cNvSpPr/>
            <p:nvPr/>
          </p:nvSpPr>
          <p:spPr>
            <a:xfrm>
              <a:off x="2054075" y="4871400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1"/>
                  </a:moveTo>
                  <a:cubicBezTo>
                    <a:pt x="109" y="1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32"/>
            <p:cNvSpPr/>
            <p:nvPr/>
          </p:nvSpPr>
          <p:spPr>
            <a:xfrm>
              <a:off x="21458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32"/>
            <p:cNvSpPr/>
            <p:nvPr/>
          </p:nvSpPr>
          <p:spPr>
            <a:xfrm>
              <a:off x="2237800" y="4871400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32"/>
            <p:cNvSpPr/>
            <p:nvPr/>
          </p:nvSpPr>
          <p:spPr>
            <a:xfrm>
              <a:off x="23295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32"/>
            <p:cNvSpPr/>
            <p:nvPr/>
          </p:nvSpPr>
          <p:spPr>
            <a:xfrm>
              <a:off x="2421325" y="4871400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1"/>
                  </a:moveTo>
                  <a:cubicBezTo>
                    <a:pt x="114" y="1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32"/>
            <p:cNvSpPr/>
            <p:nvPr/>
          </p:nvSpPr>
          <p:spPr>
            <a:xfrm>
              <a:off x="251325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09" y="1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32"/>
            <p:cNvSpPr/>
            <p:nvPr/>
          </p:nvSpPr>
          <p:spPr>
            <a:xfrm>
              <a:off x="2605000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32"/>
            <p:cNvSpPr/>
            <p:nvPr/>
          </p:nvSpPr>
          <p:spPr>
            <a:xfrm>
              <a:off x="26969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1"/>
                  </a:moveTo>
                  <a:cubicBezTo>
                    <a:pt x="108" y="1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32"/>
            <p:cNvSpPr/>
            <p:nvPr/>
          </p:nvSpPr>
          <p:spPr>
            <a:xfrm>
              <a:off x="2788700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32"/>
            <p:cNvSpPr/>
            <p:nvPr/>
          </p:nvSpPr>
          <p:spPr>
            <a:xfrm>
              <a:off x="28806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32"/>
            <p:cNvSpPr/>
            <p:nvPr/>
          </p:nvSpPr>
          <p:spPr>
            <a:xfrm>
              <a:off x="297242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1"/>
                  </a:moveTo>
                  <a:cubicBezTo>
                    <a:pt x="115" y="1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32"/>
            <p:cNvSpPr/>
            <p:nvPr/>
          </p:nvSpPr>
          <p:spPr>
            <a:xfrm>
              <a:off x="3064375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1"/>
                  </a:moveTo>
                  <a:cubicBezTo>
                    <a:pt x="107" y="1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32"/>
            <p:cNvSpPr/>
            <p:nvPr/>
          </p:nvSpPr>
          <p:spPr>
            <a:xfrm>
              <a:off x="315612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32"/>
            <p:cNvSpPr/>
            <p:nvPr/>
          </p:nvSpPr>
          <p:spPr>
            <a:xfrm>
              <a:off x="3247875" y="487140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32"/>
            <p:cNvSpPr/>
            <p:nvPr/>
          </p:nvSpPr>
          <p:spPr>
            <a:xfrm>
              <a:off x="3339850" y="48714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32"/>
            <p:cNvSpPr/>
            <p:nvPr/>
          </p:nvSpPr>
          <p:spPr>
            <a:xfrm>
              <a:off x="3431575" y="4871400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1"/>
                  </a:moveTo>
                  <a:cubicBezTo>
                    <a:pt x="116" y="1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32"/>
            <p:cNvSpPr/>
            <p:nvPr/>
          </p:nvSpPr>
          <p:spPr>
            <a:xfrm>
              <a:off x="3523550" y="4871400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1"/>
                  </a:moveTo>
                  <a:cubicBezTo>
                    <a:pt x="107" y="1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32"/>
            <p:cNvSpPr/>
            <p:nvPr/>
          </p:nvSpPr>
          <p:spPr>
            <a:xfrm>
              <a:off x="6764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32"/>
            <p:cNvSpPr/>
            <p:nvPr/>
          </p:nvSpPr>
          <p:spPr>
            <a:xfrm>
              <a:off x="76832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45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32"/>
            <p:cNvSpPr/>
            <p:nvPr/>
          </p:nvSpPr>
          <p:spPr>
            <a:xfrm>
              <a:off x="860125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32"/>
            <p:cNvSpPr/>
            <p:nvPr/>
          </p:nvSpPr>
          <p:spPr>
            <a:xfrm>
              <a:off x="9518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32"/>
            <p:cNvSpPr/>
            <p:nvPr/>
          </p:nvSpPr>
          <p:spPr>
            <a:xfrm>
              <a:off x="104382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32"/>
            <p:cNvSpPr/>
            <p:nvPr/>
          </p:nvSpPr>
          <p:spPr>
            <a:xfrm>
              <a:off x="11355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32"/>
            <p:cNvSpPr/>
            <p:nvPr/>
          </p:nvSpPr>
          <p:spPr>
            <a:xfrm>
              <a:off x="1227500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1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32"/>
            <p:cNvSpPr/>
            <p:nvPr/>
          </p:nvSpPr>
          <p:spPr>
            <a:xfrm>
              <a:off x="131927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32"/>
            <p:cNvSpPr/>
            <p:nvPr/>
          </p:nvSpPr>
          <p:spPr>
            <a:xfrm>
              <a:off x="1411200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45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32"/>
            <p:cNvSpPr/>
            <p:nvPr/>
          </p:nvSpPr>
          <p:spPr>
            <a:xfrm>
              <a:off x="150300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0" y="0"/>
                  </a:moveTo>
                  <a:cubicBezTo>
                    <a:pt x="114" y="0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32"/>
            <p:cNvSpPr/>
            <p:nvPr/>
          </p:nvSpPr>
          <p:spPr>
            <a:xfrm>
              <a:off x="15947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32"/>
            <p:cNvSpPr/>
            <p:nvPr/>
          </p:nvSpPr>
          <p:spPr>
            <a:xfrm>
              <a:off x="168665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32"/>
            <p:cNvSpPr/>
            <p:nvPr/>
          </p:nvSpPr>
          <p:spPr>
            <a:xfrm>
              <a:off x="17784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2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32"/>
            <p:cNvSpPr/>
            <p:nvPr/>
          </p:nvSpPr>
          <p:spPr>
            <a:xfrm>
              <a:off x="1870375" y="4963325"/>
              <a:ext cx="12400" cy="12400"/>
            </a:xfrm>
            <a:custGeom>
              <a:rect b="b" l="l" r="r" t="t"/>
              <a:pathLst>
                <a:path extrusionOk="0" h="496" w="496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32"/>
            <p:cNvSpPr/>
            <p:nvPr/>
          </p:nvSpPr>
          <p:spPr>
            <a:xfrm>
              <a:off x="1962150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32"/>
            <p:cNvSpPr/>
            <p:nvPr/>
          </p:nvSpPr>
          <p:spPr>
            <a:xfrm>
              <a:off x="2054075" y="4963325"/>
              <a:ext cx="12425" cy="12400"/>
            </a:xfrm>
            <a:custGeom>
              <a:rect b="b" l="l" r="r" t="t"/>
              <a:pathLst>
                <a:path extrusionOk="0" h="496" w="497">
                  <a:moveTo>
                    <a:pt x="252" y="0"/>
                  </a:moveTo>
                  <a:cubicBezTo>
                    <a:pt x="109" y="0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32"/>
            <p:cNvSpPr/>
            <p:nvPr/>
          </p:nvSpPr>
          <p:spPr>
            <a:xfrm>
              <a:off x="21458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32"/>
            <p:cNvSpPr/>
            <p:nvPr/>
          </p:nvSpPr>
          <p:spPr>
            <a:xfrm>
              <a:off x="2237800" y="4963325"/>
              <a:ext cx="12350" cy="12400"/>
            </a:xfrm>
            <a:custGeom>
              <a:rect b="b" l="l" r="r" t="t"/>
              <a:pathLst>
                <a:path extrusionOk="0" h="496" w="494">
                  <a:moveTo>
                    <a:pt x="244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32"/>
            <p:cNvSpPr/>
            <p:nvPr/>
          </p:nvSpPr>
          <p:spPr>
            <a:xfrm>
              <a:off x="23295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32"/>
            <p:cNvSpPr/>
            <p:nvPr/>
          </p:nvSpPr>
          <p:spPr>
            <a:xfrm>
              <a:off x="2421325" y="4963325"/>
              <a:ext cx="12550" cy="12400"/>
            </a:xfrm>
            <a:custGeom>
              <a:rect b="b" l="l" r="r" t="t"/>
              <a:pathLst>
                <a:path extrusionOk="0" h="496" w="502">
                  <a:moveTo>
                    <a:pt x="250" y="0"/>
                  </a:moveTo>
                  <a:cubicBezTo>
                    <a:pt x="114" y="0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32"/>
            <p:cNvSpPr/>
            <p:nvPr/>
          </p:nvSpPr>
          <p:spPr>
            <a:xfrm>
              <a:off x="251325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09" y="0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32"/>
            <p:cNvSpPr/>
            <p:nvPr/>
          </p:nvSpPr>
          <p:spPr>
            <a:xfrm>
              <a:off x="2605000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32"/>
            <p:cNvSpPr/>
            <p:nvPr/>
          </p:nvSpPr>
          <p:spPr>
            <a:xfrm>
              <a:off x="26969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2" y="0"/>
                  </a:moveTo>
                  <a:cubicBezTo>
                    <a:pt x="108" y="0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32"/>
            <p:cNvSpPr/>
            <p:nvPr/>
          </p:nvSpPr>
          <p:spPr>
            <a:xfrm>
              <a:off x="2788700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32"/>
            <p:cNvSpPr/>
            <p:nvPr/>
          </p:nvSpPr>
          <p:spPr>
            <a:xfrm>
              <a:off x="28806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32"/>
            <p:cNvSpPr/>
            <p:nvPr/>
          </p:nvSpPr>
          <p:spPr>
            <a:xfrm>
              <a:off x="297242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1" y="0"/>
                  </a:moveTo>
                  <a:cubicBezTo>
                    <a:pt x="115" y="0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32"/>
            <p:cNvSpPr/>
            <p:nvPr/>
          </p:nvSpPr>
          <p:spPr>
            <a:xfrm>
              <a:off x="3064375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43" y="0"/>
                  </a:moveTo>
                  <a:cubicBezTo>
                    <a:pt x="107" y="0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32"/>
            <p:cNvSpPr/>
            <p:nvPr/>
          </p:nvSpPr>
          <p:spPr>
            <a:xfrm>
              <a:off x="315612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32"/>
            <p:cNvSpPr/>
            <p:nvPr/>
          </p:nvSpPr>
          <p:spPr>
            <a:xfrm>
              <a:off x="3247875" y="4963325"/>
              <a:ext cx="12575" cy="12400"/>
            </a:xfrm>
            <a:custGeom>
              <a:rect b="b" l="l" r="r" t="t"/>
              <a:pathLst>
                <a:path extrusionOk="0" h="496" w="503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32"/>
            <p:cNvSpPr/>
            <p:nvPr/>
          </p:nvSpPr>
          <p:spPr>
            <a:xfrm>
              <a:off x="3339850" y="4963325"/>
              <a:ext cx="12525" cy="12400"/>
            </a:xfrm>
            <a:custGeom>
              <a:rect b="b" l="l" r="r" t="t"/>
              <a:pathLst>
                <a:path extrusionOk="0" h="496" w="501">
                  <a:moveTo>
                    <a:pt x="251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32"/>
            <p:cNvSpPr/>
            <p:nvPr/>
          </p:nvSpPr>
          <p:spPr>
            <a:xfrm>
              <a:off x="3431575" y="4963325"/>
              <a:ext cx="12600" cy="12400"/>
            </a:xfrm>
            <a:custGeom>
              <a:rect b="b" l="l" r="r" t="t"/>
              <a:pathLst>
                <a:path extrusionOk="0" h="496" w="504">
                  <a:moveTo>
                    <a:pt x="252" y="0"/>
                  </a:moveTo>
                  <a:cubicBezTo>
                    <a:pt x="116" y="0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32"/>
            <p:cNvSpPr/>
            <p:nvPr/>
          </p:nvSpPr>
          <p:spPr>
            <a:xfrm>
              <a:off x="3523550" y="4963325"/>
              <a:ext cx="12375" cy="12400"/>
            </a:xfrm>
            <a:custGeom>
              <a:rect b="b" l="l" r="r" t="t"/>
              <a:pathLst>
                <a:path extrusionOk="0" h="496" w="495">
                  <a:moveTo>
                    <a:pt x="250" y="0"/>
                  </a:moveTo>
                  <a:cubicBezTo>
                    <a:pt x="107" y="0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32"/>
            <p:cNvSpPr/>
            <p:nvPr/>
          </p:nvSpPr>
          <p:spPr>
            <a:xfrm>
              <a:off x="6764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32"/>
            <p:cNvSpPr/>
            <p:nvPr/>
          </p:nvSpPr>
          <p:spPr>
            <a:xfrm>
              <a:off x="76832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45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32"/>
            <p:cNvSpPr/>
            <p:nvPr/>
          </p:nvSpPr>
          <p:spPr>
            <a:xfrm>
              <a:off x="860125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32"/>
            <p:cNvSpPr/>
            <p:nvPr/>
          </p:nvSpPr>
          <p:spPr>
            <a:xfrm>
              <a:off x="9518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32"/>
            <p:cNvSpPr/>
            <p:nvPr/>
          </p:nvSpPr>
          <p:spPr>
            <a:xfrm>
              <a:off x="104382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32"/>
            <p:cNvSpPr/>
            <p:nvPr/>
          </p:nvSpPr>
          <p:spPr>
            <a:xfrm>
              <a:off x="11355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32"/>
            <p:cNvSpPr/>
            <p:nvPr/>
          </p:nvSpPr>
          <p:spPr>
            <a:xfrm>
              <a:off x="1227500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1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1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32"/>
            <p:cNvSpPr/>
            <p:nvPr/>
          </p:nvSpPr>
          <p:spPr>
            <a:xfrm>
              <a:off x="131927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32"/>
            <p:cNvSpPr/>
            <p:nvPr/>
          </p:nvSpPr>
          <p:spPr>
            <a:xfrm>
              <a:off x="1411200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45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45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32"/>
            <p:cNvSpPr/>
            <p:nvPr/>
          </p:nvSpPr>
          <p:spPr>
            <a:xfrm>
              <a:off x="150300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14" y="0"/>
                    <a:pt x="0" y="114"/>
                    <a:pt x="0" y="250"/>
                  </a:cubicBezTo>
                  <a:cubicBezTo>
                    <a:pt x="0" y="387"/>
                    <a:pt x="114" y="501"/>
                    <a:pt x="250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32"/>
            <p:cNvSpPr/>
            <p:nvPr/>
          </p:nvSpPr>
          <p:spPr>
            <a:xfrm>
              <a:off x="15947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94" y="501"/>
                    <a:pt x="503" y="387"/>
                    <a:pt x="503" y="250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32"/>
            <p:cNvSpPr/>
            <p:nvPr/>
          </p:nvSpPr>
          <p:spPr>
            <a:xfrm>
              <a:off x="168665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32"/>
            <p:cNvSpPr/>
            <p:nvPr/>
          </p:nvSpPr>
          <p:spPr>
            <a:xfrm>
              <a:off x="17784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2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2" y="501"/>
                  </a:cubicBezTo>
                  <a:cubicBezTo>
                    <a:pt x="388" y="501"/>
                    <a:pt x="501" y="387"/>
                    <a:pt x="501" y="250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32"/>
            <p:cNvSpPr/>
            <p:nvPr/>
          </p:nvSpPr>
          <p:spPr>
            <a:xfrm>
              <a:off x="1870375" y="5055125"/>
              <a:ext cx="12400" cy="12525"/>
            </a:xfrm>
            <a:custGeom>
              <a:rect b="b" l="l" r="r" t="t"/>
              <a:pathLst>
                <a:path extrusionOk="0" h="501" w="496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7" y="501"/>
                    <a:pt x="496" y="387"/>
                    <a:pt x="496" y="250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32"/>
            <p:cNvSpPr/>
            <p:nvPr/>
          </p:nvSpPr>
          <p:spPr>
            <a:xfrm>
              <a:off x="1962150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88" y="501"/>
                    <a:pt x="502" y="387"/>
                    <a:pt x="502" y="250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32"/>
            <p:cNvSpPr/>
            <p:nvPr/>
          </p:nvSpPr>
          <p:spPr>
            <a:xfrm>
              <a:off x="2054075" y="5055125"/>
              <a:ext cx="12425" cy="12525"/>
            </a:xfrm>
            <a:custGeom>
              <a:rect b="b" l="l" r="r" t="t"/>
              <a:pathLst>
                <a:path extrusionOk="0" h="501" w="497">
                  <a:moveTo>
                    <a:pt x="252" y="0"/>
                  </a:moveTo>
                  <a:cubicBezTo>
                    <a:pt x="109" y="0"/>
                    <a:pt x="1" y="114"/>
                    <a:pt x="1" y="250"/>
                  </a:cubicBezTo>
                  <a:cubicBezTo>
                    <a:pt x="1" y="387"/>
                    <a:pt x="109" y="501"/>
                    <a:pt x="252" y="501"/>
                  </a:cubicBezTo>
                  <a:cubicBezTo>
                    <a:pt x="388" y="501"/>
                    <a:pt x="496" y="387"/>
                    <a:pt x="496" y="250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32"/>
            <p:cNvSpPr/>
            <p:nvPr/>
          </p:nvSpPr>
          <p:spPr>
            <a:xfrm>
              <a:off x="21458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32"/>
            <p:cNvSpPr/>
            <p:nvPr/>
          </p:nvSpPr>
          <p:spPr>
            <a:xfrm>
              <a:off x="2237800" y="5055125"/>
              <a:ext cx="12350" cy="12525"/>
            </a:xfrm>
            <a:custGeom>
              <a:rect b="b" l="l" r="r" t="t"/>
              <a:pathLst>
                <a:path extrusionOk="0" h="501" w="494">
                  <a:moveTo>
                    <a:pt x="244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4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32"/>
            <p:cNvSpPr/>
            <p:nvPr/>
          </p:nvSpPr>
          <p:spPr>
            <a:xfrm>
              <a:off x="23295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2" y="387"/>
                    <a:pt x="502" y="250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32"/>
            <p:cNvSpPr/>
            <p:nvPr/>
          </p:nvSpPr>
          <p:spPr>
            <a:xfrm>
              <a:off x="2421325" y="5055125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50" y="0"/>
                  </a:moveTo>
                  <a:cubicBezTo>
                    <a:pt x="114" y="0"/>
                    <a:pt x="1" y="114"/>
                    <a:pt x="1" y="250"/>
                  </a:cubicBezTo>
                  <a:cubicBezTo>
                    <a:pt x="1" y="387"/>
                    <a:pt x="114" y="501"/>
                    <a:pt x="250" y="501"/>
                  </a:cubicBezTo>
                  <a:cubicBezTo>
                    <a:pt x="395" y="501"/>
                    <a:pt x="501" y="387"/>
                    <a:pt x="501" y="250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32"/>
            <p:cNvSpPr/>
            <p:nvPr/>
          </p:nvSpPr>
          <p:spPr>
            <a:xfrm>
              <a:off x="251325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09" y="0"/>
                    <a:pt x="0" y="114"/>
                    <a:pt x="0" y="250"/>
                  </a:cubicBezTo>
                  <a:cubicBezTo>
                    <a:pt x="0" y="387"/>
                    <a:pt x="109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32"/>
            <p:cNvSpPr/>
            <p:nvPr/>
          </p:nvSpPr>
          <p:spPr>
            <a:xfrm>
              <a:off x="2605000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0" y="114"/>
                    <a:pt x="0" y="250"/>
                  </a:cubicBezTo>
                  <a:cubicBezTo>
                    <a:pt x="0" y="387"/>
                    <a:pt x="116" y="501"/>
                    <a:pt x="252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32"/>
            <p:cNvSpPr/>
            <p:nvPr/>
          </p:nvSpPr>
          <p:spPr>
            <a:xfrm>
              <a:off x="26969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2" y="0"/>
                  </a:moveTo>
                  <a:cubicBezTo>
                    <a:pt x="108" y="0"/>
                    <a:pt x="1" y="114"/>
                    <a:pt x="1" y="250"/>
                  </a:cubicBezTo>
                  <a:cubicBezTo>
                    <a:pt x="1" y="387"/>
                    <a:pt x="108" y="501"/>
                    <a:pt x="252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32"/>
            <p:cNvSpPr/>
            <p:nvPr/>
          </p:nvSpPr>
          <p:spPr>
            <a:xfrm>
              <a:off x="2788700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32"/>
            <p:cNvSpPr/>
            <p:nvPr/>
          </p:nvSpPr>
          <p:spPr>
            <a:xfrm>
              <a:off x="28806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43" y="501"/>
                  </a:cubicBezTo>
                  <a:cubicBezTo>
                    <a:pt x="387" y="501"/>
                    <a:pt x="494" y="387"/>
                    <a:pt x="494" y="250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32"/>
            <p:cNvSpPr/>
            <p:nvPr/>
          </p:nvSpPr>
          <p:spPr>
            <a:xfrm>
              <a:off x="297242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1" y="0"/>
                  </a:moveTo>
                  <a:cubicBezTo>
                    <a:pt x="115" y="0"/>
                    <a:pt x="0" y="114"/>
                    <a:pt x="0" y="250"/>
                  </a:cubicBezTo>
                  <a:cubicBezTo>
                    <a:pt x="0" y="387"/>
                    <a:pt x="115" y="501"/>
                    <a:pt x="251" y="501"/>
                  </a:cubicBezTo>
                  <a:cubicBezTo>
                    <a:pt x="387" y="501"/>
                    <a:pt x="503" y="387"/>
                    <a:pt x="503" y="250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32"/>
            <p:cNvSpPr/>
            <p:nvPr/>
          </p:nvSpPr>
          <p:spPr>
            <a:xfrm>
              <a:off x="3064375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43" y="0"/>
                  </a:moveTo>
                  <a:cubicBezTo>
                    <a:pt x="107" y="0"/>
                    <a:pt x="1" y="114"/>
                    <a:pt x="1" y="250"/>
                  </a:cubicBezTo>
                  <a:cubicBezTo>
                    <a:pt x="1" y="387"/>
                    <a:pt x="107" y="501"/>
                    <a:pt x="243" y="501"/>
                  </a:cubicBezTo>
                  <a:cubicBezTo>
                    <a:pt x="388" y="501"/>
                    <a:pt x="495" y="387"/>
                    <a:pt x="495" y="250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32"/>
            <p:cNvSpPr/>
            <p:nvPr/>
          </p:nvSpPr>
          <p:spPr>
            <a:xfrm>
              <a:off x="315612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32"/>
            <p:cNvSpPr/>
            <p:nvPr/>
          </p:nvSpPr>
          <p:spPr>
            <a:xfrm>
              <a:off x="3247875" y="5055125"/>
              <a:ext cx="12575" cy="12525"/>
            </a:xfrm>
            <a:custGeom>
              <a:rect b="b" l="l" r="r" t="t"/>
              <a:pathLst>
                <a:path extrusionOk="0" h="501" w="503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32"/>
            <p:cNvSpPr/>
            <p:nvPr/>
          </p:nvSpPr>
          <p:spPr>
            <a:xfrm>
              <a:off x="3339850" y="50551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1" y="501"/>
                  </a:cubicBezTo>
                  <a:cubicBezTo>
                    <a:pt x="387" y="501"/>
                    <a:pt x="501" y="387"/>
                    <a:pt x="501" y="250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32"/>
            <p:cNvSpPr/>
            <p:nvPr/>
          </p:nvSpPr>
          <p:spPr>
            <a:xfrm>
              <a:off x="3431575" y="5055125"/>
              <a:ext cx="12600" cy="12525"/>
            </a:xfrm>
            <a:custGeom>
              <a:rect b="b" l="l" r="r" t="t"/>
              <a:pathLst>
                <a:path extrusionOk="0" h="501" w="504">
                  <a:moveTo>
                    <a:pt x="252" y="0"/>
                  </a:moveTo>
                  <a:cubicBezTo>
                    <a:pt x="116" y="0"/>
                    <a:pt x="1" y="114"/>
                    <a:pt x="1" y="250"/>
                  </a:cubicBezTo>
                  <a:cubicBezTo>
                    <a:pt x="1" y="387"/>
                    <a:pt x="116" y="501"/>
                    <a:pt x="252" y="501"/>
                  </a:cubicBezTo>
                  <a:cubicBezTo>
                    <a:pt x="388" y="501"/>
                    <a:pt x="503" y="387"/>
                    <a:pt x="503" y="250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32"/>
            <p:cNvSpPr/>
            <p:nvPr/>
          </p:nvSpPr>
          <p:spPr>
            <a:xfrm>
              <a:off x="3523550" y="5055125"/>
              <a:ext cx="12375" cy="12525"/>
            </a:xfrm>
            <a:custGeom>
              <a:rect b="b" l="l" r="r" t="t"/>
              <a:pathLst>
                <a:path extrusionOk="0" h="501" w="495">
                  <a:moveTo>
                    <a:pt x="250" y="0"/>
                  </a:moveTo>
                  <a:cubicBezTo>
                    <a:pt x="107" y="0"/>
                    <a:pt x="0" y="114"/>
                    <a:pt x="0" y="250"/>
                  </a:cubicBezTo>
                  <a:cubicBezTo>
                    <a:pt x="0" y="387"/>
                    <a:pt x="107" y="501"/>
                    <a:pt x="250" y="501"/>
                  </a:cubicBezTo>
                  <a:cubicBezTo>
                    <a:pt x="388" y="501"/>
                    <a:pt x="494" y="387"/>
                    <a:pt x="494" y="250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32"/>
            <p:cNvSpPr/>
            <p:nvPr/>
          </p:nvSpPr>
          <p:spPr>
            <a:xfrm>
              <a:off x="6764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32"/>
            <p:cNvSpPr/>
            <p:nvPr/>
          </p:nvSpPr>
          <p:spPr>
            <a:xfrm>
              <a:off x="76832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45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32"/>
            <p:cNvSpPr/>
            <p:nvPr/>
          </p:nvSpPr>
          <p:spPr>
            <a:xfrm>
              <a:off x="860125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32"/>
            <p:cNvSpPr/>
            <p:nvPr/>
          </p:nvSpPr>
          <p:spPr>
            <a:xfrm>
              <a:off x="9518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32"/>
            <p:cNvSpPr/>
            <p:nvPr/>
          </p:nvSpPr>
          <p:spPr>
            <a:xfrm>
              <a:off x="104382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32"/>
            <p:cNvSpPr/>
            <p:nvPr/>
          </p:nvSpPr>
          <p:spPr>
            <a:xfrm>
              <a:off x="11355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32"/>
            <p:cNvSpPr/>
            <p:nvPr/>
          </p:nvSpPr>
          <p:spPr>
            <a:xfrm>
              <a:off x="1227500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1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1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32"/>
            <p:cNvSpPr/>
            <p:nvPr/>
          </p:nvSpPr>
          <p:spPr>
            <a:xfrm>
              <a:off x="131927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32"/>
            <p:cNvSpPr/>
            <p:nvPr/>
          </p:nvSpPr>
          <p:spPr>
            <a:xfrm>
              <a:off x="1411200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45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45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32"/>
            <p:cNvSpPr/>
            <p:nvPr/>
          </p:nvSpPr>
          <p:spPr>
            <a:xfrm>
              <a:off x="150300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0" y="1"/>
                  </a:moveTo>
                  <a:cubicBezTo>
                    <a:pt x="114" y="1"/>
                    <a:pt x="0" y="109"/>
                    <a:pt x="0" y="245"/>
                  </a:cubicBezTo>
                  <a:cubicBezTo>
                    <a:pt x="0" y="388"/>
                    <a:pt x="114" y="496"/>
                    <a:pt x="250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32"/>
            <p:cNvSpPr/>
            <p:nvPr/>
          </p:nvSpPr>
          <p:spPr>
            <a:xfrm>
              <a:off x="15947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94" y="496"/>
                    <a:pt x="503" y="388"/>
                    <a:pt x="503" y="245"/>
                  </a:cubicBezTo>
                  <a:cubicBezTo>
                    <a:pt x="503" y="109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32"/>
            <p:cNvSpPr/>
            <p:nvPr/>
          </p:nvSpPr>
          <p:spPr>
            <a:xfrm>
              <a:off x="168665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32"/>
            <p:cNvSpPr/>
            <p:nvPr/>
          </p:nvSpPr>
          <p:spPr>
            <a:xfrm>
              <a:off x="17784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2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2" y="496"/>
                  </a:cubicBezTo>
                  <a:cubicBezTo>
                    <a:pt x="388" y="496"/>
                    <a:pt x="501" y="388"/>
                    <a:pt x="501" y="245"/>
                  </a:cubicBezTo>
                  <a:cubicBezTo>
                    <a:pt x="501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32"/>
            <p:cNvSpPr/>
            <p:nvPr/>
          </p:nvSpPr>
          <p:spPr>
            <a:xfrm>
              <a:off x="1870375" y="5147025"/>
              <a:ext cx="12400" cy="12425"/>
            </a:xfrm>
            <a:custGeom>
              <a:rect b="b" l="l" r="r" t="t"/>
              <a:pathLst>
                <a:path extrusionOk="0" h="497" w="496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7" y="496"/>
                    <a:pt x="496" y="388"/>
                    <a:pt x="496" y="245"/>
                  </a:cubicBezTo>
                  <a:cubicBezTo>
                    <a:pt x="496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32"/>
            <p:cNvSpPr/>
            <p:nvPr/>
          </p:nvSpPr>
          <p:spPr>
            <a:xfrm>
              <a:off x="1962150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88" y="496"/>
                    <a:pt x="502" y="388"/>
                    <a:pt x="502" y="245"/>
                  </a:cubicBezTo>
                  <a:cubicBezTo>
                    <a:pt x="502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32"/>
            <p:cNvSpPr/>
            <p:nvPr/>
          </p:nvSpPr>
          <p:spPr>
            <a:xfrm>
              <a:off x="2054075" y="5147025"/>
              <a:ext cx="12425" cy="12425"/>
            </a:xfrm>
            <a:custGeom>
              <a:rect b="b" l="l" r="r" t="t"/>
              <a:pathLst>
                <a:path extrusionOk="0" h="497" w="497">
                  <a:moveTo>
                    <a:pt x="252" y="1"/>
                  </a:moveTo>
                  <a:cubicBezTo>
                    <a:pt x="109" y="1"/>
                    <a:pt x="1" y="109"/>
                    <a:pt x="1" y="245"/>
                  </a:cubicBezTo>
                  <a:cubicBezTo>
                    <a:pt x="1" y="388"/>
                    <a:pt x="109" y="496"/>
                    <a:pt x="252" y="496"/>
                  </a:cubicBezTo>
                  <a:cubicBezTo>
                    <a:pt x="388" y="496"/>
                    <a:pt x="496" y="388"/>
                    <a:pt x="496" y="245"/>
                  </a:cubicBezTo>
                  <a:cubicBezTo>
                    <a:pt x="496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32"/>
            <p:cNvSpPr/>
            <p:nvPr/>
          </p:nvSpPr>
          <p:spPr>
            <a:xfrm>
              <a:off x="21458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32"/>
            <p:cNvSpPr/>
            <p:nvPr/>
          </p:nvSpPr>
          <p:spPr>
            <a:xfrm>
              <a:off x="2237800" y="5147025"/>
              <a:ext cx="12350" cy="12425"/>
            </a:xfrm>
            <a:custGeom>
              <a:rect b="b" l="l" r="r" t="t"/>
              <a:pathLst>
                <a:path extrusionOk="0" h="497" w="494">
                  <a:moveTo>
                    <a:pt x="244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4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32"/>
            <p:cNvSpPr/>
            <p:nvPr/>
          </p:nvSpPr>
          <p:spPr>
            <a:xfrm>
              <a:off x="23295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2" y="388"/>
                    <a:pt x="502" y="245"/>
                  </a:cubicBezTo>
                  <a:cubicBezTo>
                    <a:pt x="502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32"/>
            <p:cNvSpPr/>
            <p:nvPr/>
          </p:nvSpPr>
          <p:spPr>
            <a:xfrm>
              <a:off x="2421325" y="5147025"/>
              <a:ext cx="12550" cy="12425"/>
            </a:xfrm>
            <a:custGeom>
              <a:rect b="b" l="l" r="r" t="t"/>
              <a:pathLst>
                <a:path extrusionOk="0" h="497" w="502">
                  <a:moveTo>
                    <a:pt x="250" y="1"/>
                  </a:moveTo>
                  <a:cubicBezTo>
                    <a:pt x="114" y="1"/>
                    <a:pt x="1" y="109"/>
                    <a:pt x="1" y="245"/>
                  </a:cubicBezTo>
                  <a:cubicBezTo>
                    <a:pt x="1" y="388"/>
                    <a:pt x="114" y="496"/>
                    <a:pt x="250" y="496"/>
                  </a:cubicBezTo>
                  <a:cubicBezTo>
                    <a:pt x="395" y="496"/>
                    <a:pt x="501" y="388"/>
                    <a:pt x="501" y="245"/>
                  </a:cubicBezTo>
                  <a:cubicBezTo>
                    <a:pt x="501" y="109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32"/>
            <p:cNvSpPr/>
            <p:nvPr/>
          </p:nvSpPr>
          <p:spPr>
            <a:xfrm>
              <a:off x="251325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09" y="1"/>
                    <a:pt x="0" y="109"/>
                    <a:pt x="0" y="245"/>
                  </a:cubicBezTo>
                  <a:cubicBezTo>
                    <a:pt x="0" y="388"/>
                    <a:pt x="109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32"/>
            <p:cNvSpPr/>
            <p:nvPr/>
          </p:nvSpPr>
          <p:spPr>
            <a:xfrm>
              <a:off x="2605000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0" y="109"/>
                    <a:pt x="0" y="245"/>
                  </a:cubicBezTo>
                  <a:cubicBezTo>
                    <a:pt x="0" y="388"/>
                    <a:pt x="116" y="496"/>
                    <a:pt x="252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32"/>
            <p:cNvSpPr/>
            <p:nvPr/>
          </p:nvSpPr>
          <p:spPr>
            <a:xfrm>
              <a:off x="26969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2" y="1"/>
                  </a:moveTo>
                  <a:cubicBezTo>
                    <a:pt x="108" y="1"/>
                    <a:pt x="1" y="109"/>
                    <a:pt x="1" y="245"/>
                  </a:cubicBezTo>
                  <a:cubicBezTo>
                    <a:pt x="1" y="388"/>
                    <a:pt x="108" y="496"/>
                    <a:pt x="252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32"/>
            <p:cNvSpPr/>
            <p:nvPr/>
          </p:nvSpPr>
          <p:spPr>
            <a:xfrm>
              <a:off x="2788700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32"/>
            <p:cNvSpPr/>
            <p:nvPr/>
          </p:nvSpPr>
          <p:spPr>
            <a:xfrm>
              <a:off x="28806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43" y="496"/>
                  </a:cubicBezTo>
                  <a:cubicBezTo>
                    <a:pt x="387" y="496"/>
                    <a:pt x="494" y="388"/>
                    <a:pt x="494" y="245"/>
                  </a:cubicBezTo>
                  <a:cubicBezTo>
                    <a:pt x="494" y="109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32"/>
            <p:cNvSpPr/>
            <p:nvPr/>
          </p:nvSpPr>
          <p:spPr>
            <a:xfrm>
              <a:off x="297242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1" y="1"/>
                  </a:moveTo>
                  <a:cubicBezTo>
                    <a:pt x="115" y="1"/>
                    <a:pt x="0" y="109"/>
                    <a:pt x="0" y="245"/>
                  </a:cubicBezTo>
                  <a:cubicBezTo>
                    <a:pt x="0" y="388"/>
                    <a:pt x="115" y="496"/>
                    <a:pt x="251" y="496"/>
                  </a:cubicBezTo>
                  <a:cubicBezTo>
                    <a:pt x="387" y="496"/>
                    <a:pt x="503" y="388"/>
                    <a:pt x="503" y="245"/>
                  </a:cubicBezTo>
                  <a:cubicBezTo>
                    <a:pt x="503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32"/>
            <p:cNvSpPr/>
            <p:nvPr/>
          </p:nvSpPr>
          <p:spPr>
            <a:xfrm>
              <a:off x="3064375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43" y="1"/>
                  </a:moveTo>
                  <a:cubicBezTo>
                    <a:pt x="107" y="1"/>
                    <a:pt x="1" y="109"/>
                    <a:pt x="1" y="245"/>
                  </a:cubicBezTo>
                  <a:cubicBezTo>
                    <a:pt x="1" y="388"/>
                    <a:pt x="107" y="496"/>
                    <a:pt x="243" y="496"/>
                  </a:cubicBezTo>
                  <a:cubicBezTo>
                    <a:pt x="388" y="496"/>
                    <a:pt x="495" y="388"/>
                    <a:pt x="495" y="245"/>
                  </a:cubicBezTo>
                  <a:cubicBezTo>
                    <a:pt x="495" y="109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32"/>
            <p:cNvSpPr/>
            <p:nvPr/>
          </p:nvSpPr>
          <p:spPr>
            <a:xfrm>
              <a:off x="315612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32"/>
            <p:cNvSpPr/>
            <p:nvPr/>
          </p:nvSpPr>
          <p:spPr>
            <a:xfrm>
              <a:off x="3247875" y="5147025"/>
              <a:ext cx="12575" cy="12425"/>
            </a:xfrm>
            <a:custGeom>
              <a:rect b="b" l="l" r="r" t="t"/>
              <a:pathLst>
                <a:path extrusionOk="0" h="497" w="503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32"/>
            <p:cNvSpPr/>
            <p:nvPr/>
          </p:nvSpPr>
          <p:spPr>
            <a:xfrm>
              <a:off x="3339850" y="5147025"/>
              <a:ext cx="12525" cy="12425"/>
            </a:xfrm>
            <a:custGeom>
              <a:rect b="b" l="l" r="r" t="t"/>
              <a:pathLst>
                <a:path extrusionOk="0" h="497" w="501">
                  <a:moveTo>
                    <a:pt x="251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1" y="496"/>
                  </a:cubicBezTo>
                  <a:cubicBezTo>
                    <a:pt x="387" y="496"/>
                    <a:pt x="501" y="388"/>
                    <a:pt x="501" y="245"/>
                  </a:cubicBezTo>
                  <a:cubicBezTo>
                    <a:pt x="501" y="109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32"/>
            <p:cNvSpPr/>
            <p:nvPr/>
          </p:nvSpPr>
          <p:spPr>
            <a:xfrm>
              <a:off x="3431575" y="5147025"/>
              <a:ext cx="12600" cy="12425"/>
            </a:xfrm>
            <a:custGeom>
              <a:rect b="b" l="l" r="r" t="t"/>
              <a:pathLst>
                <a:path extrusionOk="0" h="497" w="504">
                  <a:moveTo>
                    <a:pt x="252" y="1"/>
                  </a:moveTo>
                  <a:cubicBezTo>
                    <a:pt x="116" y="1"/>
                    <a:pt x="1" y="109"/>
                    <a:pt x="1" y="245"/>
                  </a:cubicBezTo>
                  <a:cubicBezTo>
                    <a:pt x="1" y="388"/>
                    <a:pt x="116" y="496"/>
                    <a:pt x="252" y="496"/>
                  </a:cubicBezTo>
                  <a:cubicBezTo>
                    <a:pt x="388" y="496"/>
                    <a:pt x="503" y="388"/>
                    <a:pt x="503" y="245"/>
                  </a:cubicBezTo>
                  <a:cubicBezTo>
                    <a:pt x="503" y="109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32"/>
            <p:cNvSpPr/>
            <p:nvPr/>
          </p:nvSpPr>
          <p:spPr>
            <a:xfrm>
              <a:off x="3523550" y="5147025"/>
              <a:ext cx="12375" cy="12425"/>
            </a:xfrm>
            <a:custGeom>
              <a:rect b="b" l="l" r="r" t="t"/>
              <a:pathLst>
                <a:path extrusionOk="0" h="497" w="495">
                  <a:moveTo>
                    <a:pt x="250" y="1"/>
                  </a:moveTo>
                  <a:cubicBezTo>
                    <a:pt x="107" y="1"/>
                    <a:pt x="0" y="109"/>
                    <a:pt x="0" y="245"/>
                  </a:cubicBezTo>
                  <a:cubicBezTo>
                    <a:pt x="0" y="388"/>
                    <a:pt x="107" y="496"/>
                    <a:pt x="250" y="496"/>
                  </a:cubicBezTo>
                  <a:cubicBezTo>
                    <a:pt x="388" y="496"/>
                    <a:pt x="494" y="388"/>
                    <a:pt x="494" y="245"/>
                  </a:cubicBezTo>
                  <a:cubicBezTo>
                    <a:pt x="494" y="109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32"/>
            <p:cNvSpPr/>
            <p:nvPr/>
          </p:nvSpPr>
          <p:spPr>
            <a:xfrm>
              <a:off x="6764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32"/>
            <p:cNvSpPr/>
            <p:nvPr/>
          </p:nvSpPr>
          <p:spPr>
            <a:xfrm>
              <a:off x="76832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45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32"/>
            <p:cNvSpPr/>
            <p:nvPr/>
          </p:nvSpPr>
          <p:spPr>
            <a:xfrm>
              <a:off x="860125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32"/>
            <p:cNvSpPr/>
            <p:nvPr/>
          </p:nvSpPr>
          <p:spPr>
            <a:xfrm>
              <a:off x="9518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32"/>
            <p:cNvSpPr/>
            <p:nvPr/>
          </p:nvSpPr>
          <p:spPr>
            <a:xfrm>
              <a:off x="104382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32"/>
            <p:cNvSpPr/>
            <p:nvPr/>
          </p:nvSpPr>
          <p:spPr>
            <a:xfrm>
              <a:off x="11355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32"/>
            <p:cNvSpPr/>
            <p:nvPr/>
          </p:nvSpPr>
          <p:spPr>
            <a:xfrm>
              <a:off x="1227500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1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1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32"/>
            <p:cNvSpPr/>
            <p:nvPr/>
          </p:nvSpPr>
          <p:spPr>
            <a:xfrm>
              <a:off x="131927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32"/>
            <p:cNvSpPr/>
            <p:nvPr/>
          </p:nvSpPr>
          <p:spPr>
            <a:xfrm>
              <a:off x="1411200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45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45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45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32"/>
            <p:cNvSpPr/>
            <p:nvPr/>
          </p:nvSpPr>
          <p:spPr>
            <a:xfrm>
              <a:off x="150300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0" y="1"/>
                  </a:moveTo>
                  <a:cubicBezTo>
                    <a:pt x="114" y="1"/>
                    <a:pt x="0" y="116"/>
                    <a:pt x="0" y="252"/>
                  </a:cubicBezTo>
                  <a:cubicBezTo>
                    <a:pt x="0" y="388"/>
                    <a:pt x="114" y="503"/>
                    <a:pt x="250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32"/>
            <p:cNvSpPr/>
            <p:nvPr/>
          </p:nvSpPr>
          <p:spPr>
            <a:xfrm>
              <a:off x="15947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94" y="503"/>
                    <a:pt x="503" y="388"/>
                    <a:pt x="503" y="252"/>
                  </a:cubicBezTo>
                  <a:cubicBezTo>
                    <a:pt x="503" y="116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32"/>
            <p:cNvSpPr/>
            <p:nvPr/>
          </p:nvSpPr>
          <p:spPr>
            <a:xfrm>
              <a:off x="168665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32"/>
            <p:cNvSpPr/>
            <p:nvPr/>
          </p:nvSpPr>
          <p:spPr>
            <a:xfrm>
              <a:off x="17784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2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2" y="503"/>
                  </a:cubicBezTo>
                  <a:cubicBezTo>
                    <a:pt x="388" y="503"/>
                    <a:pt x="501" y="388"/>
                    <a:pt x="501" y="252"/>
                  </a:cubicBezTo>
                  <a:cubicBezTo>
                    <a:pt x="501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32"/>
            <p:cNvSpPr/>
            <p:nvPr/>
          </p:nvSpPr>
          <p:spPr>
            <a:xfrm>
              <a:off x="1870375" y="5238775"/>
              <a:ext cx="12400" cy="12600"/>
            </a:xfrm>
            <a:custGeom>
              <a:rect b="b" l="l" r="r" t="t"/>
              <a:pathLst>
                <a:path extrusionOk="0" h="504" w="496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7" y="503"/>
                    <a:pt x="496" y="388"/>
                    <a:pt x="496" y="252"/>
                  </a:cubicBezTo>
                  <a:cubicBezTo>
                    <a:pt x="496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32"/>
            <p:cNvSpPr/>
            <p:nvPr/>
          </p:nvSpPr>
          <p:spPr>
            <a:xfrm>
              <a:off x="1962150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88" y="503"/>
                    <a:pt x="502" y="388"/>
                    <a:pt x="502" y="252"/>
                  </a:cubicBezTo>
                  <a:cubicBezTo>
                    <a:pt x="502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32"/>
            <p:cNvSpPr/>
            <p:nvPr/>
          </p:nvSpPr>
          <p:spPr>
            <a:xfrm>
              <a:off x="2054075" y="5238775"/>
              <a:ext cx="12425" cy="12600"/>
            </a:xfrm>
            <a:custGeom>
              <a:rect b="b" l="l" r="r" t="t"/>
              <a:pathLst>
                <a:path extrusionOk="0" h="504" w="497">
                  <a:moveTo>
                    <a:pt x="252" y="1"/>
                  </a:moveTo>
                  <a:cubicBezTo>
                    <a:pt x="109" y="1"/>
                    <a:pt x="1" y="116"/>
                    <a:pt x="1" y="252"/>
                  </a:cubicBezTo>
                  <a:cubicBezTo>
                    <a:pt x="1" y="388"/>
                    <a:pt x="109" y="503"/>
                    <a:pt x="252" y="503"/>
                  </a:cubicBezTo>
                  <a:cubicBezTo>
                    <a:pt x="388" y="503"/>
                    <a:pt x="496" y="388"/>
                    <a:pt x="496" y="252"/>
                  </a:cubicBezTo>
                  <a:cubicBezTo>
                    <a:pt x="496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32"/>
            <p:cNvSpPr/>
            <p:nvPr/>
          </p:nvSpPr>
          <p:spPr>
            <a:xfrm>
              <a:off x="21458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32"/>
            <p:cNvSpPr/>
            <p:nvPr/>
          </p:nvSpPr>
          <p:spPr>
            <a:xfrm>
              <a:off x="2237800" y="5238775"/>
              <a:ext cx="12350" cy="12600"/>
            </a:xfrm>
            <a:custGeom>
              <a:rect b="b" l="l" r="r" t="t"/>
              <a:pathLst>
                <a:path extrusionOk="0" h="504" w="494">
                  <a:moveTo>
                    <a:pt x="244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4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4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32"/>
            <p:cNvSpPr/>
            <p:nvPr/>
          </p:nvSpPr>
          <p:spPr>
            <a:xfrm>
              <a:off x="23295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2" y="388"/>
                    <a:pt x="502" y="252"/>
                  </a:cubicBezTo>
                  <a:cubicBezTo>
                    <a:pt x="502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32"/>
            <p:cNvSpPr/>
            <p:nvPr/>
          </p:nvSpPr>
          <p:spPr>
            <a:xfrm>
              <a:off x="2421325" y="5238775"/>
              <a:ext cx="12550" cy="12600"/>
            </a:xfrm>
            <a:custGeom>
              <a:rect b="b" l="l" r="r" t="t"/>
              <a:pathLst>
                <a:path extrusionOk="0" h="504" w="502">
                  <a:moveTo>
                    <a:pt x="250" y="1"/>
                  </a:moveTo>
                  <a:cubicBezTo>
                    <a:pt x="114" y="1"/>
                    <a:pt x="1" y="116"/>
                    <a:pt x="1" y="252"/>
                  </a:cubicBezTo>
                  <a:cubicBezTo>
                    <a:pt x="1" y="388"/>
                    <a:pt x="114" y="503"/>
                    <a:pt x="250" y="503"/>
                  </a:cubicBezTo>
                  <a:cubicBezTo>
                    <a:pt x="395" y="503"/>
                    <a:pt x="501" y="388"/>
                    <a:pt x="501" y="252"/>
                  </a:cubicBezTo>
                  <a:cubicBezTo>
                    <a:pt x="501" y="116"/>
                    <a:pt x="395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32"/>
            <p:cNvSpPr/>
            <p:nvPr/>
          </p:nvSpPr>
          <p:spPr>
            <a:xfrm>
              <a:off x="251325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09" y="1"/>
                    <a:pt x="0" y="116"/>
                    <a:pt x="0" y="252"/>
                  </a:cubicBezTo>
                  <a:cubicBezTo>
                    <a:pt x="0" y="388"/>
                    <a:pt x="109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32"/>
            <p:cNvSpPr/>
            <p:nvPr/>
          </p:nvSpPr>
          <p:spPr>
            <a:xfrm>
              <a:off x="2605000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0" y="116"/>
                    <a:pt x="0" y="252"/>
                  </a:cubicBezTo>
                  <a:cubicBezTo>
                    <a:pt x="0" y="388"/>
                    <a:pt x="116" y="503"/>
                    <a:pt x="252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32"/>
            <p:cNvSpPr/>
            <p:nvPr/>
          </p:nvSpPr>
          <p:spPr>
            <a:xfrm>
              <a:off x="26969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2" y="1"/>
                  </a:moveTo>
                  <a:cubicBezTo>
                    <a:pt x="108" y="1"/>
                    <a:pt x="1" y="116"/>
                    <a:pt x="1" y="252"/>
                  </a:cubicBezTo>
                  <a:cubicBezTo>
                    <a:pt x="1" y="388"/>
                    <a:pt x="108" y="503"/>
                    <a:pt x="252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32"/>
            <p:cNvSpPr/>
            <p:nvPr/>
          </p:nvSpPr>
          <p:spPr>
            <a:xfrm>
              <a:off x="2788700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32"/>
            <p:cNvSpPr/>
            <p:nvPr/>
          </p:nvSpPr>
          <p:spPr>
            <a:xfrm>
              <a:off x="28806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43" y="503"/>
                  </a:cubicBezTo>
                  <a:cubicBezTo>
                    <a:pt x="387" y="503"/>
                    <a:pt x="494" y="388"/>
                    <a:pt x="494" y="252"/>
                  </a:cubicBezTo>
                  <a:cubicBezTo>
                    <a:pt x="494" y="116"/>
                    <a:pt x="387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32"/>
            <p:cNvSpPr/>
            <p:nvPr/>
          </p:nvSpPr>
          <p:spPr>
            <a:xfrm>
              <a:off x="297242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1" y="1"/>
                  </a:moveTo>
                  <a:cubicBezTo>
                    <a:pt x="115" y="1"/>
                    <a:pt x="0" y="116"/>
                    <a:pt x="0" y="252"/>
                  </a:cubicBezTo>
                  <a:cubicBezTo>
                    <a:pt x="0" y="388"/>
                    <a:pt x="115" y="503"/>
                    <a:pt x="251" y="503"/>
                  </a:cubicBezTo>
                  <a:cubicBezTo>
                    <a:pt x="387" y="503"/>
                    <a:pt x="503" y="388"/>
                    <a:pt x="503" y="252"/>
                  </a:cubicBezTo>
                  <a:cubicBezTo>
                    <a:pt x="503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32"/>
            <p:cNvSpPr/>
            <p:nvPr/>
          </p:nvSpPr>
          <p:spPr>
            <a:xfrm>
              <a:off x="3064375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43" y="1"/>
                  </a:moveTo>
                  <a:cubicBezTo>
                    <a:pt x="107" y="1"/>
                    <a:pt x="1" y="116"/>
                    <a:pt x="1" y="252"/>
                  </a:cubicBezTo>
                  <a:cubicBezTo>
                    <a:pt x="1" y="388"/>
                    <a:pt x="107" y="503"/>
                    <a:pt x="243" y="503"/>
                  </a:cubicBezTo>
                  <a:cubicBezTo>
                    <a:pt x="388" y="503"/>
                    <a:pt x="495" y="388"/>
                    <a:pt x="495" y="252"/>
                  </a:cubicBezTo>
                  <a:cubicBezTo>
                    <a:pt x="495" y="116"/>
                    <a:pt x="388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32"/>
            <p:cNvSpPr/>
            <p:nvPr/>
          </p:nvSpPr>
          <p:spPr>
            <a:xfrm>
              <a:off x="315612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32"/>
            <p:cNvSpPr/>
            <p:nvPr/>
          </p:nvSpPr>
          <p:spPr>
            <a:xfrm>
              <a:off x="3247875" y="5238775"/>
              <a:ext cx="12575" cy="12600"/>
            </a:xfrm>
            <a:custGeom>
              <a:rect b="b" l="l" r="r" t="t"/>
              <a:pathLst>
                <a:path extrusionOk="0" h="504" w="503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32"/>
            <p:cNvSpPr/>
            <p:nvPr/>
          </p:nvSpPr>
          <p:spPr>
            <a:xfrm>
              <a:off x="3339850" y="5238775"/>
              <a:ext cx="12525" cy="12600"/>
            </a:xfrm>
            <a:custGeom>
              <a:rect b="b" l="l" r="r" t="t"/>
              <a:pathLst>
                <a:path extrusionOk="0" h="504" w="501">
                  <a:moveTo>
                    <a:pt x="251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1" y="503"/>
                  </a:cubicBezTo>
                  <a:cubicBezTo>
                    <a:pt x="387" y="503"/>
                    <a:pt x="501" y="388"/>
                    <a:pt x="501" y="252"/>
                  </a:cubicBezTo>
                  <a:cubicBezTo>
                    <a:pt x="501" y="116"/>
                    <a:pt x="38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32"/>
            <p:cNvSpPr/>
            <p:nvPr/>
          </p:nvSpPr>
          <p:spPr>
            <a:xfrm>
              <a:off x="3431575" y="5238775"/>
              <a:ext cx="12600" cy="12600"/>
            </a:xfrm>
            <a:custGeom>
              <a:rect b="b" l="l" r="r" t="t"/>
              <a:pathLst>
                <a:path extrusionOk="0" h="504" w="504">
                  <a:moveTo>
                    <a:pt x="252" y="1"/>
                  </a:moveTo>
                  <a:cubicBezTo>
                    <a:pt x="116" y="1"/>
                    <a:pt x="1" y="116"/>
                    <a:pt x="1" y="252"/>
                  </a:cubicBezTo>
                  <a:cubicBezTo>
                    <a:pt x="1" y="388"/>
                    <a:pt x="116" y="503"/>
                    <a:pt x="252" y="503"/>
                  </a:cubicBezTo>
                  <a:cubicBezTo>
                    <a:pt x="388" y="503"/>
                    <a:pt x="503" y="388"/>
                    <a:pt x="503" y="252"/>
                  </a:cubicBezTo>
                  <a:cubicBezTo>
                    <a:pt x="503" y="116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32"/>
            <p:cNvSpPr/>
            <p:nvPr/>
          </p:nvSpPr>
          <p:spPr>
            <a:xfrm>
              <a:off x="3523550" y="5238775"/>
              <a:ext cx="12375" cy="12600"/>
            </a:xfrm>
            <a:custGeom>
              <a:rect b="b" l="l" r="r" t="t"/>
              <a:pathLst>
                <a:path extrusionOk="0" h="504" w="495">
                  <a:moveTo>
                    <a:pt x="250" y="1"/>
                  </a:moveTo>
                  <a:cubicBezTo>
                    <a:pt x="107" y="1"/>
                    <a:pt x="0" y="116"/>
                    <a:pt x="0" y="252"/>
                  </a:cubicBezTo>
                  <a:cubicBezTo>
                    <a:pt x="0" y="388"/>
                    <a:pt x="107" y="503"/>
                    <a:pt x="250" y="503"/>
                  </a:cubicBezTo>
                  <a:cubicBezTo>
                    <a:pt x="388" y="503"/>
                    <a:pt x="494" y="388"/>
                    <a:pt x="494" y="252"/>
                  </a:cubicBezTo>
                  <a:cubicBezTo>
                    <a:pt x="494" y="116"/>
                    <a:pt x="388" y="1"/>
                    <a:pt x="250" y="1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32"/>
            <p:cNvSpPr/>
            <p:nvPr/>
          </p:nvSpPr>
          <p:spPr>
            <a:xfrm>
              <a:off x="6764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32"/>
            <p:cNvSpPr/>
            <p:nvPr/>
          </p:nvSpPr>
          <p:spPr>
            <a:xfrm>
              <a:off x="76832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45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32"/>
            <p:cNvSpPr/>
            <p:nvPr/>
          </p:nvSpPr>
          <p:spPr>
            <a:xfrm>
              <a:off x="860125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32"/>
            <p:cNvSpPr/>
            <p:nvPr/>
          </p:nvSpPr>
          <p:spPr>
            <a:xfrm>
              <a:off x="9518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32"/>
            <p:cNvSpPr/>
            <p:nvPr/>
          </p:nvSpPr>
          <p:spPr>
            <a:xfrm>
              <a:off x="104382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32"/>
            <p:cNvSpPr/>
            <p:nvPr/>
          </p:nvSpPr>
          <p:spPr>
            <a:xfrm>
              <a:off x="11355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32"/>
            <p:cNvSpPr/>
            <p:nvPr/>
          </p:nvSpPr>
          <p:spPr>
            <a:xfrm>
              <a:off x="1227500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1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1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32"/>
            <p:cNvSpPr/>
            <p:nvPr/>
          </p:nvSpPr>
          <p:spPr>
            <a:xfrm>
              <a:off x="131927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32"/>
            <p:cNvSpPr/>
            <p:nvPr/>
          </p:nvSpPr>
          <p:spPr>
            <a:xfrm>
              <a:off x="1411200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45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45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32"/>
            <p:cNvSpPr/>
            <p:nvPr/>
          </p:nvSpPr>
          <p:spPr>
            <a:xfrm>
              <a:off x="150300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0" y="0"/>
                  </a:moveTo>
                  <a:cubicBezTo>
                    <a:pt x="114" y="0"/>
                    <a:pt x="0" y="114"/>
                    <a:pt x="0" y="252"/>
                  </a:cubicBezTo>
                  <a:cubicBezTo>
                    <a:pt x="0" y="388"/>
                    <a:pt x="114" y="501"/>
                    <a:pt x="250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32"/>
            <p:cNvSpPr/>
            <p:nvPr/>
          </p:nvSpPr>
          <p:spPr>
            <a:xfrm>
              <a:off x="15947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94" y="501"/>
                    <a:pt x="503" y="388"/>
                    <a:pt x="503" y="252"/>
                  </a:cubicBezTo>
                  <a:cubicBezTo>
                    <a:pt x="503" y="114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32"/>
            <p:cNvSpPr/>
            <p:nvPr/>
          </p:nvSpPr>
          <p:spPr>
            <a:xfrm>
              <a:off x="168665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32"/>
            <p:cNvSpPr/>
            <p:nvPr/>
          </p:nvSpPr>
          <p:spPr>
            <a:xfrm>
              <a:off x="17784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2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2" y="501"/>
                  </a:cubicBezTo>
                  <a:cubicBezTo>
                    <a:pt x="388" y="501"/>
                    <a:pt x="501" y="388"/>
                    <a:pt x="501" y="252"/>
                  </a:cubicBezTo>
                  <a:cubicBezTo>
                    <a:pt x="501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32"/>
            <p:cNvSpPr/>
            <p:nvPr/>
          </p:nvSpPr>
          <p:spPr>
            <a:xfrm>
              <a:off x="1870375" y="5330575"/>
              <a:ext cx="12400" cy="12550"/>
            </a:xfrm>
            <a:custGeom>
              <a:rect b="b" l="l" r="r" t="t"/>
              <a:pathLst>
                <a:path extrusionOk="0" h="502" w="496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7" y="501"/>
                    <a:pt x="496" y="388"/>
                    <a:pt x="496" y="252"/>
                  </a:cubicBezTo>
                  <a:cubicBezTo>
                    <a:pt x="496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32"/>
            <p:cNvSpPr/>
            <p:nvPr/>
          </p:nvSpPr>
          <p:spPr>
            <a:xfrm>
              <a:off x="1962150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88" y="501"/>
                    <a:pt x="502" y="388"/>
                    <a:pt x="502" y="252"/>
                  </a:cubicBezTo>
                  <a:cubicBezTo>
                    <a:pt x="502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32"/>
            <p:cNvSpPr/>
            <p:nvPr/>
          </p:nvSpPr>
          <p:spPr>
            <a:xfrm>
              <a:off x="2054075" y="5330575"/>
              <a:ext cx="12425" cy="12550"/>
            </a:xfrm>
            <a:custGeom>
              <a:rect b="b" l="l" r="r" t="t"/>
              <a:pathLst>
                <a:path extrusionOk="0" h="502" w="497">
                  <a:moveTo>
                    <a:pt x="252" y="0"/>
                  </a:moveTo>
                  <a:cubicBezTo>
                    <a:pt x="109" y="0"/>
                    <a:pt x="1" y="114"/>
                    <a:pt x="1" y="252"/>
                  </a:cubicBezTo>
                  <a:cubicBezTo>
                    <a:pt x="1" y="388"/>
                    <a:pt x="109" y="501"/>
                    <a:pt x="252" y="501"/>
                  </a:cubicBezTo>
                  <a:cubicBezTo>
                    <a:pt x="388" y="501"/>
                    <a:pt x="496" y="388"/>
                    <a:pt x="496" y="252"/>
                  </a:cubicBezTo>
                  <a:cubicBezTo>
                    <a:pt x="496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32"/>
            <p:cNvSpPr/>
            <p:nvPr/>
          </p:nvSpPr>
          <p:spPr>
            <a:xfrm>
              <a:off x="21458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32"/>
            <p:cNvSpPr/>
            <p:nvPr/>
          </p:nvSpPr>
          <p:spPr>
            <a:xfrm>
              <a:off x="2237800" y="5330575"/>
              <a:ext cx="12350" cy="12550"/>
            </a:xfrm>
            <a:custGeom>
              <a:rect b="b" l="l" r="r" t="t"/>
              <a:pathLst>
                <a:path extrusionOk="0" h="502" w="494">
                  <a:moveTo>
                    <a:pt x="244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4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32"/>
            <p:cNvSpPr/>
            <p:nvPr/>
          </p:nvSpPr>
          <p:spPr>
            <a:xfrm>
              <a:off x="23295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2" y="388"/>
                    <a:pt x="502" y="252"/>
                  </a:cubicBezTo>
                  <a:cubicBezTo>
                    <a:pt x="502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32"/>
            <p:cNvSpPr/>
            <p:nvPr/>
          </p:nvSpPr>
          <p:spPr>
            <a:xfrm>
              <a:off x="2421325" y="5330575"/>
              <a:ext cx="12550" cy="12550"/>
            </a:xfrm>
            <a:custGeom>
              <a:rect b="b" l="l" r="r" t="t"/>
              <a:pathLst>
                <a:path extrusionOk="0" h="502" w="502">
                  <a:moveTo>
                    <a:pt x="250" y="0"/>
                  </a:moveTo>
                  <a:cubicBezTo>
                    <a:pt x="114" y="0"/>
                    <a:pt x="1" y="114"/>
                    <a:pt x="1" y="252"/>
                  </a:cubicBezTo>
                  <a:cubicBezTo>
                    <a:pt x="1" y="388"/>
                    <a:pt x="114" y="501"/>
                    <a:pt x="250" y="501"/>
                  </a:cubicBezTo>
                  <a:cubicBezTo>
                    <a:pt x="395" y="501"/>
                    <a:pt x="501" y="388"/>
                    <a:pt x="501" y="252"/>
                  </a:cubicBezTo>
                  <a:cubicBezTo>
                    <a:pt x="501" y="114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32"/>
            <p:cNvSpPr/>
            <p:nvPr/>
          </p:nvSpPr>
          <p:spPr>
            <a:xfrm>
              <a:off x="251325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09" y="0"/>
                    <a:pt x="0" y="114"/>
                    <a:pt x="0" y="252"/>
                  </a:cubicBezTo>
                  <a:cubicBezTo>
                    <a:pt x="0" y="388"/>
                    <a:pt x="109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32"/>
            <p:cNvSpPr/>
            <p:nvPr/>
          </p:nvSpPr>
          <p:spPr>
            <a:xfrm>
              <a:off x="2605000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0" y="114"/>
                    <a:pt x="0" y="252"/>
                  </a:cubicBezTo>
                  <a:cubicBezTo>
                    <a:pt x="0" y="388"/>
                    <a:pt x="116" y="501"/>
                    <a:pt x="252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32"/>
            <p:cNvSpPr/>
            <p:nvPr/>
          </p:nvSpPr>
          <p:spPr>
            <a:xfrm>
              <a:off x="26969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2" y="0"/>
                  </a:moveTo>
                  <a:cubicBezTo>
                    <a:pt x="108" y="0"/>
                    <a:pt x="1" y="114"/>
                    <a:pt x="1" y="252"/>
                  </a:cubicBezTo>
                  <a:cubicBezTo>
                    <a:pt x="1" y="388"/>
                    <a:pt x="108" y="501"/>
                    <a:pt x="252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32"/>
            <p:cNvSpPr/>
            <p:nvPr/>
          </p:nvSpPr>
          <p:spPr>
            <a:xfrm>
              <a:off x="2788700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32"/>
            <p:cNvSpPr/>
            <p:nvPr/>
          </p:nvSpPr>
          <p:spPr>
            <a:xfrm>
              <a:off x="28806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43" y="501"/>
                  </a:cubicBezTo>
                  <a:cubicBezTo>
                    <a:pt x="387" y="501"/>
                    <a:pt x="494" y="388"/>
                    <a:pt x="494" y="252"/>
                  </a:cubicBezTo>
                  <a:cubicBezTo>
                    <a:pt x="494" y="114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32"/>
            <p:cNvSpPr/>
            <p:nvPr/>
          </p:nvSpPr>
          <p:spPr>
            <a:xfrm>
              <a:off x="297242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1" y="0"/>
                  </a:moveTo>
                  <a:cubicBezTo>
                    <a:pt x="115" y="0"/>
                    <a:pt x="0" y="114"/>
                    <a:pt x="0" y="252"/>
                  </a:cubicBezTo>
                  <a:cubicBezTo>
                    <a:pt x="0" y="388"/>
                    <a:pt x="115" y="501"/>
                    <a:pt x="251" y="501"/>
                  </a:cubicBezTo>
                  <a:cubicBezTo>
                    <a:pt x="387" y="501"/>
                    <a:pt x="503" y="388"/>
                    <a:pt x="503" y="252"/>
                  </a:cubicBezTo>
                  <a:cubicBezTo>
                    <a:pt x="503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32"/>
            <p:cNvSpPr/>
            <p:nvPr/>
          </p:nvSpPr>
          <p:spPr>
            <a:xfrm>
              <a:off x="3064375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43" y="0"/>
                  </a:moveTo>
                  <a:cubicBezTo>
                    <a:pt x="107" y="0"/>
                    <a:pt x="1" y="114"/>
                    <a:pt x="1" y="252"/>
                  </a:cubicBezTo>
                  <a:cubicBezTo>
                    <a:pt x="1" y="388"/>
                    <a:pt x="107" y="501"/>
                    <a:pt x="243" y="501"/>
                  </a:cubicBezTo>
                  <a:cubicBezTo>
                    <a:pt x="388" y="501"/>
                    <a:pt x="495" y="388"/>
                    <a:pt x="495" y="252"/>
                  </a:cubicBezTo>
                  <a:cubicBezTo>
                    <a:pt x="495" y="114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32"/>
            <p:cNvSpPr/>
            <p:nvPr/>
          </p:nvSpPr>
          <p:spPr>
            <a:xfrm>
              <a:off x="315612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32"/>
            <p:cNvSpPr/>
            <p:nvPr/>
          </p:nvSpPr>
          <p:spPr>
            <a:xfrm>
              <a:off x="3247875" y="5330575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32"/>
            <p:cNvSpPr/>
            <p:nvPr/>
          </p:nvSpPr>
          <p:spPr>
            <a:xfrm>
              <a:off x="3339850" y="5330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51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1" y="501"/>
                  </a:cubicBezTo>
                  <a:cubicBezTo>
                    <a:pt x="387" y="501"/>
                    <a:pt x="501" y="388"/>
                    <a:pt x="501" y="252"/>
                  </a:cubicBezTo>
                  <a:cubicBezTo>
                    <a:pt x="501" y="114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32"/>
            <p:cNvSpPr/>
            <p:nvPr/>
          </p:nvSpPr>
          <p:spPr>
            <a:xfrm>
              <a:off x="3431575" y="5330575"/>
              <a:ext cx="12600" cy="12550"/>
            </a:xfrm>
            <a:custGeom>
              <a:rect b="b" l="l" r="r" t="t"/>
              <a:pathLst>
                <a:path extrusionOk="0" h="502" w="504">
                  <a:moveTo>
                    <a:pt x="252" y="0"/>
                  </a:moveTo>
                  <a:cubicBezTo>
                    <a:pt x="116" y="0"/>
                    <a:pt x="1" y="114"/>
                    <a:pt x="1" y="252"/>
                  </a:cubicBezTo>
                  <a:cubicBezTo>
                    <a:pt x="1" y="388"/>
                    <a:pt x="116" y="501"/>
                    <a:pt x="252" y="501"/>
                  </a:cubicBezTo>
                  <a:cubicBezTo>
                    <a:pt x="388" y="501"/>
                    <a:pt x="503" y="388"/>
                    <a:pt x="503" y="252"/>
                  </a:cubicBezTo>
                  <a:cubicBezTo>
                    <a:pt x="503" y="114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32"/>
            <p:cNvSpPr/>
            <p:nvPr/>
          </p:nvSpPr>
          <p:spPr>
            <a:xfrm>
              <a:off x="3523550" y="5330575"/>
              <a:ext cx="12375" cy="12550"/>
            </a:xfrm>
            <a:custGeom>
              <a:rect b="b" l="l" r="r" t="t"/>
              <a:pathLst>
                <a:path extrusionOk="0" h="502" w="495">
                  <a:moveTo>
                    <a:pt x="250" y="0"/>
                  </a:moveTo>
                  <a:cubicBezTo>
                    <a:pt x="107" y="0"/>
                    <a:pt x="0" y="114"/>
                    <a:pt x="0" y="252"/>
                  </a:cubicBezTo>
                  <a:cubicBezTo>
                    <a:pt x="0" y="388"/>
                    <a:pt x="107" y="501"/>
                    <a:pt x="250" y="501"/>
                  </a:cubicBezTo>
                  <a:cubicBezTo>
                    <a:pt x="388" y="501"/>
                    <a:pt x="494" y="388"/>
                    <a:pt x="494" y="252"/>
                  </a:cubicBezTo>
                  <a:cubicBezTo>
                    <a:pt x="494" y="114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32"/>
            <p:cNvSpPr/>
            <p:nvPr/>
          </p:nvSpPr>
          <p:spPr>
            <a:xfrm>
              <a:off x="6764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32"/>
            <p:cNvSpPr/>
            <p:nvPr/>
          </p:nvSpPr>
          <p:spPr>
            <a:xfrm>
              <a:off x="76832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45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32"/>
            <p:cNvSpPr/>
            <p:nvPr/>
          </p:nvSpPr>
          <p:spPr>
            <a:xfrm>
              <a:off x="860125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32"/>
            <p:cNvSpPr/>
            <p:nvPr/>
          </p:nvSpPr>
          <p:spPr>
            <a:xfrm>
              <a:off x="9518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32"/>
            <p:cNvSpPr/>
            <p:nvPr/>
          </p:nvSpPr>
          <p:spPr>
            <a:xfrm>
              <a:off x="104382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32"/>
            <p:cNvSpPr/>
            <p:nvPr/>
          </p:nvSpPr>
          <p:spPr>
            <a:xfrm>
              <a:off x="11355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32"/>
            <p:cNvSpPr/>
            <p:nvPr/>
          </p:nvSpPr>
          <p:spPr>
            <a:xfrm>
              <a:off x="1227500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1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1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32"/>
            <p:cNvSpPr/>
            <p:nvPr/>
          </p:nvSpPr>
          <p:spPr>
            <a:xfrm>
              <a:off x="131927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32"/>
            <p:cNvSpPr/>
            <p:nvPr/>
          </p:nvSpPr>
          <p:spPr>
            <a:xfrm>
              <a:off x="1411200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45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45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45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32"/>
            <p:cNvSpPr/>
            <p:nvPr/>
          </p:nvSpPr>
          <p:spPr>
            <a:xfrm>
              <a:off x="150300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0" y="0"/>
                  </a:moveTo>
                  <a:cubicBezTo>
                    <a:pt x="114" y="0"/>
                    <a:pt x="0" y="109"/>
                    <a:pt x="0" y="251"/>
                  </a:cubicBezTo>
                  <a:cubicBezTo>
                    <a:pt x="0" y="387"/>
                    <a:pt x="114" y="503"/>
                    <a:pt x="250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32"/>
            <p:cNvSpPr/>
            <p:nvPr/>
          </p:nvSpPr>
          <p:spPr>
            <a:xfrm>
              <a:off x="15947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94" y="503"/>
                    <a:pt x="503" y="387"/>
                    <a:pt x="503" y="251"/>
                  </a:cubicBezTo>
                  <a:cubicBezTo>
                    <a:pt x="503" y="10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32"/>
            <p:cNvSpPr/>
            <p:nvPr/>
          </p:nvSpPr>
          <p:spPr>
            <a:xfrm>
              <a:off x="168665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32"/>
            <p:cNvSpPr/>
            <p:nvPr/>
          </p:nvSpPr>
          <p:spPr>
            <a:xfrm>
              <a:off x="17784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2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2" y="503"/>
                  </a:cubicBezTo>
                  <a:cubicBezTo>
                    <a:pt x="388" y="503"/>
                    <a:pt x="501" y="387"/>
                    <a:pt x="501" y="251"/>
                  </a:cubicBezTo>
                  <a:cubicBezTo>
                    <a:pt x="501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32"/>
            <p:cNvSpPr/>
            <p:nvPr/>
          </p:nvSpPr>
          <p:spPr>
            <a:xfrm>
              <a:off x="1870375" y="5422500"/>
              <a:ext cx="12400" cy="12575"/>
            </a:xfrm>
            <a:custGeom>
              <a:rect b="b" l="l" r="r" t="t"/>
              <a:pathLst>
                <a:path extrusionOk="0" h="503" w="496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7" y="503"/>
                    <a:pt x="496" y="387"/>
                    <a:pt x="496" y="251"/>
                  </a:cubicBezTo>
                  <a:cubicBezTo>
                    <a:pt x="496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32"/>
            <p:cNvSpPr/>
            <p:nvPr/>
          </p:nvSpPr>
          <p:spPr>
            <a:xfrm>
              <a:off x="1962150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88" y="503"/>
                    <a:pt x="502" y="387"/>
                    <a:pt x="502" y="251"/>
                  </a:cubicBezTo>
                  <a:cubicBezTo>
                    <a:pt x="502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32"/>
            <p:cNvSpPr/>
            <p:nvPr/>
          </p:nvSpPr>
          <p:spPr>
            <a:xfrm>
              <a:off x="2054075" y="5422500"/>
              <a:ext cx="12425" cy="12575"/>
            </a:xfrm>
            <a:custGeom>
              <a:rect b="b" l="l" r="r" t="t"/>
              <a:pathLst>
                <a:path extrusionOk="0" h="503" w="497">
                  <a:moveTo>
                    <a:pt x="252" y="0"/>
                  </a:moveTo>
                  <a:cubicBezTo>
                    <a:pt x="109" y="0"/>
                    <a:pt x="1" y="109"/>
                    <a:pt x="1" y="251"/>
                  </a:cubicBezTo>
                  <a:cubicBezTo>
                    <a:pt x="1" y="387"/>
                    <a:pt x="109" y="503"/>
                    <a:pt x="252" y="503"/>
                  </a:cubicBezTo>
                  <a:cubicBezTo>
                    <a:pt x="388" y="503"/>
                    <a:pt x="496" y="387"/>
                    <a:pt x="496" y="251"/>
                  </a:cubicBezTo>
                  <a:cubicBezTo>
                    <a:pt x="496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32"/>
            <p:cNvSpPr/>
            <p:nvPr/>
          </p:nvSpPr>
          <p:spPr>
            <a:xfrm>
              <a:off x="21458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32"/>
            <p:cNvSpPr/>
            <p:nvPr/>
          </p:nvSpPr>
          <p:spPr>
            <a:xfrm>
              <a:off x="2237800" y="5422500"/>
              <a:ext cx="12350" cy="12575"/>
            </a:xfrm>
            <a:custGeom>
              <a:rect b="b" l="l" r="r" t="t"/>
              <a:pathLst>
                <a:path extrusionOk="0" h="503" w="494">
                  <a:moveTo>
                    <a:pt x="244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4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32"/>
            <p:cNvSpPr/>
            <p:nvPr/>
          </p:nvSpPr>
          <p:spPr>
            <a:xfrm>
              <a:off x="23295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2" y="387"/>
                    <a:pt x="502" y="251"/>
                  </a:cubicBezTo>
                  <a:cubicBezTo>
                    <a:pt x="502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32"/>
            <p:cNvSpPr/>
            <p:nvPr/>
          </p:nvSpPr>
          <p:spPr>
            <a:xfrm>
              <a:off x="2421325" y="5422500"/>
              <a:ext cx="12550" cy="12575"/>
            </a:xfrm>
            <a:custGeom>
              <a:rect b="b" l="l" r="r" t="t"/>
              <a:pathLst>
                <a:path extrusionOk="0" h="503" w="502">
                  <a:moveTo>
                    <a:pt x="250" y="0"/>
                  </a:moveTo>
                  <a:cubicBezTo>
                    <a:pt x="114" y="0"/>
                    <a:pt x="1" y="109"/>
                    <a:pt x="1" y="251"/>
                  </a:cubicBezTo>
                  <a:cubicBezTo>
                    <a:pt x="1" y="387"/>
                    <a:pt x="114" y="503"/>
                    <a:pt x="250" y="503"/>
                  </a:cubicBezTo>
                  <a:cubicBezTo>
                    <a:pt x="395" y="503"/>
                    <a:pt x="501" y="387"/>
                    <a:pt x="501" y="251"/>
                  </a:cubicBezTo>
                  <a:cubicBezTo>
                    <a:pt x="501" y="109"/>
                    <a:pt x="395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32"/>
            <p:cNvSpPr/>
            <p:nvPr/>
          </p:nvSpPr>
          <p:spPr>
            <a:xfrm>
              <a:off x="251325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09" y="0"/>
                    <a:pt x="0" y="109"/>
                    <a:pt x="0" y="251"/>
                  </a:cubicBezTo>
                  <a:cubicBezTo>
                    <a:pt x="0" y="387"/>
                    <a:pt x="109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32"/>
            <p:cNvSpPr/>
            <p:nvPr/>
          </p:nvSpPr>
          <p:spPr>
            <a:xfrm>
              <a:off x="2605000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0" y="109"/>
                    <a:pt x="0" y="251"/>
                  </a:cubicBezTo>
                  <a:cubicBezTo>
                    <a:pt x="0" y="387"/>
                    <a:pt x="116" y="503"/>
                    <a:pt x="252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32"/>
            <p:cNvSpPr/>
            <p:nvPr/>
          </p:nvSpPr>
          <p:spPr>
            <a:xfrm>
              <a:off x="26969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2" y="0"/>
                  </a:moveTo>
                  <a:cubicBezTo>
                    <a:pt x="108" y="0"/>
                    <a:pt x="1" y="109"/>
                    <a:pt x="1" y="251"/>
                  </a:cubicBezTo>
                  <a:cubicBezTo>
                    <a:pt x="1" y="387"/>
                    <a:pt x="108" y="503"/>
                    <a:pt x="252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32"/>
            <p:cNvSpPr/>
            <p:nvPr/>
          </p:nvSpPr>
          <p:spPr>
            <a:xfrm>
              <a:off x="2788700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32"/>
            <p:cNvSpPr/>
            <p:nvPr/>
          </p:nvSpPr>
          <p:spPr>
            <a:xfrm>
              <a:off x="28806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43" y="503"/>
                  </a:cubicBezTo>
                  <a:cubicBezTo>
                    <a:pt x="387" y="503"/>
                    <a:pt x="494" y="387"/>
                    <a:pt x="494" y="251"/>
                  </a:cubicBezTo>
                  <a:cubicBezTo>
                    <a:pt x="494" y="109"/>
                    <a:pt x="38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32"/>
            <p:cNvSpPr/>
            <p:nvPr/>
          </p:nvSpPr>
          <p:spPr>
            <a:xfrm>
              <a:off x="297242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1" y="0"/>
                  </a:moveTo>
                  <a:cubicBezTo>
                    <a:pt x="115" y="0"/>
                    <a:pt x="0" y="109"/>
                    <a:pt x="0" y="251"/>
                  </a:cubicBezTo>
                  <a:cubicBezTo>
                    <a:pt x="0" y="387"/>
                    <a:pt x="115" y="503"/>
                    <a:pt x="251" y="503"/>
                  </a:cubicBezTo>
                  <a:cubicBezTo>
                    <a:pt x="387" y="503"/>
                    <a:pt x="503" y="387"/>
                    <a:pt x="503" y="251"/>
                  </a:cubicBezTo>
                  <a:cubicBezTo>
                    <a:pt x="503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32"/>
            <p:cNvSpPr/>
            <p:nvPr/>
          </p:nvSpPr>
          <p:spPr>
            <a:xfrm>
              <a:off x="3064375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43" y="0"/>
                  </a:moveTo>
                  <a:cubicBezTo>
                    <a:pt x="107" y="0"/>
                    <a:pt x="1" y="109"/>
                    <a:pt x="1" y="251"/>
                  </a:cubicBezTo>
                  <a:cubicBezTo>
                    <a:pt x="1" y="387"/>
                    <a:pt x="107" y="503"/>
                    <a:pt x="243" y="503"/>
                  </a:cubicBezTo>
                  <a:cubicBezTo>
                    <a:pt x="388" y="503"/>
                    <a:pt x="495" y="387"/>
                    <a:pt x="495" y="251"/>
                  </a:cubicBezTo>
                  <a:cubicBezTo>
                    <a:pt x="495" y="109"/>
                    <a:pt x="388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32"/>
            <p:cNvSpPr/>
            <p:nvPr/>
          </p:nvSpPr>
          <p:spPr>
            <a:xfrm>
              <a:off x="315612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32"/>
            <p:cNvSpPr/>
            <p:nvPr/>
          </p:nvSpPr>
          <p:spPr>
            <a:xfrm>
              <a:off x="3247875" y="5422500"/>
              <a:ext cx="12575" cy="12575"/>
            </a:xfrm>
            <a:custGeom>
              <a:rect b="b" l="l" r="r" t="t"/>
              <a:pathLst>
                <a:path extrusionOk="0" h="503" w="503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32"/>
            <p:cNvSpPr/>
            <p:nvPr/>
          </p:nvSpPr>
          <p:spPr>
            <a:xfrm>
              <a:off x="3339850" y="5422500"/>
              <a:ext cx="12525" cy="12575"/>
            </a:xfrm>
            <a:custGeom>
              <a:rect b="b" l="l" r="r" t="t"/>
              <a:pathLst>
                <a:path extrusionOk="0" h="503" w="501">
                  <a:moveTo>
                    <a:pt x="251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1" y="503"/>
                  </a:cubicBezTo>
                  <a:cubicBezTo>
                    <a:pt x="387" y="503"/>
                    <a:pt x="501" y="387"/>
                    <a:pt x="501" y="251"/>
                  </a:cubicBezTo>
                  <a:cubicBezTo>
                    <a:pt x="501" y="109"/>
                    <a:pt x="38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32"/>
            <p:cNvSpPr/>
            <p:nvPr/>
          </p:nvSpPr>
          <p:spPr>
            <a:xfrm>
              <a:off x="3431575" y="5422500"/>
              <a:ext cx="12600" cy="12575"/>
            </a:xfrm>
            <a:custGeom>
              <a:rect b="b" l="l" r="r" t="t"/>
              <a:pathLst>
                <a:path extrusionOk="0" h="503" w="504">
                  <a:moveTo>
                    <a:pt x="252" y="0"/>
                  </a:moveTo>
                  <a:cubicBezTo>
                    <a:pt x="116" y="0"/>
                    <a:pt x="1" y="109"/>
                    <a:pt x="1" y="251"/>
                  </a:cubicBezTo>
                  <a:cubicBezTo>
                    <a:pt x="1" y="387"/>
                    <a:pt x="116" y="503"/>
                    <a:pt x="252" y="503"/>
                  </a:cubicBezTo>
                  <a:cubicBezTo>
                    <a:pt x="388" y="503"/>
                    <a:pt x="503" y="387"/>
                    <a:pt x="503" y="251"/>
                  </a:cubicBezTo>
                  <a:cubicBezTo>
                    <a:pt x="503" y="109"/>
                    <a:pt x="388" y="0"/>
                    <a:pt x="252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32"/>
            <p:cNvSpPr/>
            <p:nvPr/>
          </p:nvSpPr>
          <p:spPr>
            <a:xfrm>
              <a:off x="3523550" y="5422500"/>
              <a:ext cx="12375" cy="12575"/>
            </a:xfrm>
            <a:custGeom>
              <a:rect b="b" l="l" r="r" t="t"/>
              <a:pathLst>
                <a:path extrusionOk="0" h="503" w="495">
                  <a:moveTo>
                    <a:pt x="250" y="0"/>
                  </a:moveTo>
                  <a:cubicBezTo>
                    <a:pt x="107" y="0"/>
                    <a:pt x="0" y="109"/>
                    <a:pt x="0" y="251"/>
                  </a:cubicBezTo>
                  <a:cubicBezTo>
                    <a:pt x="0" y="387"/>
                    <a:pt x="107" y="503"/>
                    <a:pt x="250" y="503"/>
                  </a:cubicBezTo>
                  <a:cubicBezTo>
                    <a:pt x="388" y="503"/>
                    <a:pt x="494" y="387"/>
                    <a:pt x="494" y="251"/>
                  </a:cubicBezTo>
                  <a:cubicBezTo>
                    <a:pt x="494" y="109"/>
                    <a:pt x="388" y="0"/>
                    <a:pt x="250" y="0"/>
                  </a:cubicBez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32"/>
            <p:cNvSpPr/>
            <p:nvPr/>
          </p:nvSpPr>
          <p:spPr>
            <a:xfrm>
              <a:off x="635875" y="53366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32"/>
            <p:cNvSpPr/>
            <p:nvPr/>
          </p:nvSpPr>
          <p:spPr>
            <a:xfrm>
              <a:off x="635875" y="54284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32"/>
            <p:cNvSpPr/>
            <p:nvPr/>
          </p:nvSpPr>
          <p:spPr>
            <a:xfrm>
              <a:off x="635875" y="52447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32"/>
            <p:cNvSpPr/>
            <p:nvPr/>
          </p:nvSpPr>
          <p:spPr>
            <a:xfrm>
              <a:off x="635875" y="5152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32"/>
            <p:cNvSpPr/>
            <p:nvPr/>
          </p:nvSpPr>
          <p:spPr>
            <a:xfrm>
              <a:off x="635875" y="50610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32"/>
            <p:cNvSpPr/>
            <p:nvPr/>
          </p:nvSpPr>
          <p:spPr>
            <a:xfrm>
              <a:off x="635875" y="49692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32"/>
            <p:cNvSpPr/>
            <p:nvPr/>
          </p:nvSpPr>
          <p:spPr>
            <a:xfrm>
              <a:off x="635875" y="487730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32"/>
            <p:cNvSpPr/>
            <p:nvPr/>
          </p:nvSpPr>
          <p:spPr>
            <a:xfrm>
              <a:off x="635875" y="47855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32"/>
            <p:cNvSpPr/>
            <p:nvPr/>
          </p:nvSpPr>
          <p:spPr>
            <a:xfrm>
              <a:off x="635875" y="4693575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32"/>
            <p:cNvSpPr/>
            <p:nvPr/>
          </p:nvSpPr>
          <p:spPr>
            <a:xfrm>
              <a:off x="635875" y="46018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32"/>
            <p:cNvSpPr/>
            <p:nvPr/>
          </p:nvSpPr>
          <p:spPr>
            <a:xfrm>
              <a:off x="635875" y="451010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32"/>
            <p:cNvSpPr/>
            <p:nvPr/>
          </p:nvSpPr>
          <p:spPr>
            <a:xfrm>
              <a:off x="635875" y="44181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32"/>
            <p:cNvSpPr/>
            <p:nvPr/>
          </p:nvSpPr>
          <p:spPr>
            <a:xfrm>
              <a:off x="635875" y="43263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32"/>
            <p:cNvSpPr/>
            <p:nvPr/>
          </p:nvSpPr>
          <p:spPr>
            <a:xfrm>
              <a:off x="635875" y="42344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32"/>
            <p:cNvSpPr/>
            <p:nvPr/>
          </p:nvSpPr>
          <p:spPr>
            <a:xfrm>
              <a:off x="635875" y="41426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32"/>
            <p:cNvSpPr/>
            <p:nvPr/>
          </p:nvSpPr>
          <p:spPr>
            <a:xfrm>
              <a:off x="635875" y="40507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32"/>
            <p:cNvSpPr/>
            <p:nvPr/>
          </p:nvSpPr>
          <p:spPr>
            <a:xfrm>
              <a:off x="635875" y="395895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32"/>
            <p:cNvSpPr/>
            <p:nvPr/>
          </p:nvSpPr>
          <p:spPr>
            <a:xfrm>
              <a:off x="635875" y="3867025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32"/>
            <p:cNvSpPr/>
            <p:nvPr/>
          </p:nvSpPr>
          <p:spPr>
            <a:xfrm>
              <a:off x="635875" y="377525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32"/>
            <p:cNvSpPr/>
            <p:nvPr/>
          </p:nvSpPr>
          <p:spPr>
            <a:xfrm>
              <a:off x="635875" y="36835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32"/>
            <p:cNvSpPr/>
            <p:nvPr/>
          </p:nvSpPr>
          <p:spPr>
            <a:xfrm>
              <a:off x="635875" y="35915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32"/>
            <p:cNvSpPr/>
            <p:nvPr/>
          </p:nvSpPr>
          <p:spPr>
            <a:xfrm>
              <a:off x="635875" y="34998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32"/>
            <p:cNvSpPr/>
            <p:nvPr/>
          </p:nvSpPr>
          <p:spPr>
            <a:xfrm>
              <a:off x="635875" y="34078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32"/>
            <p:cNvSpPr/>
            <p:nvPr/>
          </p:nvSpPr>
          <p:spPr>
            <a:xfrm>
              <a:off x="635875" y="33160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32"/>
            <p:cNvSpPr/>
            <p:nvPr/>
          </p:nvSpPr>
          <p:spPr>
            <a:xfrm>
              <a:off x="635875" y="3224150"/>
              <a:ext cx="2940550" cy="1625"/>
            </a:xfrm>
            <a:custGeom>
              <a:rect b="b" l="l" r="r" t="t"/>
              <a:pathLst>
                <a:path extrusionOk="0" h="65" w="117622">
                  <a:moveTo>
                    <a:pt x="1" y="1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32"/>
            <p:cNvSpPr/>
            <p:nvPr/>
          </p:nvSpPr>
          <p:spPr>
            <a:xfrm>
              <a:off x="635875" y="31324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32"/>
            <p:cNvSpPr/>
            <p:nvPr/>
          </p:nvSpPr>
          <p:spPr>
            <a:xfrm>
              <a:off x="635875" y="3040450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32"/>
            <p:cNvSpPr/>
            <p:nvPr/>
          </p:nvSpPr>
          <p:spPr>
            <a:xfrm>
              <a:off x="635875" y="29487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32"/>
            <p:cNvSpPr/>
            <p:nvPr/>
          </p:nvSpPr>
          <p:spPr>
            <a:xfrm>
              <a:off x="635875" y="2856900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32"/>
            <p:cNvSpPr/>
            <p:nvPr/>
          </p:nvSpPr>
          <p:spPr>
            <a:xfrm>
              <a:off x="635875" y="27649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32"/>
            <p:cNvSpPr/>
            <p:nvPr/>
          </p:nvSpPr>
          <p:spPr>
            <a:xfrm>
              <a:off x="635875" y="2673250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32"/>
            <p:cNvSpPr/>
            <p:nvPr/>
          </p:nvSpPr>
          <p:spPr>
            <a:xfrm>
              <a:off x="635875" y="25812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32"/>
            <p:cNvSpPr/>
            <p:nvPr/>
          </p:nvSpPr>
          <p:spPr>
            <a:xfrm>
              <a:off x="635875" y="24895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32"/>
            <p:cNvSpPr/>
            <p:nvPr/>
          </p:nvSpPr>
          <p:spPr>
            <a:xfrm>
              <a:off x="635875" y="2397575"/>
              <a:ext cx="2940550" cy="1650"/>
            </a:xfrm>
            <a:custGeom>
              <a:rect b="b" l="l" r="r" t="t"/>
              <a:pathLst>
                <a:path extrusionOk="0" h="66" w="117622">
                  <a:moveTo>
                    <a:pt x="1" y="0"/>
                  </a:moveTo>
                  <a:lnTo>
                    <a:pt x="1" y="65"/>
                  </a:lnTo>
                  <a:lnTo>
                    <a:pt x="117622" y="65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32"/>
            <p:cNvSpPr/>
            <p:nvPr/>
          </p:nvSpPr>
          <p:spPr>
            <a:xfrm>
              <a:off x="635875" y="230582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32"/>
            <p:cNvSpPr/>
            <p:nvPr/>
          </p:nvSpPr>
          <p:spPr>
            <a:xfrm>
              <a:off x="635875" y="2213850"/>
              <a:ext cx="2940550" cy="1675"/>
            </a:xfrm>
            <a:custGeom>
              <a:rect b="b" l="l" r="r" t="t"/>
              <a:pathLst>
                <a:path extrusionOk="0" h="67" w="117622">
                  <a:moveTo>
                    <a:pt x="1" y="1"/>
                  </a:moveTo>
                  <a:lnTo>
                    <a:pt x="1" y="66"/>
                  </a:lnTo>
                  <a:lnTo>
                    <a:pt x="117622" y="66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32"/>
            <p:cNvSpPr/>
            <p:nvPr/>
          </p:nvSpPr>
          <p:spPr>
            <a:xfrm>
              <a:off x="635875" y="212210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32"/>
            <p:cNvSpPr/>
            <p:nvPr/>
          </p:nvSpPr>
          <p:spPr>
            <a:xfrm>
              <a:off x="635875" y="20303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32"/>
            <p:cNvSpPr/>
            <p:nvPr/>
          </p:nvSpPr>
          <p:spPr>
            <a:xfrm>
              <a:off x="635875" y="1938400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32"/>
            <p:cNvSpPr/>
            <p:nvPr/>
          </p:nvSpPr>
          <p:spPr>
            <a:xfrm>
              <a:off x="635875" y="18466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32"/>
            <p:cNvSpPr/>
            <p:nvPr/>
          </p:nvSpPr>
          <p:spPr>
            <a:xfrm>
              <a:off x="635875" y="175467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32"/>
            <p:cNvSpPr/>
            <p:nvPr/>
          </p:nvSpPr>
          <p:spPr>
            <a:xfrm>
              <a:off x="635875" y="166292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8"/>
                  </a:lnTo>
                  <a:lnTo>
                    <a:pt x="117622" y="58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32"/>
            <p:cNvSpPr/>
            <p:nvPr/>
          </p:nvSpPr>
          <p:spPr>
            <a:xfrm>
              <a:off x="635875" y="1571025"/>
              <a:ext cx="2940550" cy="1600"/>
            </a:xfrm>
            <a:custGeom>
              <a:rect b="b" l="l" r="r" t="t"/>
              <a:pathLst>
                <a:path extrusionOk="0" h="64" w="117622">
                  <a:moveTo>
                    <a:pt x="1" y="0"/>
                  </a:moveTo>
                  <a:lnTo>
                    <a:pt x="1" y="64"/>
                  </a:lnTo>
                  <a:lnTo>
                    <a:pt x="117622" y="64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32"/>
            <p:cNvSpPr/>
            <p:nvPr/>
          </p:nvSpPr>
          <p:spPr>
            <a:xfrm>
              <a:off x="635875" y="1479225"/>
              <a:ext cx="2940550" cy="1500"/>
            </a:xfrm>
            <a:custGeom>
              <a:rect b="b" l="l" r="r" t="t"/>
              <a:pathLst>
                <a:path extrusionOk="0" h="60" w="117622">
                  <a:moveTo>
                    <a:pt x="1" y="1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32"/>
            <p:cNvSpPr/>
            <p:nvPr/>
          </p:nvSpPr>
          <p:spPr>
            <a:xfrm>
              <a:off x="635875" y="1387475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1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1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32"/>
            <p:cNvSpPr/>
            <p:nvPr/>
          </p:nvSpPr>
          <p:spPr>
            <a:xfrm>
              <a:off x="635875" y="1295525"/>
              <a:ext cx="2940550" cy="1475"/>
            </a:xfrm>
            <a:custGeom>
              <a:rect b="b" l="l" r="r" t="t"/>
              <a:pathLst>
                <a:path extrusionOk="0" h="59" w="117622">
                  <a:moveTo>
                    <a:pt x="1" y="0"/>
                  </a:moveTo>
                  <a:lnTo>
                    <a:pt x="1" y="59"/>
                  </a:lnTo>
                  <a:lnTo>
                    <a:pt x="117622" y="59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32"/>
            <p:cNvSpPr/>
            <p:nvPr/>
          </p:nvSpPr>
          <p:spPr>
            <a:xfrm>
              <a:off x="635875" y="1203775"/>
              <a:ext cx="2940550" cy="1425"/>
            </a:xfrm>
            <a:custGeom>
              <a:rect b="b" l="l" r="r" t="t"/>
              <a:pathLst>
                <a:path extrusionOk="0" h="57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32"/>
            <p:cNvSpPr/>
            <p:nvPr/>
          </p:nvSpPr>
          <p:spPr>
            <a:xfrm>
              <a:off x="635875" y="1111850"/>
              <a:ext cx="2940550" cy="1450"/>
            </a:xfrm>
            <a:custGeom>
              <a:rect b="b" l="l" r="r" t="t"/>
              <a:pathLst>
                <a:path extrusionOk="0" h="58" w="117622">
                  <a:moveTo>
                    <a:pt x="1" y="0"/>
                  </a:moveTo>
                  <a:lnTo>
                    <a:pt x="1" y="57"/>
                  </a:lnTo>
                  <a:lnTo>
                    <a:pt x="117622" y="57"/>
                  </a:lnTo>
                  <a:lnTo>
                    <a:pt x="117622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32"/>
            <p:cNvSpPr/>
            <p:nvPr/>
          </p:nvSpPr>
          <p:spPr>
            <a:xfrm>
              <a:off x="7737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32"/>
            <p:cNvSpPr/>
            <p:nvPr/>
          </p:nvSpPr>
          <p:spPr>
            <a:xfrm>
              <a:off x="6819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32"/>
            <p:cNvSpPr/>
            <p:nvPr/>
          </p:nvSpPr>
          <p:spPr>
            <a:xfrm>
              <a:off x="8656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32"/>
            <p:cNvSpPr/>
            <p:nvPr/>
          </p:nvSpPr>
          <p:spPr>
            <a:xfrm>
              <a:off x="95740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32"/>
            <p:cNvSpPr/>
            <p:nvPr/>
          </p:nvSpPr>
          <p:spPr>
            <a:xfrm>
              <a:off x="1049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32"/>
            <p:cNvSpPr/>
            <p:nvPr/>
          </p:nvSpPr>
          <p:spPr>
            <a:xfrm>
              <a:off x="11411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32"/>
            <p:cNvSpPr/>
            <p:nvPr/>
          </p:nvSpPr>
          <p:spPr>
            <a:xfrm>
              <a:off x="1232875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32"/>
            <p:cNvSpPr/>
            <p:nvPr/>
          </p:nvSpPr>
          <p:spPr>
            <a:xfrm>
              <a:off x="13248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32"/>
            <p:cNvSpPr/>
            <p:nvPr/>
          </p:nvSpPr>
          <p:spPr>
            <a:xfrm>
              <a:off x="14165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32"/>
            <p:cNvSpPr/>
            <p:nvPr/>
          </p:nvSpPr>
          <p:spPr>
            <a:xfrm>
              <a:off x="150855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32"/>
            <p:cNvSpPr/>
            <p:nvPr/>
          </p:nvSpPr>
          <p:spPr>
            <a:xfrm>
              <a:off x="16003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32"/>
            <p:cNvSpPr/>
            <p:nvPr/>
          </p:nvSpPr>
          <p:spPr>
            <a:xfrm>
              <a:off x="16922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32"/>
            <p:cNvSpPr/>
            <p:nvPr/>
          </p:nvSpPr>
          <p:spPr>
            <a:xfrm>
              <a:off x="17840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32"/>
            <p:cNvSpPr/>
            <p:nvPr/>
          </p:nvSpPr>
          <p:spPr>
            <a:xfrm>
              <a:off x="1875750" y="1065050"/>
              <a:ext cx="1650" cy="4410900"/>
            </a:xfrm>
            <a:custGeom>
              <a:rect b="b" l="l" r="r" t="t"/>
              <a:pathLst>
                <a:path extrusionOk="0" h="176436" w="66">
                  <a:moveTo>
                    <a:pt x="0" y="0"/>
                  </a:moveTo>
                  <a:lnTo>
                    <a:pt x="0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32"/>
            <p:cNvSpPr/>
            <p:nvPr/>
          </p:nvSpPr>
          <p:spPr>
            <a:xfrm>
              <a:off x="196770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32"/>
            <p:cNvSpPr/>
            <p:nvPr/>
          </p:nvSpPr>
          <p:spPr>
            <a:xfrm>
              <a:off x="2059450" y="1065050"/>
              <a:ext cx="1675" cy="4410900"/>
            </a:xfrm>
            <a:custGeom>
              <a:rect b="b" l="l" r="r" t="t"/>
              <a:pathLst>
                <a:path extrusionOk="0" h="176436" w="67">
                  <a:moveTo>
                    <a:pt x="1" y="0"/>
                  </a:moveTo>
                  <a:lnTo>
                    <a:pt x="1" y="176435"/>
                  </a:lnTo>
                  <a:lnTo>
                    <a:pt x="66" y="17643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32"/>
            <p:cNvSpPr/>
            <p:nvPr/>
          </p:nvSpPr>
          <p:spPr>
            <a:xfrm>
              <a:off x="215142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32"/>
            <p:cNvSpPr/>
            <p:nvPr/>
          </p:nvSpPr>
          <p:spPr>
            <a:xfrm>
              <a:off x="2243175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32"/>
            <p:cNvSpPr/>
            <p:nvPr/>
          </p:nvSpPr>
          <p:spPr>
            <a:xfrm>
              <a:off x="233507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32"/>
            <p:cNvSpPr/>
            <p:nvPr/>
          </p:nvSpPr>
          <p:spPr>
            <a:xfrm>
              <a:off x="24268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32"/>
            <p:cNvSpPr/>
            <p:nvPr/>
          </p:nvSpPr>
          <p:spPr>
            <a:xfrm>
              <a:off x="2518800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32"/>
            <p:cNvSpPr/>
            <p:nvPr/>
          </p:nvSpPr>
          <p:spPr>
            <a:xfrm>
              <a:off x="2610600" y="1065050"/>
              <a:ext cx="1425" cy="4410900"/>
            </a:xfrm>
            <a:custGeom>
              <a:rect b="b" l="l" r="r" t="t"/>
              <a:pathLst>
                <a:path extrusionOk="0" h="176436" w="57">
                  <a:moveTo>
                    <a:pt x="0" y="0"/>
                  </a:moveTo>
                  <a:lnTo>
                    <a:pt x="0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32"/>
            <p:cNvSpPr/>
            <p:nvPr/>
          </p:nvSpPr>
          <p:spPr>
            <a:xfrm>
              <a:off x="27023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5" y="1764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32"/>
            <p:cNvSpPr/>
            <p:nvPr/>
          </p:nvSpPr>
          <p:spPr>
            <a:xfrm>
              <a:off x="2794250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32"/>
            <p:cNvSpPr/>
            <p:nvPr/>
          </p:nvSpPr>
          <p:spPr>
            <a:xfrm>
              <a:off x="2886050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0" y="0"/>
                  </a:moveTo>
                  <a:lnTo>
                    <a:pt x="0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32"/>
            <p:cNvSpPr/>
            <p:nvPr/>
          </p:nvSpPr>
          <p:spPr>
            <a:xfrm>
              <a:off x="297797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32"/>
            <p:cNvSpPr/>
            <p:nvPr/>
          </p:nvSpPr>
          <p:spPr>
            <a:xfrm>
              <a:off x="3069750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32"/>
            <p:cNvSpPr/>
            <p:nvPr/>
          </p:nvSpPr>
          <p:spPr>
            <a:xfrm>
              <a:off x="31616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7" y="17643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32"/>
            <p:cNvSpPr/>
            <p:nvPr/>
          </p:nvSpPr>
          <p:spPr>
            <a:xfrm>
              <a:off x="3253425" y="1065050"/>
              <a:ext cx="1475" cy="4410900"/>
            </a:xfrm>
            <a:custGeom>
              <a:rect b="b" l="l" r="r" t="t"/>
              <a:pathLst>
                <a:path extrusionOk="0" h="176436" w="59">
                  <a:moveTo>
                    <a:pt x="0" y="0"/>
                  </a:moveTo>
                  <a:lnTo>
                    <a:pt x="0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32"/>
            <p:cNvSpPr/>
            <p:nvPr/>
          </p:nvSpPr>
          <p:spPr>
            <a:xfrm>
              <a:off x="3345375" y="1065050"/>
              <a:ext cx="1450" cy="4410900"/>
            </a:xfrm>
            <a:custGeom>
              <a:rect b="b" l="l" r="r" t="t"/>
              <a:pathLst>
                <a:path extrusionOk="0" h="176436" w="58">
                  <a:moveTo>
                    <a:pt x="1" y="0"/>
                  </a:moveTo>
                  <a:lnTo>
                    <a:pt x="1" y="176435"/>
                  </a:lnTo>
                  <a:lnTo>
                    <a:pt x="58" y="17643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32"/>
            <p:cNvSpPr/>
            <p:nvPr/>
          </p:nvSpPr>
          <p:spPr>
            <a:xfrm>
              <a:off x="3437125" y="1065050"/>
              <a:ext cx="1500" cy="4410900"/>
            </a:xfrm>
            <a:custGeom>
              <a:rect b="b" l="l" r="r" t="t"/>
              <a:pathLst>
                <a:path extrusionOk="0" h="176436" w="60">
                  <a:moveTo>
                    <a:pt x="1" y="0"/>
                  </a:moveTo>
                  <a:lnTo>
                    <a:pt x="1" y="176435"/>
                  </a:lnTo>
                  <a:lnTo>
                    <a:pt x="59" y="17643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32"/>
            <p:cNvSpPr/>
            <p:nvPr/>
          </p:nvSpPr>
          <p:spPr>
            <a:xfrm>
              <a:off x="3528925" y="1065050"/>
              <a:ext cx="1625" cy="4410900"/>
            </a:xfrm>
            <a:custGeom>
              <a:rect b="b" l="l" r="r" t="t"/>
              <a:pathLst>
                <a:path extrusionOk="0" h="176436" w="65">
                  <a:moveTo>
                    <a:pt x="1" y="0"/>
                  </a:moveTo>
                  <a:lnTo>
                    <a:pt x="1" y="176435"/>
                  </a:lnTo>
                  <a:lnTo>
                    <a:pt x="64" y="17643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>
                <a:alpha val="334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16121" name="Shape 1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2" name="Google Shape;16122;p33"/>
          <p:cNvSpPr/>
          <p:nvPr/>
        </p:nvSpPr>
        <p:spPr>
          <a:xfrm>
            <a:off x="-214975" y="3963813"/>
            <a:ext cx="928204" cy="97584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3" name="Google Shape;16123;p33"/>
          <p:cNvSpPr/>
          <p:nvPr/>
        </p:nvSpPr>
        <p:spPr>
          <a:xfrm>
            <a:off x="8872872" y="246175"/>
            <a:ext cx="550800" cy="2247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4" name="Google Shape;16124;p33"/>
          <p:cNvSpPr/>
          <p:nvPr/>
        </p:nvSpPr>
        <p:spPr>
          <a:xfrm>
            <a:off x="8519900" y="1931816"/>
            <a:ext cx="1609800" cy="16098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 SemiBold"/>
              <a:buNone/>
              <a:defRPr sz="3500">
                <a:solidFill>
                  <a:schemeClr val="dk2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png"/><Relationship Id="rId4" Type="http://schemas.openxmlformats.org/officeDocument/2006/relationships/image" Target="../media/image3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8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6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7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Relationship Id="rId3" Type="http://schemas.openxmlformats.org/officeDocument/2006/relationships/hyperlink" Target="mailto:njiang1@swarthmore.edu" TargetMode="External"/><Relationship Id="rId4" Type="http://schemas.openxmlformats.org/officeDocument/2006/relationships/hyperlink" Target="mailto:avasque1@swarthmore.edu" TargetMode="External"/><Relationship Id="rId5" Type="http://schemas.openxmlformats.org/officeDocument/2006/relationships/hyperlink" Target="mailto:ceverba1@swarthmore.edu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28" name="Shape 16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9" name="Google Shape;16129;p34"/>
          <p:cNvSpPr txBox="1"/>
          <p:nvPr>
            <p:ph type="ctrTitle"/>
          </p:nvPr>
        </p:nvSpPr>
        <p:spPr>
          <a:xfrm>
            <a:off x="713225" y="564343"/>
            <a:ext cx="7717500" cy="31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Hydrogen Fuel Cell Vehicle</a:t>
            </a:r>
            <a:endParaRPr/>
          </a:p>
        </p:txBody>
      </p:sp>
      <p:sp>
        <p:nvSpPr>
          <p:cNvPr id="16130" name="Google Shape;16130;p34"/>
          <p:cNvSpPr txBox="1"/>
          <p:nvPr>
            <p:ph idx="1" type="subTitle"/>
          </p:nvPr>
        </p:nvSpPr>
        <p:spPr>
          <a:xfrm>
            <a:off x="713250" y="3552373"/>
            <a:ext cx="7717500" cy="54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Nora Jiang and Matthew Shiley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Professor Carr Everbach</a:t>
            </a:r>
            <a:endParaRPr/>
          </a:p>
        </p:txBody>
      </p:sp>
      <p:grpSp>
        <p:nvGrpSpPr>
          <p:cNvPr id="16131" name="Google Shape;16131;p34"/>
          <p:cNvGrpSpPr/>
          <p:nvPr/>
        </p:nvGrpSpPr>
        <p:grpSpPr>
          <a:xfrm>
            <a:off x="7516178" y="-132260"/>
            <a:ext cx="1888161" cy="1888672"/>
            <a:chOff x="7033950" y="-293650"/>
            <a:chExt cx="2687391" cy="2688118"/>
          </a:xfrm>
        </p:grpSpPr>
        <p:sp>
          <p:nvSpPr>
            <p:cNvPr id="16132" name="Google Shape;16132;p34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34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34" name="Google Shape;16134;p34"/>
          <p:cNvSpPr/>
          <p:nvPr/>
        </p:nvSpPr>
        <p:spPr>
          <a:xfrm>
            <a:off x="6336271" y="4322628"/>
            <a:ext cx="1179895" cy="1180184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5" name="Google Shape;16135;p34"/>
          <p:cNvSpPr/>
          <p:nvPr/>
        </p:nvSpPr>
        <p:spPr>
          <a:xfrm>
            <a:off x="6976650" y="3552363"/>
            <a:ext cx="2720700" cy="27207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6" name="Google Shape;16136;p34"/>
          <p:cNvSpPr/>
          <p:nvPr/>
        </p:nvSpPr>
        <p:spPr>
          <a:xfrm>
            <a:off x="7118900" y="136525"/>
            <a:ext cx="583610" cy="613563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40" name="Shape 16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1" name="Google Shape;16141;p3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16142" name="Google Shape;16142;p35"/>
          <p:cNvSpPr txBox="1"/>
          <p:nvPr>
            <p:ph idx="4" type="title"/>
          </p:nvPr>
        </p:nvSpPr>
        <p:spPr>
          <a:xfrm>
            <a:off x="6468275" y="2056410"/>
            <a:ext cx="668700" cy="45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6143" name="Google Shape;16143;p35"/>
          <p:cNvSpPr txBox="1"/>
          <p:nvPr>
            <p:ph idx="7" type="subTitle"/>
          </p:nvPr>
        </p:nvSpPr>
        <p:spPr>
          <a:xfrm>
            <a:off x="5416000" y="2656175"/>
            <a:ext cx="2860200" cy="86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Considerations</a:t>
            </a:r>
            <a:endParaRPr/>
          </a:p>
        </p:txBody>
      </p:sp>
      <p:sp>
        <p:nvSpPr>
          <p:cNvPr id="16144" name="Google Shape;16144;p35"/>
          <p:cNvSpPr txBox="1"/>
          <p:nvPr>
            <p:ph idx="16" type="title"/>
          </p:nvPr>
        </p:nvSpPr>
        <p:spPr>
          <a:xfrm>
            <a:off x="2165700" y="2056403"/>
            <a:ext cx="668700" cy="45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6145" name="Google Shape;16145;p35"/>
          <p:cNvSpPr txBox="1"/>
          <p:nvPr>
            <p:ph idx="18" type="title"/>
          </p:nvPr>
        </p:nvSpPr>
        <p:spPr>
          <a:xfrm>
            <a:off x="4219950" y="2056401"/>
            <a:ext cx="704100" cy="45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6146" name="Google Shape;16146;p35"/>
          <p:cNvSpPr txBox="1"/>
          <p:nvPr>
            <p:ph idx="19" type="subTitle"/>
          </p:nvPr>
        </p:nvSpPr>
        <p:spPr>
          <a:xfrm>
            <a:off x="1299600" y="2682140"/>
            <a:ext cx="2400900" cy="4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6147" name="Google Shape;16147;p35"/>
          <p:cNvSpPr txBox="1"/>
          <p:nvPr>
            <p:ph idx="21" type="subTitle"/>
          </p:nvPr>
        </p:nvSpPr>
        <p:spPr>
          <a:xfrm>
            <a:off x="3063600" y="2656187"/>
            <a:ext cx="3016800" cy="86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Current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51" name="Shape 16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2" name="Google Shape;16152;p36"/>
          <p:cNvSpPr txBox="1"/>
          <p:nvPr>
            <p:ph type="title"/>
          </p:nvPr>
        </p:nvSpPr>
        <p:spPr>
          <a:xfrm>
            <a:off x="720000" y="2427410"/>
            <a:ext cx="50676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6153" name="Google Shape;16153;p36"/>
          <p:cNvSpPr txBox="1"/>
          <p:nvPr>
            <p:ph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6154" name="Google Shape;16154;p36"/>
          <p:cNvSpPr txBox="1"/>
          <p:nvPr>
            <p:ph idx="1" type="subTitle"/>
          </p:nvPr>
        </p:nvSpPr>
        <p:spPr>
          <a:xfrm>
            <a:off x="720000" y="3471925"/>
            <a:ext cx="65619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HFCV? And why is there one sitting in the hallway? </a:t>
            </a:r>
            <a:endParaRPr/>
          </a:p>
        </p:txBody>
      </p:sp>
      <p:sp>
        <p:nvSpPr>
          <p:cNvPr id="16155" name="Google Shape;16155;p36"/>
          <p:cNvSpPr/>
          <p:nvPr/>
        </p:nvSpPr>
        <p:spPr>
          <a:xfrm>
            <a:off x="6728164" y="637337"/>
            <a:ext cx="1734758" cy="1733797"/>
          </a:xfrm>
          <a:custGeom>
            <a:rect b="b" l="l" r="r" t="t"/>
            <a:pathLst>
              <a:path extrusionOk="0" h="11150" w="11156">
                <a:moveTo>
                  <a:pt x="5560" y="2050"/>
                </a:moveTo>
                <a:cubicBezTo>
                  <a:pt x="5675" y="2050"/>
                  <a:pt x="5789" y="2056"/>
                  <a:pt x="5904" y="2068"/>
                </a:cubicBezTo>
                <a:lnTo>
                  <a:pt x="5917" y="2068"/>
                </a:lnTo>
                <a:cubicBezTo>
                  <a:pt x="5946" y="2068"/>
                  <a:pt x="5972" y="2074"/>
                  <a:pt x="5994" y="2074"/>
                </a:cubicBezTo>
                <a:cubicBezTo>
                  <a:pt x="6014" y="2074"/>
                  <a:pt x="6042" y="2081"/>
                  <a:pt x="6062" y="2081"/>
                </a:cubicBezTo>
                <a:lnTo>
                  <a:pt x="6077" y="2081"/>
                </a:lnTo>
                <a:cubicBezTo>
                  <a:pt x="6629" y="2164"/>
                  <a:pt x="7155" y="2371"/>
                  <a:pt x="7611" y="2696"/>
                </a:cubicBezTo>
                <a:cubicBezTo>
                  <a:pt x="7618" y="2696"/>
                  <a:pt x="7624" y="2703"/>
                  <a:pt x="7631" y="2703"/>
                </a:cubicBezTo>
                <a:cubicBezTo>
                  <a:pt x="7646" y="2723"/>
                  <a:pt x="7666" y="2738"/>
                  <a:pt x="7687" y="2751"/>
                </a:cubicBezTo>
                <a:cubicBezTo>
                  <a:pt x="7707" y="2764"/>
                  <a:pt x="7720" y="2779"/>
                  <a:pt x="7742" y="2793"/>
                </a:cubicBezTo>
                <a:cubicBezTo>
                  <a:pt x="7749" y="2793"/>
                  <a:pt x="7749" y="2799"/>
                  <a:pt x="7755" y="2799"/>
                </a:cubicBezTo>
                <a:cubicBezTo>
                  <a:pt x="8192" y="3146"/>
                  <a:pt x="8543" y="3594"/>
                  <a:pt x="8779" y="4100"/>
                </a:cubicBezTo>
                <a:cubicBezTo>
                  <a:pt x="8779" y="4106"/>
                  <a:pt x="8785" y="4106"/>
                  <a:pt x="8785" y="4113"/>
                </a:cubicBezTo>
                <a:cubicBezTo>
                  <a:pt x="8799" y="4141"/>
                  <a:pt x="8807" y="4161"/>
                  <a:pt x="8814" y="4183"/>
                </a:cubicBezTo>
                <a:cubicBezTo>
                  <a:pt x="8827" y="4202"/>
                  <a:pt x="8833" y="4224"/>
                  <a:pt x="8840" y="4244"/>
                </a:cubicBezTo>
                <a:cubicBezTo>
                  <a:pt x="8848" y="4251"/>
                  <a:pt x="8848" y="4257"/>
                  <a:pt x="8848" y="4257"/>
                </a:cubicBezTo>
                <a:cubicBezTo>
                  <a:pt x="9056" y="4776"/>
                  <a:pt x="9139" y="5344"/>
                  <a:pt x="9089" y="5896"/>
                </a:cubicBezTo>
                <a:cubicBezTo>
                  <a:pt x="9089" y="5903"/>
                  <a:pt x="9089" y="5909"/>
                  <a:pt x="9082" y="5916"/>
                </a:cubicBezTo>
                <a:cubicBezTo>
                  <a:pt x="9082" y="5938"/>
                  <a:pt x="9082" y="5966"/>
                  <a:pt x="9076" y="5986"/>
                </a:cubicBezTo>
                <a:cubicBezTo>
                  <a:pt x="9076" y="6014"/>
                  <a:pt x="9076" y="6034"/>
                  <a:pt x="9069" y="6055"/>
                </a:cubicBezTo>
                <a:lnTo>
                  <a:pt x="9069" y="6069"/>
                </a:lnTo>
                <a:cubicBezTo>
                  <a:pt x="8986" y="6621"/>
                  <a:pt x="8779" y="7153"/>
                  <a:pt x="8454" y="7610"/>
                </a:cubicBezTo>
                <a:cubicBezTo>
                  <a:pt x="8454" y="7610"/>
                  <a:pt x="8447" y="7616"/>
                  <a:pt x="8447" y="7625"/>
                </a:cubicBezTo>
                <a:cubicBezTo>
                  <a:pt x="8434" y="7638"/>
                  <a:pt x="8419" y="7658"/>
                  <a:pt x="8405" y="7679"/>
                </a:cubicBezTo>
                <a:cubicBezTo>
                  <a:pt x="8392" y="7693"/>
                  <a:pt x="8377" y="7714"/>
                  <a:pt x="8357" y="7734"/>
                </a:cubicBezTo>
                <a:cubicBezTo>
                  <a:pt x="8357" y="7741"/>
                  <a:pt x="8351" y="7741"/>
                  <a:pt x="8351" y="7749"/>
                </a:cubicBezTo>
                <a:cubicBezTo>
                  <a:pt x="8004" y="8190"/>
                  <a:pt x="7555" y="8537"/>
                  <a:pt x="7050" y="8771"/>
                </a:cubicBezTo>
                <a:cubicBezTo>
                  <a:pt x="7044" y="8777"/>
                  <a:pt x="7044" y="8777"/>
                  <a:pt x="7037" y="8777"/>
                </a:cubicBezTo>
                <a:cubicBezTo>
                  <a:pt x="7015" y="8792"/>
                  <a:pt x="6996" y="8799"/>
                  <a:pt x="6974" y="8806"/>
                </a:cubicBezTo>
                <a:cubicBezTo>
                  <a:pt x="6954" y="8819"/>
                  <a:pt x="6926" y="8827"/>
                  <a:pt x="6906" y="8834"/>
                </a:cubicBezTo>
                <a:cubicBezTo>
                  <a:pt x="6899" y="8840"/>
                  <a:pt x="6899" y="8840"/>
                  <a:pt x="6891" y="8840"/>
                </a:cubicBezTo>
                <a:cubicBezTo>
                  <a:pt x="6469" y="9010"/>
                  <a:pt x="6018" y="9096"/>
                  <a:pt x="5563" y="9096"/>
                </a:cubicBezTo>
                <a:cubicBezTo>
                  <a:pt x="5460" y="9096"/>
                  <a:pt x="5357" y="9091"/>
                  <a:pt x="5254" y="9083"/>
                </a:cubicBezTo>
                <a:lnTo>
                  <a:pt x="5241" y="9083"/>
                </a:lnTo>
                <a:cubicBezTo>
                  <a:pt x="5212" y="9076"/>
                  <a:pt x="5191" y="9076"/>
                  <a:pt x="5171" y="9068"/>
                </a:cubicBezTo>
                <a:cubicBezTo>
                  <a:pt x="5143" y="9068"/>
                  <a:pt x="5123" y="9068"/>
                  <a:pt x="5095" y="9061"/>
                </a:cubicBezTo>
                <a:lnTo>
                  <a:pt x="5081" y="9061"/>
                </a:lnTo>
                <a:cubicBezTo>
                  <a:pt x="4527" y="8978"/>
                  <a:pt x="4003" y="8771"/>
                  <a:pt x="3540" y="8446"/>
                </a:cubicBezTo>
                <a:lnTo>
                  <a:pt x="3532" y="8439"/>
                </a:lnTo>
                <a:cubicBezTo>
                  <a:pt x="3512" y="8426"/>
                  <a:pt x="3491" y="8412"/>
                  <a:pt x="3471" y="8398"/>
                </a:cubicBezTo>
                <a:cubicBezTo>
                  <a:pt x="3457" y="8384"/>
                  <a:pt x="3436" y="8371"/>
                  <a:pt x="3416" y="8356"/>
                </a:cubicBezTo>
                <a:cubicBezTo>
                  <a:pt x="3408" y="8349"/>
                  <a:pt x="3408" y="8349"/>
                  <a:pt x="3401" y="8343"/>
                </a:cubicBezTo>
                <a:cubicBezTo>
                  <a:pt x="2966" y="7998"/>
                  <a:pt x="2613" y="7555"/>
                  <a:pt x="2379" y="7044"/>
                </a:cubicBezTo>
                <a:cubicBezTo>
                  <a:pt x="2379" y="7044"/>
                  <a:pt x="2371" y="7036"/>
                  <a:pt x="2371" y="7029"/>
                </a:cubicBezTo>
                <a:cubicBezTo>
                  <a:pt x="2358" y="7009"/>
                  <a:pt x="2351" y="6988"/>
                  <a:pt x="2344" y="6968"/>
                </a:cubicBezTo>
                <a:cubicBezTo>
                  <a:pt x="2338" y="6946"/>
                  <a:pt x="2323" y="6926"/>
                  <a:pt x="2316" y="6898"/>
                </a:cubicBezTo>
                <a:cubicBezTo>
                  <a:pt x="2310" y="6898"/>
                  <a:pt x="2310" y="6891"/>
                  <a:pt x="2310" y="6885"/>
                </a:cubicBezTo>
                <a:cubicBezTo>
                  <a:pt x="2102" y="6366"/>
                  <a:pt x="2019" y="5807"/>
                  <a:pt x="2067" y="5246"/>
                </a:cubicBezTo>
                <a:cubicBezTo>
                  <a:pt x="2067" y="5239"/>
                  <a:pt x="2067" y="5239"/>
                  <a:pt x="2074" y="5233"/>
                </a:cubicBezTo>
                <a:cubicBezTo>
                  <a:pt x="2074" y="5204"/>
                  <a:pt x="2074" y="5184"/>
                  <a:pt x="2081" y="5163"/>
                </a:cubicBezTo>
                <a:cubicBezTo>
                  <a:pt x="2081" y="5136"/>
                  <a:pt x="2081" y="5115"/>
                  <a:pt x="2089" y="5087"/>
                </a:cubicBezTo>
                <a:lnTo>
                  <a:pt x="2089" y="5073"/>
                </a:lnTo>
                <a:cubicBezTo>
                  <a:pt x="2172" y="4521"/>
                  <a:pt x="2379" y="3995"/>
                  <a:pt x="2703" y="3539"/>
                </a:cubicBezTo>
                <a:cubicBezTo>
                  <a:pt x="2703" y="3532"/>
                  <a:pt x="2711" y="3526"/>
                  <a:pt x="2711" y="3526"/>
                </a:cubicBezTo>
                <a:cubicBezTo>
                  <a:pt x="2724" y="3504"/>
                  <a:pt x="2744" y="3484"/>
                  <a:pt x="2759" y="3463"/>
                </a:cubicBezTo>
                <a:cubicBezTo>
                  <a:pt x="2772" y="3443"/>
                  <a:pt x="2786" y="3428"/>
                  <a:pt x="2794" y="3408"/>
                </a:cubicBezTo>
                <a:cubicBezTo>
                  <a:pt x="2801" y="3408"/>
                  <a:pt x="2807" y="3401"/>
                  <a:pt x="2807" y="3395"/>
                </a:cubicBezTo>
                <a:cubicBezTo>
                  <a:pt x="3152" y="2958"/>
                  <a:pt x="3595" y="2607"/>
                  <a:pt x="4106" y="2371"/>
                </a:cubicBezTo>
                <a:cubicBezTo>
                  <a:pt x="4113" y="2371"/>
                  <a:pt x="4113" y="2365"/>
                  <a:pt x="4121" y="2365"/>
                </a:cubicBezTo>
                <a:cubicBezTo>
                  <a:pt x="4141" y="2358"/>
                  <a:pt x="4169" y="2343"/>
                  <a:pt x="4189" y="2336"/>
                </a:cubicBezTo>
                <a:cubicBezTo>
                  <a:pt x="4210" y="2330"/>
                  <a:pt x="4230" y="2316"/>
                  <a:pt x="4252" y="2308"/>
                </a:cubicBezTo>
                <a:cubicBezTo>
                  <a:pt x="4259" y="2308"/>
                  <a:pt x="4259" y="2302"/>
                  <a:pt x="4265" y="2302"/>
                </a:cubicBezTo>
                <a:cubicBezTo>
                  <a:pt x="4678" y="2137"/>
                  <a:pt x="5116" y="2050"/>
                  <a:pt x="5560" y="2050"/>
                </a:cubicBezTo>
                <a:close/>
                <a:moveTo>
                  <a:pt x="5786" y="1"/>
                </a:moveTo>
                <a:lnTo>
                  <a:pt x="5420" y="1258"/>
                </a:lnTo>
                <a:cubicBezTo>
                  <a:pt x="5315" y="1265"/>
                  <a:pt x="5212" y="1271"/>
                  <a:pt x="5108" y="1286"/>
                </a:cubicBezTo>
                <a:lnTo>
                  <a:pt x="5088" y="1286"/>
                </a:lnTo>
                <a:cubicBezTo>
                  <a:pt x="5066" y="1286"/>
                  <a:pt x="5046" y="1286"/>
                  <a:pt x="5025" y="1293"/>
                </a:cubicBezTo>
                <a:lnTo>
                  <a:pt x="5005" y="1293"/>
                </a:lnTo>
                <a:cubicBezTo>
                  <a:pt x="4992" y="1300"/>
                  <a:pt x="4970" y="1300"/>
                  <a:pt x="4957" y="1300"/>
                </a:cubicBezTo>
                <a:cubicBezTo>
                  <a:pt x="4942" y="1306"/>
                  <a:pt x="4922" y="1306"/>
                  <a:pt x="4909" y="1306"/>
                </a:cubicBezTo>
                <a:cubicBezTo>
                  <a:pt x="4881" y="1313"/>
                  <a:pt x="4852" y="1321"/>
                  <a:pt x="4826" y="1321"/>
                </a:cubicBezTo>
                <a:cubicBezTo>
                  <a:pt x="4818" y="1321"/>
                  <a:pt x="4818" y="1328"/>
                  <a:pt x="4811" y="1328"/>
                </a:cubicBezTo>
                <a:cubicBezTo>
                  <a:pt x="4708" y="1341"/>
                  <a:pt x="4604" y="1369"/>
                  <a:pt x="4507" y="1389"/>
                </a:cubicBezTo>
                <a:lnTo>
                  <a:pt x="3789" y="291"/>
                </a:lnTo>
                <a:lnTo>
                  <a:pt x="2973" y="643"/>
                </a:lnTo>
                <a:lnTo>
                  <a:pt x="3283" y="1922"/>
                </a:lnTo>
                <a:cubicBezTo>
                  <a:pt x="3194" y="1970"/>
                  <a:pt x="3111" y="2033"/>
                  <a:pt x="3021" y="2094"/>
                </a:cubicBezTo>
                <a:lnTo>
                  <a:pt x="3015" y="2101"/>
                </a:lnTo>
                <a:cubicBezTo>
                  <a:pt x="2986" y="2122"/>
                  <a:pt x="2966" y="2136"/>
                  <a:pt x="2945" y="2157"/>
                </a:cubicBezTo>
                <a:cubicBezTo>
                  <a:pt x="2932" y="2164"/>
                  <a:pt x="2918" y="2177"/>
                  <a:pt x="2903" y="2184"/>
                </a:cubicBezTo>
                <a:cubicBezTo>
                  <a:pt x="2890" y="2199"/>
                  <a:pt x="2877" y="2205"/>
                  <a:pt x="2862" y="2219"/>
                </a:cubicBezTo>
                <a:lnTo>
                  <a:pt x="2855" y="2225"/>
                </a:lnTo>
                <a:cubicBezTo>
                  <a:pt x="2835" y="2240"/>
                  <a:pt x="2820" y="2253"/>
                  <a:pt x="2801" y="2267"/>
                </a:cubicBezTo>
                <a:lnTo>
                  <a:pt x="2786" y="2282"/>
                </a:lnTo>
                <a:cubicBezTo>
                  <a:pt x="2711" y="2350"/>
                  <a:pt x="2635" y="2419"/>
                  <a:pt x="2558" y="2489"/>
                </a:cubicBezTo>
                <a:lnTo>
                  <a:pt x="1384" y="1893"/>
                </a:lnTo>
                <a:lnTo>
                  <a:pt x="858" y="2607"/>
                </a:lnTo>
                <a:lnTo>
                  <a:pt x="1764" y="3561"/>
                </a:lnTo>
                <a:cubicBezTo>
                  <a:pt x="1716" y="3650"/>
                  <a:pt x="1666" y="3740"/>
                  <a:pt x="1624" y="3836"/>
                </a:cubicBezTo>
                <a:cubicBezTo>
                  <a:pt x="1624" y="3843"/>
                  <a:pt x="1624" y="3843"/>
                  <a:pt x="1618" y="3851"/>
                </a:cubicBezTo>
                <a:cubicBezTo>
                  <a:pt x="1611" y="3877"/>
                  <a:pt x="1598" y="3906"/>
                  <a:pt x="1591" y="3925"/>
                </a:cubicBezTo>
                <a:lnTo>
                  <a:pt x="1583" y="3934"/>
                </a:lnTo>
                <a:lnTo>
                  <a:pt x="1583" y="3940"/>
                </a:lnTo>
                <a:cubicBezTo>
                  <a:pt x="1576" y="3954"/>
                  <a:pt x="1576" y="3960"/>
                  <a:pt x="1570" y="3975"/>
                </a:cubicBezTo>
                <a:cubicBezTo>
                  <a:pt x="1563" y="3989"/>
                  <a:pt x="1556" y="4008"/>
                  <a:pt x="1550" y="4023"/>
                </a:cubicBezTo>
                <a:cubicBezTo>
                  <a:pt x="1542" y="4050"/>
                  <a:pt x="1528" y="4078"/>
                  <a:pt x="1522" y="4100"/>
                </a:cubicBezTo>
                <a:cubicBezTo>
                  <a:pt x="1522" y="4106"/>
                  <a:pt x="1515" y="4113"/>
                  <a:pt x="1515" y="4113"/>
                </a:cubicBezTo>
                <a:cubicBezTo>
                  <a:pt x="1480" y="4216"/>
                  <a:pt x="1452" y="4314"/>
                  <a:pt x="1417" y="4410"/>
                </a:cubicBezTo>
                <a:lnTo>
                  <a:pt x="105" y="4480"/>
                </a:lnTo>
                <a:lnTo>
                  <a:pt x="1" y="5364"/>
                </a:lnTo>
                <a:lnTo>
                  <a:pt x="1266" y="5737"/>
                </a:lnTo>
                <a:cubicBezTo>
                  <a:pt x="1273" y="5841"/>
                  <a:pt x="1279" y="5944"/>
                  <a:pt x="1286" y="6049"/>
                </a:cubicBezTo>
                <a:cubicBezTo>
                  <a:pt x="1286" y="6049"/>
                  <a:pt x="1286" y="6055"/>
                  <a:pt x="1293" y="6062"/>
                </a:cubicBezTo>
                <a:cubicBezTo>
                  <a:pt x="1293" y="6090"/>
                  <a:pt x="1301" y="6117"/>
                  <a:pt x="1301" y="6145"/>
                </a:cubicBezTo>
                <a:cubicBezTo>
                  <a:pt x="1301" y="6158"/>
                  <a:pt x="1308" y="6180"/>
                  <a:pt x="1308" y="6193"/>
                </a:cubicBezTo>
                <a:cubicBezTo>
                  <a:pt x="1308" y="6215"/>
                  <a:pt x="1314" y="6228"/>
                  <a:pt x="1314" y="6241"/>
                </a:cubicBezTo>
                <a:cubicBezTo>
                  <a:pt x="1321" y="6269"/>
                  <a:pt x="1321" y="6298"/>
                  <a:pt x="1328" y="6324"/>
                </a:cubicBezTo>
                <a:cubicBezTo>
                  <a:pt x="1328" y="6331"/>
                  <a:pt x="1328" y="6339"/>
                  <a:pt x="1334" y="6346"/>
                </a:cubicBezTo>
                <a:lnTo>
                  <a:pt x="1334" y="6366"/>
                </a:lnTo>
                <a:cubicBezTo>
                  <a:pt x="1349" y="6435"/>
                  <a:pt x="1362" y="6505"/>
                  <a:pt x="1376" y="6573"/>
                </a:cubicBezTo>
                <a:cubicBezTo>
                  <a:pt x="1384" y="6594"/>
                  <a:pt x="1391" y="6621"/>
                  <a:pt x="1397" y="6649"/>
                </a:cubicBezTo>
                <a:lnTo>
                  <a:pt x="297" y="7361"/>
                </a:lnTo>
                <a:lnTo>
                  <a:pt x="644" y="8177"/>
                </a:lnTo>
                <a:lnTo>
                  <a:pt x="1923" y="7873"/>
                </a:lnTo>
                <a:cubicBezTo>
                  <a:pt x="1978" y="7956"/>
                  <a:pt x="2039" y="8046"/>
                  <a:pt x="2102" y="8129"/>
                </a:cubicBezTo>
                <a:cubicBezTo>
                  <a:pt x="2102" y="8129"/>
                  <a:pt x="2109" y="8135"/>
                  <a:pt x="2109" y="8142"/>
                </a:cubicBezTo>
                <a:cubicBezTo>
                  <a:pt x="2122" y="8164"/>
                  <a:pt x="2144" y="8184"/>
                  <a:pt x="2157" y="8205"/>
                </a:cubicBezTo>
                <a:cubicBezTo>
                  <a:pt x="2172" y="8218"/>
                  <a:pt x="2179" y="8232"/>
                  <a:pt x="2192" y="8247"/>
                </a:cubicBezTo>
                <a:cubicBezTo>
                  <a:pt x="2198" y="8260"/>
                  <a:pt x="2213" y="8273"/>
                  <a:pt x="2220" y="8288"/>
                </a:cubicBezTo>
                <a:cubicBezTo>
                  <a:pt x="2240" y="8308"/>
                  <a:pt x="2261" y="8329"/>
                  <a:pt x="2275" y="8349"/>
                </a:cubicBezTo>
                <a:cubicBezTo>
                  <a:pt x="2281" y="8356"/>
                  <a:pt x="2281" y="8356"/>
                  <a:pt x="2288" y="8363"/>
                </a:cubicBezTo>
                <a:cubicBezTo>
                  <a:pt x="2351" y="8439"/>
                  <a:pt x="2421" y="8522"/>
                  <a:pt x="2495" y="8592"/>
                </a:cubicBezTo>
                <a:lnTo>
                  <a:pt x="1895" y="9766"/>
                </a:lnTo>
                <a:lnTo>
                  <a:pt x="2613" y="10298"/>
                </a:lnTo>
                <a:lnTo>
                  <a:pt x="3560" y="9386"/>
                </a:lnTo>
                <a:cubicBezTo>
                  <a:pt x="3656" y="9434"/>
                  <a:pt x="3748" y="9482"/>
                  <a:pt x="3844" y="9524"/>
                </a:cubicBezTo>
                <a:cubicBezTo>
                  <a:pt x="3851" y="9524"/>
                  <a:pt x="3851" y="9532"/>
                  <a:pt x="3857" y="9532"/>
                </a:cubicBezTo>
                <a:cubicBezTo>
                  <a:pt x="3885" y="9539"/>
                  <a:pt x="3905" y="9552"/>
                  <a:pt x="3933" y="9565"/>
                </a:cubicBezTo>
                <a:cubicBezTo>
                  <a:pt x="3955" y="9574"/>
                  <a:pt x="3968" y="9574"/>
                  <a:pt x="3982" y="9580"/>
                </a:cubicBezTo>
                <a:cubicBezTo>
                  <a:pt x="3997" y="9587"/>
                  <a:pt x="4010" y="9593"/>
                  <a:pt x="4030" y="9600"/>
                </a:cubicBezTo>
                <a:cubicBezTo>
                  <a:pt x="4058" y="9607"/>
                  <a:pt x="4079" y="9622"/>
                  <a:pt x="4106" y="9628"/>
                </a:cubicBezTo>
                <a:cubicBezTo>
                  <a:pt x="4113" y="9635"/>
                  <a:pt x="4121" y="9635"/>
                  <a:pt x="4121" y="9635"/>
                </a:cubicBezTo>
                <a:cubicBezTo>
                  <a:pt x="4217" y="9670"/>
                  <a:pt x="4320" y="9705"/>
                  <a:pt x="4418" y="9731"/>
                </a:cubicBezTo>
                <a:lnTo>
                  <a:pt x="4486" y="11045"/>
                </a:lnTo>
                <a:lnTo>
                  <a:pt x="5372" y="11149"/>
                </a:lnTo>
                <a:lnTo>
                  <a:pt x="5738" y="9884"/>
                </a:lnTo>
                <a:cubicBezTo>
                  <a:pt x="5841" y="9884"/>
                  <a:pt x="5946" y="9877"/>
                  <a:pt x="6055" y="9864"/>
                </a:cubicBezTo>
                <a:lnTo>
                  <a:pt x="6070" y="9864"/>
                </a:lnTo>
                <a:cubicBezTo>
                  <a:pt x="6090" y="9856"/>
                  <a:pt x="6111" y="9856"/>
                  <a:pt x="6131" y="9849"/>
                </a:cubicBezTo>
                <a:lnTo>
                  <a:pt x="6153" y="9849"/>
                </a:lnTo>
                <a:cubicBezTo>
                  <a:pt x="6166" y="9849"/>
                  <a:pt x="6186" y="9842"/>
                  <a:pt x="6201" y="9842"/>
                </a:cubicBezTo>
                <a:cubicBezTo>
                  <a:pt x="6214" y="9842"/>
                  <a:pt x="6236" y="9836"/>
                  <a:pt x="6249" y="9836"/>
                </a:cubicBezTo>
                <a:cubicBezTo>
                  <a:pt x="6277" y="9829"/>
                  <a:pt x="6304" y="9829"/>
                  <a:pt x="6332" y="9822"/>
                </a:cubicBezTo>
                <a:lnTo>
                  <a:pt x="6345" y="9822"/>
                </a:lnTo>
                <a:cubicBezTo>
                  <a:pt x="6450" y="9801"/>
                  <a:pt x="6553" y="9781"/>
                  <a:pt x="6657" y="9753"/>
                </a:cubicBezTo>
                <a:lnTo>
                  <a:pt x="7369" y="10859"/>
                </a:lnTo>
                <a:lnTo>
                  <a:pt x="8185" y="10506"/>
                </a:lnTo>
                <a:lnTo>
                  <a:pt x="7873" y="9227"/>
                </a:lnTo>
                <a:cubicBezTo>
                  <a:pt x="7901" y="9214"/>
                  <a:pt x="7921" y="9200"/>
                  <a:pt x="7943" y="9185"/>
                </a:cubicBezTo>
                <a:cubicBezTo>
                  <a:pt x="7997" y="9144"/>
                  <a:pt x="8060" y="9109"/>
                  <a:pt x="8115" y="9061"/>
                </a:cubicBezTo>
                <a:cubicBezTo>
                  <a:pt x="8122" y="9061"/>
                  <a:pt x="8128" y="9054"/>
                  <a:pt x="8135" y="9048"/>
                </a:cubicBezTo>
                <a:cubicBezTo>
                  <a:pt x="8135" y="9048"/>
                  <a:pt x="8143" y="9048"/>
                  <a:pt x="8143" y="9041"/>
                </a:cubicBezTo>
                <a:cubicBezTo>
                  <a:pt x="8170" y="9026"/>
                  <a:pt x="8192" y="9006"/>
                  <a:pt x="8211" y="8993"/>
                </a:cubicBezTo>
                <a:cubicBezTo>
                  <a:pt x="8226" y="8978"/>
                  <a:pt x="8240" y="8971"/>
                  <a:pt x="8253" y="8958"/>
                </a:cubicBezTo>
                <a:cubicBezTo>
                  <a:pt x="8268" y="8952"/>
                  <a:pt x="8281" y="8937"/>
                  <a:pt x="8294" y="8930"/>
                </a:cubicBezTo>
                <a:cubicBezTo>
                  <a:pt x="8294" y="8923"/>
                  <a:pt x="8301" y="8923"/>
                  <a:pt x="8301" y="8917"/>
                </a:cubicBezTo>
                <a:cubicBezTo>
                  <a:pt x="8323" y="8902"/>
                  <a:pt x="8342" y="8888"/>
                  <a:pt x="8357" y="8875"/>
                </a:cubicBezTo>
                <a:cubicBezTo>
                  <a:pt x="8364" y="8875"/>
                  <a:pt x="8364" y="8869"/>
                  <a:pt x="8371" y="8869"/>
                </a:cubicBezTo>
                <a:cubicBezTo>
                  <a:pt x="8447" y="8799"/>
                  <a:pt x="8523" y="8729"/>
                  <a:pt x="8600" y="8653"/>
                </a:cubicBezTo>
                <a:lnTo>
                  <a:pt x="9774" y="9255"/>
                </a:lnTo>
                <a:lnTo>
                  <a:pt x="10300" y="8543"/>
                </a:lnTo>
                <a:lnTo>
                  <a:pt x="9394" y="7590"/>
                </a:lnTo>
                <a:cubicBezTo>
                  <a:pt x="9442" y="7500"/>
                  <a:pt x="9490" y="7402"/>
                  <a:pt x="9532" y="7306"/>
                </a:cubicBezTo>
                <a:cubicBezTo>
                  <a:pt x="9532" y="7306"/>
                  <a:pt x="9532" y="7299"/>
                  <a:pt x="9538" y="7293"/>
                </a:cubicBezTo>
                <a:cubicBezTo>
                  <a:pt x="9545" y="7265"/>
                  <a:pt x="9560" y="7243"/>
                  <a:pt x="9567" y="7216"/>
                </a:cubicBezTo>
                <a:cubicBezTo>
                  <a:pt x="9573" y="7202"/>
                  <a:pt x="9580" y="7182"/>
                  <a:pt x="9587" y="7168"/>
                </a:cubicBezTo>
                <a:cubicBezTo>
                  <a:pt x="9595" y="7153"/>
                  <a:pt x="9601" y="7140"/>
                  <a:pt x="9608" y="7127"/>
                </a:cubicBezTo>
                <a:cubicBezTo>
                  <a:pt x="9615" y="7099"/>
                  <a:pt x="9628" y="7070"/>
                  <a:pt x="9636" y="7044"/>
                </a:cubicBezTo>
                <a:cubicBezTo>
                  <a:pt x="9636" y="7036"/>
                  <a:pt x="9643" y="7036"/>
                  <a:pt x="9643" y="7029"/>
                </a:cubicBezTo>
                <a:cubicBezTo>
                  <a:pt x="9678" y="6933"/>
                  <a:pt x="9711" y="6828"/>
                  <a:pt x="9739" y="6732"/>
                </a:cubicBezTo>
                <a:lnTo>
                  <a:pt x="11053" y="6662"/>
                </a:lnTo>
                <a:lnTo>
                  <a:pt x="11156" y="5778"/>
                </a:lnTo>
                <a:lnTo>
                  <a:pt x="9892" y="5412"/>
                </a:lnTo>
                <a:cubicBezTo>
                  <a:pt x="9885" y="5309"/>
                  <a:pt x="9877" y="5204"/>
                  <a:pt x="9870" y="5102"/>
                </a:cubicBezTo>
                <a:cubicBezTo>
                  <a:pt x="9870" y="5095"/>
                  <a:pt x="9870" y="5087"/>
                  <a:pt x="9864" y="5087"/>
                </a:cubicBezTo>
                <a:cubicBezTo>
                  <a:pt x="9864" y="5060"/>
                  <a:pt x="9864" y="5025"/>
                  <a:pt x="9857" y="4997"/>
                </a:cubicBezTo>
                <a:cubicBezTo>
                  <a:pt x="9857" y="4984"/>
                  <a:pt x="9850" y="4970"/>
                  <a:pt x="9850" y="4949"/>
                </a:cubicBezTo>
                <a:cubicBezTo>
                  <a:pt x="9850" y="4936"/>
                  <a:pt x="9844" y="4914"/>
                  <a:pt x="9844" y="4901"/>
                </a:cubicBezTo>
                <a:cubicBezTo>
                  <a:pt x="9835" y="4873"/>
                  <a:pt x="9835" y="4846"/>
                  <a:pt x="9829" y="4818"/>
                </a:cubicBezTo>
                <a:cubicBezTo>
                  <a:pt x="9829" y="4811"/>
                  <a:pt x="9829" y="4811"/>
                  <a:pt x="9822" y="4805"/>
                </a:cubicBezTo>
                <a:cubicBezTo>
                  <a:pt x="9809" y="4700"/>
                  <a:pt x="9787" y="4597"/>
                  <a:pt x="9761" y="4499"/>
                </a:cubicBezTo>
                <a:lnTo>
                  <a:pt x="10859" y="3781"/>
                </a:lnTo>
                <a:lnTo>
                  <a:pt x="10514" y="2965"/>
                </a:lnTo>
                <a:lnTo>
                  <a:pt x="9235" y="3277"/>
                </a:lnTo>
                <a:cubicBezTo>
                  <a:pt x="9180" y="3187"/>
                  <a:pt x="9117" y="3104"/>
                  <a:pt x="9056" y="3021"/>
                </a:cubicBezTo>
                <a:cubicBezTo>
                  <a:pt x="9056" y="3013"/>
                  <a:pt x="9047" y="3007"/>
                  <a:pt x="9047" y="3007"/>
                </a:cubicBezTo>
                <a:cubicBezTo>
                  <a:pt x="9034" y="2987"/>
                  <a:pt x="9014" y="2958"/>
                  <a:pt x="8999" y="2939"/>
                </a:cubicBezTo>
                <a:cubicBezTo>
                  <a:pt x="8986" y="2924"/>
                  <a:pt x="8979" y="2910"/>
                  <a:pt x="8964" y="2897"/>
                </a:cubicBezTo>
                <a:cubicBezTo>
                  <a:pt x="8958" y="2882"/>
                  <a:pt x="8945" y="2875"/>
                  <a:pt x="8938" y="2862"/>
                </a:cubicBezTo>
                <a:cubicBezTo>
                  <a:pt x="8916" y="2834"/>
                  <a:pt x="8896" y="2814"/>
                  <a:pt x="8882" y="2793"/>
                </a:cubicBezTo>
                <a:cubicBezTo>
                  <a:pt x="8875" y="2793"/>
                  <a:pt x="8875" y="2786"/>
                  <a:pt x="8868" y="2786"/>
                </a:cubicBezTo>
                <a:cubicBezTo>
                  <a:pt x="8807" y="2703"/>
                  <a:pt x="8737" y="2627"/>
                  <a:pt x="8661" y="2550"/>
                </a:cubicBezTo>
                <a:lnTo>
                  <a:pt x="9263" y="1383"/>
                </a:lnTo>
                <a:lnTo>
                  <a:pt x="8543" y="850"/>
                </a:lnTo>
                <a:lnTo>
                  <a:pt x="7596" y="1756"/>
                </a:lnTo>
                <a:cubicBezTo>
                  <a:pt x="7500" y="1708"/>
                  <a:pt x="7410" y="1660"/>
                  <a:pt x="7314" y="1618"/>
                </a:cubicBezTo>
                <a:lnTo>
                  <a:pt x="7299" y="1618"/>
                </a:lnTo>
                <a:cubicBezTo>
                  <a:pt x="7273" y="1603"/>
                  <a:pt x="7251" y="1590"/>
                  <a:pt x="7223" y="1583"/>
                </a:cubicBezTo>
                <a:cubicBezTo>
                  <a:pt x="7210" y="1577"/>
                  <a:pt x="7190" y="1570"/>
                  <a:pt x="7175" y="1562"/>
                </a:cubicBezTo>
                <a:cubicBezTo>
                  <a:pt x="7161" y="1555"/>
                  <a:pt x="7148" y="1548"/>
                  <a:pt x="7127" y="1542"/>
                </a:cubicBezTo>
                <a:cubicBezTo>
                  <a:pt x="7107" y="1535"/>
                  <a:pt x="7078" y="1529"/>
                  <a:pt x="7050" y="1514"/>
                </a:cubicBezTo>
                <a:cubicBezTo>
                  <a:pt x="7044" y="1514"/>
                  <a:pt x="7037" y="1514"/>
                  <a:pt x="7037" y="1507"/>
                </a:cubicBezTo>
                <a:cubicBezTo>
                  <a:pt x="6941" y="1472"/>
                  <a:pt x="6836" y="1446"/>
                  <a:pt x="6740" y="1417"/>
                </a:cubicBezTo>
                <a:lnTo>
                  <a:pt x="6670" y="104"/>
                </a:lnTo>
                <a:lnTo>
                  <a:pt x="578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6" name="Google Shape;16156;p36"/>
          <p:cNvSpPr/>
          <p:nvPr/>
        </p:nvSpPr>
        <p:spPr>
          <a:xfrm>
            <a:off x="5900750" y="-228952"/>
            <a:ext cx="3389900" cy="3390934"/>
          </a:xfrm>
          <a:custGeom>
            <a:rect b="b" l="l" r="r" t="t"/>
            <a:pathLst>
              <a:path extrusionOk="0" h="21807" w="21800">
                <a:moveTo>
                  <a:pt x="10900" y="35"/>
                </a:moveTo>
                <a:cubicBezTo>
                  <a:pt x="16891" y="35"/>
                  <a:pt x="21765" y="4915"/>
                  <a:pt x="21765" y="10906"/>
                </a:cubicBezTo>
                <a:cubicBezTo>
                  <a:pt x="21765" y="16893"/>
                  <a:pt x="16891" y="21771"/>
                  <a:pt x="10900" y="21771"/>
                </a:cubicBezTo>
                <a:cubicBezTo>
                  <a:pt x="4907" y="21771"/>
                  <a:pt x="35" y="16893"/>
                  <a:pt x="35" y="10906"/>
                </a:cubicBezTo>
                <a:cubicBezTo>
                  <a:pt x="35" y="4915"/>
                  <a:pt x="4907" y="35"/>
                  <a:pt x="10900" y="35"/>
                </a:cubicBezTo>
                <a:close/>
                <a:moveTo>
                  <a:pt x="10900" y="0"/>
                </a:moveTo>
                <a:cubicBezTo>
                  <a:pt x="9427" y="0"/>
                  <a:pt x="7997" y="290"/>
                  <a:pt x="6655" y="858"/>
                </a:cubicBezTo>
                <a:cubicBezTo>
                  <a:pt x="5356" y="1410"/>
                  <a:pt x="4189" y="2191"/>
                  <a:pt x="3193" y="3193"/>
                </a:cubicBezTo>
                <a:cubicBezTo>
                  <a:pt x="2191" y="4197"/>
                  <a:pt x="1404" y="5364"/>
                  <a:pt x="858" y="6663"/>
                </a:cubicBezTo>
                <a:cubicBezTo>
                  <a:pt x="284" y="8004"/>
                  <a:pt x="0" y="9435"/>
                  <a:pt x="0" y="10906"/>
                </a:cubicBezTo>
                <a:cubicBezTo>
                  <a:pt x="0" y="12379"/>
                  <a:pt x="284" y="13803"/>
                  <a:pt x="858" y="15151"/>
                </a:cubicBezTo>
                <a:cubicBezTo>
                  <a:pt x="1404" y="16443"/>
                  <a:pt x="2191" y="17611"/>
                  <a:pt x="3193" y="18613"/>
                </a:cubicBezTo>
                <a:cubicBezTo>
                  <a:pt x="4189" y="19615"/>
                  <a:pt x="5356" y="20403"/>
                  <a:pt x="6655" y="20950"/>
                </a:cubicBezTo>
                <a:cubicBezTo>
                  <a:pt x="7997" y="21516"/>
                  <a:pt x="9427" y="21806"/>
                  <a:pt x="10900" y="21806"/>
                </a:cubicBezTo>
                <a:cubicBezTo>
                  <a:pt x="12371" y="21806"/>
                  <a:pt x="13803" y="21516"/>
                  <a:pt x="15143" y="20950"/>
                </a:cubicBezTo>
                <a:cubicBezTo>
                  <a:pt x="16442" y="20403"/>
                  <a:pt x="17611" y="19615"/>
                  <a:pt x="18607" y="18613"/>
                </a:cubicBezTo>
                <a:cubicBezTo>
                  <a:pt x="19608" y="17611"/>
                  <a:pt x="20396" y="16443"/>
                  <a:pt x="20949" y="15151"/>
                </a:cubicBezTo>
                <a:cubicBezTo>
                  <a:pt x="21516" y="13803"/>
                  <a:pt x="21800" y="12379"/>
                  <a:pt x="21800" y="10906"/>
                </a:cubicBezTo>
                <a:cubicBezTo>
                  <a:pt x="21800" y="9435"/>
                  <a:pt x="21516" y="8004"/>
                  <a:pt x="20949" y="6663"/>
                </a:cubicBezTo>
                <a:cubicBezTo>
                  <a:pt x="20396" y="5364"/>
                  <a:pt x="19608" y="4197"/>
                  <a:pt x="18607" y="3193"/>
                </a:cubicBezTo>
                <a:cubicBezTo>
                  <a:pt x="17611" y="2191"/>
                  <a:pt x="16442" y="1410"/>
                  <a:pt x="15143" y="858"/>
                </a:cubicBezTo>
                <a:cubicBezTo>
                  <a:pt x="13803" y="290"/>
                  <a:pt x="12371" y="0"/>
                  <a:pt x="1090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7" name="Google Shape;16157;p36"/>
          <p:cNvSpPr/>
          <p:nvPr/>
        </p:nvSpPr>
        <p:spPr>
          <a:xfrm>
            <a:off x="6097302" y="-31157"/>
            <a:ext cx="2996640" cy="2995504"/>
          </a:xfrm>
          <a:custGeom>
            <a:rect b="b" l="l" r="r" t="t"/>
            <a:pathLst>
              <a:path extrusionOk="0" h="19264" w="19271">
                <a:moveTo>
                  <a:pt x="9636" y="291"/>
                </a:moveTo>
                <a:cubicBezTo>
                  <a:pt x="14785" y="291"/>
                  <a:pt x="18980" y="4479"/>
                  <a:pt x="18980" y="9634"/>
                </a:cubicBezTo>
                <a:cubicBezTo>
                  <a:pt x="18980" y="14785"/>
                  <a:pt x="14785" y="18973"/>
                  <a:pt x="9636" y="18973"/>
                </a:cubicBezTo>
                <a:cubicBezTo>
                  <a:pt x="4487" y="18973"/>
                  <a:pt x="291" y="14785"/>
                  <a:pt x="291" y="9634"/>
                </a:cubicBezTo>
                <a:cubicBezTo>
                  <a:pt x="291" y="4479"/>
                  <a:pt x="4487" y="291"/>
                  <a:pt x="9636" y="291"/>
                </a:cubicBezTo>
                <a:close/>
                <a:moveTo>
                  <a:pt x="9636" y="0"/>
                </a:moveTo>
                <a:cubicBezTo>
                  <a:pt x="4321" y="0"/>
                  <a:pt x="0" y="4320"/>
                  <a:pt x="0" y="9634"/>
                </a:cubicBezTo>
                <a:cubicBezTo>
                  <a:pt x="0" y="14942"/>
                  <a:pt x="4321" y="19264"/>
                  <a:pt x="9636" y="19264"/>
                </a:cubicBezTo>
                <a:cubicBezTo>
                  <a:pt x="14951" y="19264"/>
                  <a:pt x="19270" y="14942"/>
                  <a:pt x="19270" y="9634"/>
                </a:cubicBezTo>
                <a:cubicBezTo>
                  <a:pt x="19270" y="4320"/>
                  <a:pt x="14951" y="0"/>
                  <a:pt x="963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8" name="Google Shape;16158;p36"/>
          <p:cNvSpPr/>
          <p:nvPr/>
        </p:nvSpPr>
        <p:spPr>
          <a:xfrm flipH="1" rot="10800000">
            <a:off x="4383150" y="4373150"/>
            <a:ext cx="5180700" cy="9567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9" name="Google Shape;16159;p36"/>
          <p:cNvSpPr/>
          <p:nvPr/>
        </p:nvSpPr>
        <p:spPr>
          <a:xfrm>
            <a:off x="6665423" y="4086836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63" name="Shape 16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4" name="Google Shape;16164;p37"/>
          <p:cNvSpPr txBox="1"/>
          <p:nvPr>
            <p:ph type="title"/>
          </p:nvPr>
        </p:nvSpPr>
        <p:spPr>
          <a:xfrm>
            <a:off x="720000" y="445025"/>
            <a:ext cx="7704000" cy="5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you need to know </a:t>
            </a:r>
            <a:r>
              <a:rPr lang="en"/>
              <a:t>first</a:t>
            </a:r>
            <a:endParaRPr/>
          </a:p>
        </p:txBody>
      </p:sp>
      <p:sp>
        <p:nvSpPr>
          <p:cNvPr id="16165" name="Google Shape;16165;p37"/>
          <p:cNvSpPr txBox="1"/>
          <p:nvPr>
            <p:ph idx="2" type="subTitle"/>
          </p:nvPr>
        </p:nvSpPr>
        <p:spPr>
          <a:xfrm>
            <a:off x="523325" y="2076850"/>
            <a:ext cx="40947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Hydrogen (H</a:t>
            </a:r>
            <a:r>
              <a:rPr baseline="-25000" lang="en"/>
              <a:t>2</a:t>
            </a:r>
            <a:r>
              <a:rPr lang="en"/>
              <a:t>)</a:t>
            </a:r>
            <a:r>
              <a:rPr lang="en"/>
              <a:t> as a fuel? </a:t>
            </a:r>
            <a:endParaRPr/>
          </a:p>
        </p:txBody>
      </p:sp>
      <p:sp>
        <p:nvSpPr>
          <p:cNvPr id="16166" name="Google Shape;16166;p37"/>
          <p:cNvSpPr txBox="1"/>
          <p:nvPr>
            <p:ph idx="3" type="subTitle"/>
          </p:nvPr>
        </p:nvSpPr>
        <p:spPr>
          <a:xfrm>
            <a:off x="508335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</a:t>
            </a:r>
            <a:r>
              <a:rPr baseline="-25000" lang="en"/>
              <a:t>2</a:t>
            </a:r>
            <a:r>
              <a:rPr lang="en"/>
              <a:t> is incredibly energy dense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Clean in comparison to gas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Large range before needing to refuel </a:t>
            </a:r>
            <a:endParaRPr/>
          </a:p>
        </p:txBody>
      </p:sp>
      <p:sp>
        <p:nvSpPr>
          <p:cNvPr id="16167" name="Google Shape;16167;p37"/>
          <p:cNvSpPr txBox="1"/>
          <p:nvPr>
            <p:ph idx="4" type="subTitle"/>
          </p:nvPr>
        </p:nvSpPr>
        <p:spPr>
          <a:xfrm>
            <a:off x="5083355" y="2076850"/>
            <a:ext cx="2979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switch to H</a:t>
            </a:r>
            <a:r>
              <a:rPr baseline="-25000" lang="en"/>
              <a:t>2</a:t>
            </a:r>
            <a:endParaRPr/>
          </a:p>
        </p:txBody>
      </p:sp>
      <p:sp>
        <p:nvSpPr>
          <p:cNvPr id="16168" name="Google Shape;16168;p37"/>
          <p:cNvSpPr/>
          <p:nvPr/>
        </p:nvSpPr>
        <p:spPr>
          <a:xfrm>
            <a:off x="7424674" y="4163015"/>
            <a:ext cx="881717" cy="881967"/>
          </a:xfrm>
          <a:custGeom>
            <a:rect b="b" l="l" r="r" t="t"/>
            <a:pathLst>
              <a:path extrusionOk="0" h="17680" w="17675">
                <a:moveTo>
                  <a:pt x="8861" y="3255"/>
                </a:moveTo>
                <a:cubicBezTo>
                  <a:pt x="9025" y="3255"/>
                  <a:pt x="9189" y="3262"/>
                  <a:pt x="9352" y="3276"/>
                </a:cubicBezTo>
                <a:cubicBezTo>
                  <a:pt x="9359" y="3276"/>
                  <a:pt x="9366" y="3283"/>
                  <a:pt x="9380" y="3283"/>
                </a:cubicBezTo>
                <a:cubicBezTo>
                  <a:pt x="9414" y="3283"/>
                  <a:pt x="9455" y="3290"/>
                  <a:pt x="9497" y="3296"/>
                </a:cubicBezTo>
                <a:cubicBezTo>
                  <a:pt x="9531" y="3296"/>
                  <a:pt x="9566" y="3303"/>
                  <a:pt x="9601" y="3303"/>
                </a:cubicBezTo>
                <a:cubicBezTo>
                  <a:pt x="9608" y="3309"/>
                  <a:pt x="9621" y="3309"/>
                  <a:pt x="9629" y="3309"/>
                </a:cubicBezTo>
                <a:cubicBezTo>
                  <a:pt x="10507" y="3434"/>
                  <a:pt x="11343" y="3774"/>
                  <a:pt x="12061" y="4278"/>
                </a:cubicBezTo>
                <a:lnTo>
                  <a:pt x="12083" y="4298"/>
                </a:lnTo>
                <a:cubicBezTo>
                  <a:pt x="12117" y="4320"/>
                  <a:pt x="12144" y="4340"/>
                  <a:pt x="12179" y="4368"/>
                </a:cubicBezTo>
                <a:cubicBezTo>
                  <a:pt x="12207" y="4388"/>
                  <a:pt x="12234" y="4409"/>
                  <a:pt x="12262" y="4429"/>
                </a:cubicBezTo>
                <a:cubicBezTo>
                  <a:pt x="12268" y="4437"/>
                  <a:pt x="12283" y="4444"/>
                  <a:pt x="12290" y="4444"/>
                </a:cubicBezTo>
                <a:cubicBezTo>
                  <a:pt x="12980" y="4996"/>
                  <a:pt x="13541" y="5701"/>
                  <a:pt x="13914" y="6503"/>
                </a:cubicBezTo>
                <a:cubicBezTo>
                  <a:pt x="13914" y="6511"/>
                  <a:pt x="13920" y="6518"/>
                  <a:pt x="13920" y="6531"/>
                </a:cubicBezTo>
                <a:cubicBezTo>
                  <a:pt x="13942" y="6566"/>
                  <a:pt x="13955" y="6600"/>
                  <a:pt x="13969" y="6635"/>
                </a:cubicBezTo>
                <a:cubicBezTo>
                  <a:pt x="13983" y="6668"/>
                  <a:pt x="13997" y="6703"/>
                  <a:pt x="14010" y="6732"/>
                </a:cubicBezTo>
                <a:cubicBezTo>
                  <a:pt x="14017" y="6745"/>
                  <a:pt x="14017" y="6751"/>
                  <a:pt x="14017" y="6760"/>
                </a:cubicBezTo>
                <a:cubicBezTo>
                  <a:pt x="14348" y="7581"/>
                  <a:pt x="14481" y="8473"/>
                  <a:pt x="14398" y="9357"/>
                </a:cubicBezTo>
                <a:lnTo>
                  <a:pt x="14398" y="9379"/>
                </a:lnTo>
                <a:cubicBezTo>
                  <a:pt x="14390" y="9420"/>
                  <a:pt x="14390" y="9462"/>
                  <a:pt x="14383" y="9497"/>
                </a:cubicBezTo>
                <a:cubicBezTo>
                  <a:pt x="14377" y="9530"/>
                  <a:pt x="14377" y="9571"/>
                  <a:pt x="14370" y="9606"/>
                </a:cubicBezTo>
                <a:cubicBezTo>
                  <a:pt x="14370" y="9613"/>
                  <a:pt x="14370" y="9621"/>
                  <a:pt x="14363" y="9628"/>
                </a:cubicBezTo>
                <a:cubicBezTo>
                  <a:pt x="14239" y="10505"/>
                  <a:pt x="13907" y="11341"/>
                  <a:pt x="13395" y="12068"/>
                </a:cubicBezTo>
                <a:cubicBezTo>
                  <a:pt x="13388" y="12074"/>
                  <a:pt x="13388" y="12081"/>
                  <a:pt x="13381" y="12088"/>
                </a:cubicBezTo>
                <a:cubicBezTo>
                  <a:pt x="13361" y="12116"/>
                  <a:pt x="13340" y="12142"/>
                  <a:pt x="13320" y="12177"/>
                </a:cubicBezTo>
                <a:cubicBezTo>
                  <a:pt x="13292" y="12205"/>
                  <a:pt x="13270" y="12240"/>
                  <a:pt x="13244" y="12267"/>
                </a:cubicBezTo>
                <a:cubicBezTo>
                  <a:pt x="13244" y="12275"/>
                  <a:pt x="13237" y="12282"/>
                  <a:pt x="13229" y="12288"/>
                </a:cubicBezTo>
                <a:cubicBezTo>
                  <a:pt x="12683" y="12987"/>
                  <a:pt x="11978" y="13539"/>
                  <a:pt x="11170" y="13912"/>
                </a:cubicBezTo>
                <a:cubicBezTo>
                  <a:pt x="11164" y="13919"/>
                  <a:pt x="11155" y="13919"/>
                  <a:pt x="11149" y="13926"/>
                </a:cubicBezTo>
                <a:cubicBezTo>
                  <a:pt x="11114" y="13940"/>
                  <a:pt x="11081" y="13954"/>
                  <a:pt x="11046" y="13967"/>
                </a:cubicBezTo>
                <a:cubicBezTo>
                  <a:pt x="11011" y="13982"/>
                  <a:pt x="10976" y="14002"/>
                  <a:pt x="10941" y="14017"/>
                </a:cubicBezTo>
                <a:cubicBezTo>
                  <a:pt x="10935" y="14017"/>
                  <a:pt x="10928" y="14023"/>
                  <a:pt x="10915" y="14023"/>
                </a:cubicBezTo>
                <a:cubicBezTo>
                  <a:pt x="10248" y="14292"/>
                  <a:pt x="9540" y="14425"/>
                  <a:pt x="8824" y="14425"/>
                </a:cubicBezTo>
                <a:cubicBezTo>
                  <a:pt x="8657" y="14425"/>
                  <a:pt x="8490" y="14418"/>
                  <a:pt x="8322" y="14403"/>
                </a:cubicBezTo>
                <a:cubicBezTo>
                  <a:pt x="8316" y="14403"/>
                  <a:pt x="8302" y="14403"/>
                  <a:pt x="8294" y="14397"/>
                </a:cubicBezTo>
                <a:cubicBezTo>
                  <a:pt x="8261" y="14397"/>
                  <a:pt x="8219" y="14390"/>
                  <a:pt x="8184" y="14390"/>
                </a:cubicBezTo>
                <a:cubicBezTo>
                  <a:pt x="8150" y="14382"/>
                  <a:pt x="8108" y="14375"/>
                  <a:pt x="8073" y="14375"/>
                </a:cubicBezTo>
                <a:cubicBezTo>
                  <a:pt x="8067" y="14368"/>
                  <a:pt x="8053" y="14368"/>
                  <a:pt x="8045" y="14368"/>
                </a:cubicBezTo>
                <a:cubicBezTo>
                  <a:pt x="7168" y="14244"/>
                  <a:pt x="6332" y="13912"/>
                  <a:pt x="5613" y="13401"/>
                </a:cubicBezTo>
                <a:cubicBezTo>
                  <a:pt x="5607" y="13395"/>
                  <a:pt x="5592" y="13386"/>
                  <a:pt x="5585" y="13386"/>
                </a:cubicBezTo>
                <a:cubicBezTo>
                  <a:pt x="5557" y="13360"/>
                  <a:pt x="5530" y="13338"/>
                  <a:pt x="5502" y="13318"/>
                </a:cubicBezTo>
                <a:cubicBezTo>
                  <a:pt x="5467" y="13297"/>
                  <a:pt x="5441" y="13270"/>
                  <a:pt x="5406" y="13249"/>
                </a:cubicBezTo>
                <a:cubicBezTo>
                  <a:pt x="5399" y="13242"/>
                  <a:pt x="5391" y="13236"/>
                  <a:pt x="5384" y="13236"/>
                </a:cubicBezTo>
                <a:cubicBezTo>
                  <a:pt x="4694" y="12681"/>
                  <a:pt x="4134" y="11977"/>
                  <a:pt x="3761" y="11175"/>
                </a:cubicBezTo>
                <a:cubicBezTo>
                  <a:pt x="3761" y="11169"/>
                  <a:pt x="3754" y="11162"/>
                  <a:pt x="3754" y="11147"/>
                </a:cubicBezTo>
                <a:cubicBezTo>
                  <a:pt x="3741" y="11121"/>
                  <a:pt x="3726" y="11086"/>
                  <a:pt x="3712" y="11051"/>
                </a:cubicBezTo>
                <a:cubicBezTo>
                  <a:pt x="3691" y="11016"/>
                  <a:pt x="3678" y="10981"/>
                  <a:pt x="3664" y="10940"/>
                </a:cubicBezTo>
                <a:cubicBezTo>
                  <a:pt x="3658" y="10933"/>
                  <a:pt x="3658" y="10927"/>
                  <a:pt x="3649" y="10920"/>
                </a:cubicBezTo>
                <a:cubicBezTo>
                  <a:pt x="3326" y="10097"/>
                  <a:pt x="3193" y="9206"/>
                  <a:pt x="3276" y="8327"/>
                </a:cubicBezTo>
                <a:lnTo>
                  <a:pt x="3276" y="8301"/>
                </a:lnTo>
                <a:cubicBezTo>
                  <a:pt x="3284" y="8259"/>
                  <a:pt x="3284" y="8224"/>
                  <a:pt x="3291" y="8190"/>
                </a:cubicBezTo>
                <a:cubicBezTo>
                  <a:pt x="3291" y="8155"/>
                  <a:pt x="3298" y="8113"/>
                  <a:pt x="3304" y="8078"/>
                </a:cubicBezTo>
                <a:lnTo>
                  <a:pt x="3304" y="8045"/>
                </a:lnTo>
                <a:cubicBezTo>
                  <a:pt x="3435" y="7174"/>
                  <a:pt x="3767" y="6337"/>
                  <a:pt x="4280" y="5612"/>
                </a:cubicBezTo>
                <a:cubicBezTo>
                  <a:pt x="4280" y="5605"/>
                  <a:pt x="4286" y="5599"/>
                  <a:pt x="4293" y="5590"/>
                </a:cubicBezTo>
                <a:cubicBezTo>
                  <a:pt x="4313" y="5557"/>
                  <a:pt x="4341" y="5529"/>
                  <a:pt x="4363" y="5494"/>
                </a:cubicBezTo>
                <a:cubicBezTo>
                  <a:pt x="4383" y="5466"/>
                  <a:pt x="4404" y="5439"/>
                  <a:pt x="4424" y="5411"/>
                </a:cubicBezTo>
                <a:lnTo>
                  <a:pt x="4446" y="5391"/>
                </a:lnTo>
                <a:cubicBezTo>
                  <a:pt x="4991" y="4693"/>
                  <a:pt x="5696" y="4139"/>
                  <a:pt x="6498" y="3766"/>
                </a:cubicBezTo>
                <a:cubicBezTo>
                  <a:pt x="6511" y="3759"/>
                  <a:pt x="6519" y="3759"/>
                  <a:pt x="6526" y="3752"/>
                </a:cubicBezTo>
                <a:cubicBezTo>
                  <a:pt x="6561" y="3739"/>
                  <a:pt x="6594" y="3724"/>
                  <a:pt x="6635" y="3711"/>
                </a:cubicBezTo>
                <a:cubicBezTo>
                  <a:pt x="6663" y="3698"/>
                  <a:pt x="6698" y="3676"/>
                  <a:pt x="6733" y="3663"/>
                </a:cubicBezTo>
                <a:cubicBezTo>
                  <a:pt x="6740" y="3663"/>
                  <a:pt x="6746" y="3656"/>
                  <a:pt x="6760" y="3656"/>
                </a:cubicBezTo>
                <a:cubicBezTo>
                  <a:pt x="7425" y="3391"/>
                  <a:pt x="8140" y="3255"/>
                  <a:pt x="8861" y="3255"/>
                </a:cubicBezTo>
                <a:close/>
                <a:moveTo>
                  <a:pt x="9165" y="0"/>
                </a:moveTo>
                <a:lnTo>
                  <a:pt x="8578" y="2004"/>
                </a:lnTo>
                <a:cubicBezTo>
                  <a:pt x="8412" y="2011"/>
                  <a:pt x="8252" y="2024"/>
                  <a:pt x="8087" y="2039"/>
                </a:cubicBezTo>
                <a:cubicBezTo>
                  <a:pt x="8080" y="2039"/>
                  <a:pt x="8073" y="2039"/>
                  <a:pt x="8060" y="2045"/>
                </a:cubicBezTo>
                <a:cubicBezTo>
                  <a:pt x="8025" y="2045"/>
                  <a:pt x="7990" y="2052"/>
                  <a:pt x="7956" y="2052"/>
                </a:cubicBezTo>
                <a:cubicBezTo>
                  <a:pt x="7949" y="2059"/>
                  <a:pt x="7936" y="2059"/>
                  <a:pt x="7929" y="2059"/>
                </a:cubicBezTo>
                <a:cubicBezTo>
                  <a:pt x="7901" y="2059"/>
                  <a:pt x="7879" y="2065"/>
                  <a:pt x="7853" y="2074"/>
                </a:cubicBezTo>
                <a:cubicBezTo>
                  <a:pt x="7825" y="2074"/>
                  <a:pt x="7796" y="2080"/>
                  <a:pt x="7770" y="2080"/>
                </a:cubicBezTo>
                <a:cubicBezTo>
                  <a:pt x="7728" y="2087"/>
                  <a:pt x="7687" y="2094"/>
                  <a:pt x="7639" y="2100"/>
                </a:cubicBezTo>
                <a:cubicBezTo>
                  <a:pt x="7630" y="2107"/>
                  <a:pt x="7624" y="2107"/>
                  <a:pt x="7617" y="2107"/>
                </a:cubicBezTo>
                <a:cubicBezTo>
                  <a:pt x="7451" y="2135"/>
                  <a:pt x="7292" y="2170"/>
                  <a:pt x="7133" y="2211"/>
                </a:cubicBezTo>
                <a:lnTo>
                  <a:pt x="6000" y="463"/>
                </a:lnTo>
                <a:lnTo>
                  <a:pt x="4708" y="1022"/>
                </a:lnTo>
                <a:lnTo>
                  <a:pt x="5199" y="3047"/>
                </a:lnTo>
                <a:cubicBezTo>
                  <a:pt x="5053" y="3137"/>
                  <a:pt x="4922" y="3227"/>
                  <a:pt x="4784" y="3324"/>
                </a:cubicBezTo>
                <a:lnTo>
                  <a:pt x="4784" y="3331"/>
                </a:lnTo>
                <a:cubicBezTo>
                  <a:pt x="4777" y="3331"/>
                  <a:pt x="4777" y="3338"/>
                  <a:pt x="4769" y="3338"/>
                </a:cubicBezTo>
                <a:cubicBezTo>
                  <a:pt x="4736" y="3366"/>
                  <a:pt x="4694" y="3392"/>
                  <a:pt x="4660" y="3421"/>
                </a:cubicBezTo>
                <a:cubicBezTo>
                  <a:pt x="4638" y="3434"/>
                  <a:pt x="4618" y="3455"/>
                  <a:pt x="4597" y="3469"/>
                </a:cubicBezTo>
                <a:cubicBezTo>
                  <a:pt x="4577" y="3484"/>
                  <a:pt x="4555" y="3504"/>
                  <a:pt x="4535" y="3517"/>
                </a:cubicBezTo>
                <a:lnTo>
                  <a:pt x="4514" y="3538"/>
                </a:lnTo>
                <a:cubicBezTo>
                  <a:pt x="4487" y="3558"/>
                  <a:pt x="4459" y="3580"/>
                  <a:pt x="4431" y="3608"/>
                </a:cubicBezTo>
                <a:cubicBezTo>
                  <a:pt x="4424" y="3608"/>
                  <a:pt x="4417" y="3615"/>
                  <a:pt x="4411" y="3621"/>
                </a:cubicBezTo>
                <a:cubicBezTo>
                  <a:pt x="4286" y="3724"/>
                  <a:pt x="4169" y="3835"/>
                  <a:pt x="4051" y="3953"/>
                </a:cubicBezTo>
                <a:lnTo>
                  <a:pt x="2191" y="3006"/>
                </a:lnTo>
                <a:lnTo>
                  <a:pt x="1349" y="4132"/>
                </a:lnTo>
                <a:lnTo>
                  <a:pt x="2787" y="5647"/>
                </a:lnTo>
                <a:cubicBezTo>
                  <a:pt x="2711" y="5791"/>
                  <a:pt x="2641" y="5937"/>
                  <a:pt x="2571" y="6088"/>
                </a:cubicBezTo>
                <a:cubicBezTo>
                  <a:pt x="2571" y="6096"/>
                  <a:pt x="2565" y="6103"/>
                  <a:pt x="2565" y="6109"/>
                </a:cubicBezTo>
                <a:cubicBezTo>
                  <a:pt x="2545" y="6151"/>
                  <a:pt x="2530" y="6192"/>
                  <a:pt x="2510" y="6234"/>
                </a:cubicBezTo>
                <a:lnTo>
                  <a:pt x="2510" y="6241"/>
                </a:lnTo>
                <a:lnTo>
                  <a:pt x="2503" y="6247"/>
                </a:lnTo>
                <a:cubicBezTo>
                  <a:pt x="2497" y="6269"/>
                  <a:pt x="2488" y="6289"/>
                  <a:pt x="2482" y="6310"/>
                </a:cubicBezTo>
                <a:cubicBezTo>
                  <a:pt x="2468" y="6330"/>
                  <a:pt x="2462" y="6358"/>
                  <a:pt x="2455" y="6378"/>
                </a:cubicBezTo>
                <a:cubicBezTo>
                  <a:pt x="2434" y="6428"/>
                  <a:pt x="2420" y="6469"/>
                  <a:pt x="2405" y="6511"/>
                </a:cubicBezTo>
                <a:cubicBezTo>
                  <a:pt x="2399" y="6518"/>
                  <a:pt x="2399" y="6524"/>
                  <a:pt x="2399" y="6531"/>
                </a:cubicBezTo>
                <a:cubicBezTo>
                  <a:pt x="2344" y="6690"/>
                  <a:pt x="2289" y="6843"/>
                  <a:pt x="2248" y="7000"/>
                </a:cubicBezTo>
                <a:lnTo>
                  <a:pt x="166" y="7111"/>
                </a:lnTo>
                <a:lnTo>
                  <a:pt x="0" y="8508"/>
                </a:lnTo>
                <a:lnTo>
                  <a:pt x="1999" y="9095"/>
                </a:lnTo>
                <a:cubicBezTo>
                  <a:pt x="2006" y="9261"/>
                  <a:pt x="2019" y="9427"/>
                  <a:pt x="2040" y="9593"/>
                </a:cubicBezTo>
                <a:lnTo>
                  <a:pt x="2040" y="9613"/>
                </a:lnTo>
                <a:cubicBezTo>
                  <a:pt x="2047" y="9654"/>
                  <a:pt x="2047" y="9704"/>
                  <a:pt x="2054" y="9745"/>
                </a:cubicBezTo>
                <a:cubicBezTo>
                  <a:pt x="2060" y="9772"/>
                  <a:pt x="2060" y="9800"/>
                  <a:pt x="2067" y="9828"/>
                </a:cubicBezTo>
                <a:cubicBezTo>
                  <a:pt x="2067" y="9855"/>
                  <a:pt x="2074" y="9877"/>
                  <a:pt x="2082" y="9903"/>
                </a:cubicBezTo>
                <a:cubicBezTo>
                  <a:pt x="2089" y="9945"/>
                  <a:pt x="2095" y="9994"/>
                  <a:pt x="2102" y="10036"/>
                </a:cubicBezTo>
                <a:lnTo>
                  <a:pt x="2102" y="10062"/>
                </a:lnTo>
                <a:cubicBezTo>
                  <a:pt x="2108" y="10069"/>
                  <a:pt x="2108" y="10084"/>
                  <a:pt x="2108" y="10097"/>
                </a:cubicBezTo>
                <a:cubicBezTo>
                  <a:pt x="2130" y="10208"/>
                  <a:pt x="2157" y="10318"/>
                  <a:pt x="2178" y="10422"/>
                </a:cubicBezTo>
                <a:cubicBezTo>
                  <a:pt x="2191" y="10464"/>
                  <a:pt x="2198" y="10505"/>
                  <a:pt x="2213" y="10547"/>
                </a:cubicBezTo>
                <a:lnTo>
                  <a:pt x="465" y="11680"/>
                </a:lnTo>
                <a:lnTo>
                  <a:pt x="1017" y="12972"/>
                </a:lnTo>
                <a:lnTo>
                  <a:pt x="3042" y="12482"/>
                </a:lnTo>
                <a:cubicBezTo>
                  <a:pt x="3132" y="12620"/>
                  <a:pt x="3221" y="12758"/>
                  <a:pt x="3326" y="12889"/>
                </a:cubicBezTo>
                <a:cubicBezTo>
                  <a:pt x="3326" y="12897"/>
                  <a:pt x="3333" y="12904"/>
                  <a:pt x="3339" y="12910"/>
                </a:cubicBezTo>
                <a:cubicBezTo>
                  <a:pt x="3367" y="12945"/>
                  <a:pt x="3387" y="12980"/>
                  <a:pt x="3416" y="13013"/>
                </a:cubicBezTo>
                <a:cubicBezTo>
                  <a:pt x="3435" y="13035"/>
                  <a:pt x="3450" y="13055"/>
                  <a:pt x="3464" y="13076"/>
                </a:cubicBezTo>
                <a:cubicBezTo>
                  <a:pt x="3484" y="13096"/>
                  <a:pt x="3498" y="13118"/>
                  <a:pt x="3518" y="13138"/>
                </a:cubicBezTo>
                <a:cubicBezTo>
                  <a:pt x="3547" y="13172"/>
                  <a:pt x="3575" y="13207"/>
                  <a:pt x="3601" y="13242"/>
                </a:cubicBezTo>
                <a:cubicBezTo>
                  <a:pt x="3608" y="13249"/>
                  <a:pt x="3608" y="13255"/>
                  <a:pt x="3616" y="13262"/>
                </a:cubicBezTo>
                <a:cubicBezTo>
                  <a:pt x="3726" y="13386"/>
                  <a:pt x="3837" y="13511"/>
                  <a:pt x="3948" y="13629"/>
                </a:cubicBezTo>
                <a:lnTo>
                  <a:pt x="3001" y="15488"/>
                </a:lnTo>
                <a:lnTo>
                  <a:pt x="4134" y="16324"/>
                </a:lnTo>
                <a:lnTo>
                  <a:pt x="5640" y="14888"/>
                </a:lnTo>
                <a:cubicBezTo>
                  <a:pt x="5786" y="14962"/>
                  <a:pt x="5939" y="15039"/>
                  <a:pt x="6083" y="15102"/>
                </a:cubicBezTo>
                <a:cubicBezTo>
                  <a:pt x="6096" y="15108"/>
                  <a:pt x="6104" y="15108"/>
                  <a:pt x="6111" y="15115"/>
                </a:cubicBezTo>
                <a:cubicBezTo>
                  <a:pt x="6152" y="15128"/>
                  <a:pt x="6194" y="15150"/>
                  <a:pt x="6235" y="15163"/>
                </a:cubicBezTo>
                <a:cubicBezTo>
                  <a:pt x="6255" y="15178"/>
                  <a:pt x="6284" y="15185"/>
                  <a:pt x="6303" y="15198"/>
                </a:cubicBezTo>
                <a:cubicBezTo>
                  <a:pt x="6332" y="15204"/>
                  <a:pt x="6353" y="15211"/>
                  <a:pt x="6380" y="15226"/>
                </a:cubicBezTo>
                <a:cubicBezTo>
                  <a:pt x="6421" y="15239"/>
                  <a:pt x="6463" y="15253"/>
                  <a:pt x="6504" y="15274"/>
                </a:cubicBezTo>
                <a:cubicBezTo>
                  <a:pt x="6511" y="15274"/>
                  <a:pt x="6519" y="15274"/>
                  <a:pt x="6526" y="15281"/>
                </a:cubicBezTo>
                <a:cubicBezTo>
                  <a:pt x="6685" y="15336"/>
                  <a:pt x="6843" y="15385"/>
                  <a:pt x="7002" y="15433"/>
                </a:cubicBezTo>
                <a:lnTo>
                  <a:pt x="7106" y="17513"/>
                </a:lnTo>
                <a:lnTo>
                  <a:pt x="8501" y="17679"/>
                </a:lnTo>
                <a:lnTo>
                  <a:pt x="9097" y="15676"/>
                </a:lnTo>
                <a:cubicBezTo>
                  <a:pt x="9256" y="15667"/>
                  <a:pt x="9422" y="15661"/>
                  <a:pt x="9588" y="15641"/>
                </a:cubicBezTo>
                <a:lnTo>
                  <a:pt x="9608" y="15641"/>
                </a:lnTo>
                <a:cubicBezTo>
                  <a:pt x="9649" y="15634"/>
                  <a:pt x="9684" y="15626"/>
                  <a:pt x="9719" y="15626"/>
                </a:cubicBezTo>
                <a:cubicBezTo>
                  <a:pt x="9725" y="15626"/>
                  <a:pt x="9732" y="15619"/>
                  <a:pt x="9745" y="15619"/>
                </a:cubicBezTo>
                <a:cubicBezTo>
                  <a:pt x="9774" y="15619"/>
                  <a:pt x="9795" y="15613"/>
                  <a:pt x="9822" y="15613"/>
                </a:cubicBezTo>
                <a:cubicBezTo>
                  <a:pt x="9850" y="15606"/>
                  <a:pt x="9878" y="15599"/>
                  <a:pt x="9898" y="15599"/>
                </a:cubicBezTo>
                <a:cubicBezTo>
                  <a:pt x="9946" y="15593"/>
                  <a:pt x="9988" y="15584"/>
                  <a:pt x="10036" y="15578"/>
                </a:cubicBezTo>
                <a:cubicBezTo>
                  <a:pt x="10044" y="15571"/>
                  <a:pt x="10044" y="15571"/>
                  <a:pt x="10051" y="15571"/>
                </a:cubicBezTo>
                <a:lnTo>
                  <a:pt x="10057" y="15571"/>
                </a:lnTo>
                <a:cubicBezTo>
                  <a:pt x="10223" y="15543"/>
                  <a:pt x="10382" y="15510"/>
                  <a:pt x="10542" y="15468"/>
                </a:cubicBezTo>
                <a:lnTo>
                  <a:pt x="11675" y="17217"/>
                </a:lnTo>
                <a:lnTo>
                  <a:pt x="12967" y="16656"/>
                </a:lnTo>
                <a:lnTo>
                  <a:pt x="12476" y="14631"/>
                </a:lnTo>
                <a:cubicBezTo>
                  <a:pt x="12511" y="14611"/>
                  <a:pt x="12545" y="14589"/>
                  <a:pt x="12580" y="14569"/>
                </a:cubicBezTo>
                <a:cubicBezTo>
                  <a:pt x="12676" y="14506"/>
                  <a:pt x="12766" y="14445"/>
                  <a:pt x="12856" y="14375"/>
                </a:cubicBezTo>
                <a:cubicBezTo>
                  <a:pt x="12870" y="14368"/>
                  <a:pt x="12877" y="14362"/>
                  <a:pt x="12884" y="14355"/>
                </a:cubicBezTo>
                <a:cubicBezTo>
                  <a:pt x="12890" y="14355"/>
                  <a:pt x="12890" y="14355"/>
                  <a:pt x="12890" y="14349"/>
                </a:cubicBezTo>
                <a:cubicBezTo>
                  <a:pt x="12897" y="14349"/>
                  <a:pt x="12897" y="14340"/>
                  <a:pt x="12905" y="14340"/>
                </a:cubicBezTo>
                <a:cubicBezTo>
                  <a:pt x="12938" y="14314"/>
                  <a:pt x="12980" y="14286"/>
                  <a:pt x="13015" y="14257"/>
                </a:cubicBezTo>
                <a:cubicBezTo>
                  <a:pt x="13036" y="14244"/>
                  <a:pt x="13056" y="14224"/>
                  <a:pt x="13078" y="14209"/>
                </a:cubicBezTo>
                <a:cubicBezTo>
                  <a:pt x="13098" y="14196"/>
                  <a:pt x="13119" y="14174"/>
                  <a:pt x="13139" y="14161"/>
                </a:cubicBezTo>
                <a:cubicBezTo>
                  <a:pt x="13146" y="14154"/>
                  <a:pt x="13154" y="14148"/>
                  <a:pt x="13161" y="14141"/>
                </a:cubicBezTo>
                <a:cubicBezTo>
                  <a:pt x="13187" y="14120"/>
                  <a:pt x="13215" y="14100"/>
                  <a:pt x="13244" y="14072"/>
                </a:cubicBezTo>
                <a:cubicBezTo>
                  <a:pt x="13250" y="14072"/>
                  <a:pt x="13250" y="14065"/>
                  <a:pt x="13257" y="14058"/>
                </a:cubicBezTo>
                <a:cubicBezTo>
                  <a:pt x="13388" y="13954"/>
                  <a:pt x="13506" y="13843"/>
                  <a:pt x="13624" y="13727"/>
                </a:cubicBezTo>
                <a:lnTo>
                  <a:pt x="15483" y="14672"/>
                </a:lnTo>
                <a:lnTo>
                  <a:pt x="16326" y="13546"/>
                </a:lnTo>
                <a:lnTo>
                  <a:pt x="14888" y="12033"/>
                </a:lnTo>
                <a:cubicBezTo>
                  <a:pt x="14964" y="11887"/>
                  <a:pt x="15033" y="11743"/>
                  <a:pt x="15103" y="11590"/>
                </a:cubicBezTo>
                <a:cubicBezTo>
                  <a:pt x="15103" y="11583"/>
                  <a:pt x="15110" y="11577"/>
                  <a:pt x="15110" y="11570"/>
                </a:cubicBezTo>
                <a:cubicBezTo>
                  <a:pt x="15130" y="11529"/>
                  <a:pt x="15145" y="11487"/>
                  <a:pt x="15165" y="11446"/>
                </a:cubicBezTo>
                <a:cubicBezTo>
                  <a:pt x="15171" y="11418"/>
                  <a:pt x="15186" y="11396"/>
                  <a:pt x="15193" y="11369"/>
                </a:cubicBezTo>
                <a:cubicBezTo>
                  <a:pt x="15199" y="11348"/>
                  <a:pt x="15213" y="11321"/>
                  <a:pt x="15219" y="11300"/>
                </a:cubicBezTo>
                <a:cubicBezTo>
                  <a:pt x="15241" y="11258"/>
                  <a:pt x="15254" y="11210"/>
                  <a:pt x="15269" y="11169"/>
                </a:cubicBezTo>
                <a:cubicBezTo>
                  <a:pt x="15269" y="11162"/>
                  <a:pt x="15276" y="11155"/>
                  <a:pt x="15276" y="11147"/>
                </a:cubicBezTo>
                <a:cubicBezTo>
                  <a:pt x="15330" y="10996"/>
                  <a:pt x="15385" y="10837"/>
                  <a:pt x="15427" y="10678"/>
                </a:cubicBezTo>
                <a:lnTo>
                  <a:pt x="17508" y="10567"/>
                </a:lnTo>
                <a:lnTo>
                  <a:pt x="17674" y="9172"/>
                </a:lnTo>
                <a:lnTo>
                  <a:pt x="15675" y="8584"/>
                </a:lnTo>
                <a:cubicBezTo>
                  <a:pt x="15669" y="8418"/>
                  <a:pt x="15656" y="8253"/>
                  <a:pt x="15634" y="8087"/>
                </a:cubicBezTo>
                <a:lnTo>
                  <a:pt x="15634" y="8065"/>
                </a:lnTo>
                <a:cubicBezTo>
                  <a:pt x="15627" y="8024"/>
                  <a:pt x="15621" y="7976"/>
                  <a:pt x="15621" y="7934"/>
                </a:cubicBezTo>
                <a:cubicBezTo>
                  <a:pt x="15614" y="7906"/>
                  <a:pt x="15607" y="7879"/>
                  <a:pt x="15607" y="7851"/>
                </a:cubicBezTo>
                <a:cubicBezTo>
                  <a:pt x="15601" y="7830"/>
                  <a:pt x="15601" y="7803"/>
                  <a:pt x="15592" y="7775"/>
                </a:cubicBezTo>
                <a:cubicBezTo>
                  <a:pt x="15586" y="7733"/>
                  <a:pt x="15579" y="7685"/>
                  <a:pt x="15573" y="7644"/>
                </a:cubicBezTo>
                <a:cubicBezTo>
                  <a:pt x="15573" y="7637"/>
                  <a:pt x="15573" y="7631"/>
                  <a:pt x="15566" y="7616"/>
                </a:cubicBezTo>
                <a:cubicBezTo>
                  <a:pt x="15538" y="7456"/>
                  <a:pt x="15503" y="7299"/>
                  <a:pt x="15461" y="7140"/>
                </a:cubicBezTo>
                <a:lnTo>
                  <a:pt x="17210" y="5998"/>
                </a:lnTo>
                <a:lnTo>
                  <a:pt x="16657" y="4706"/>
                </a:lnTo>
                <a:lnTo>
                  <a:pt x="14625" y="5197"/>
                </a:lnTo>
                <a:cubicBezTo>
                  <a:pt x="14542" y="5059"/>
                  <a:pt x="14446" y="4920"/>
                  <a:pt x="14348" y="4789"/>
                </a:cubicBezTo>
                <a:cubicBezTo>
                  <a:pt x="14348" y="4782"/>
                  <a:pt x="14342" y="4776"/>
                  <a:pt x="14335" y="4769"/>
                </a:cubicBezTo>
                <a:cubicBezTo>
                  <a:pt x="14307" y="4734"/>
                  <a:pt x="14280" y="4700"/>
                  <a:pt x="14252" y="4665"/>
                </a:cubicBezTo>
                <a:cubicBezTo>
                  <a:pt x="14239" y="4645"/>
                  <a:pt x="14224" y="4623"/>
                  <a:pt x="14204" y="4603"/>
                </a:cubicBezTo>
                <a:cubicBezTo>
                  <a:pt x="14191" y="4582"/>
                  <a:pt x="14176" y="4562"/>
                  <a:pt x="14156" y="4540"/>
                </a:cubicBezTo>
                <a:cubicBezTo>
                  <a:pt x="14128" y="4505"/>
                  <a:pt x="14100" y="4471"/>
                  <a:pt x="14073" y="4437"/>
                </a:cubicBezTo>
                <a:cubicBezTo>
                  <a:pt x="14066" y="4429"/>
                  <a:pt x="14058" y="4423"/>
                  <a:pt x="14058" y="4416"/>
                </a:cubicBezTo>
                <a:cubicBezTo>
                  <a:pt x="13949" y="4291"/>
                  <a:pt x="13838" y="4167"/>
                  <a:pt x="13720" y="4049"/>
                </a:cubicBezTo>
                <a:lnTo>
                  <a:pt x="14674" y="2198"/>
                </a:lnTo>
                <a:lnTo>
                  <a:pt x="13541" y="1354"/>
                </a:lnTo>
                <a:lnTo>
                  <a:pt x="12034" y="2792"/>
                </a:lnTo>
                <a:cubicBezTo>
                  <a:pt x="11888" y="2716"/>
                  <a:pt x="11736" y="2639"/>
                  <a:pt x="11585" y="2578"/>
                </a:cubicBezTo>
                <a:cubicBezTo>
                  <a:pt x="11578" y="2571"/>
                  <a:pt x="11570" y="2571"/>
                  <a:pt x="11563" y="2563"/>
                </a:cubicBezTo>
                <a:cubicBezTo>
                  <a:pt x="11522" y="2550"/>
                  <a:pt x="11480" y="2530"/>
                  <a:pt x="11439" y="2515"/>
                </a:cubicBezTo>
                <a:cubicBezTo>
                  <a:pt x="11419" y="2502"/>
                  <a:pt x="11391" y="2495"/>
                  <a:pt x="11371" y="2480"/>
                </a:cubicBezTo>
                <a:cubicBezTo>
                  <a:pt x="11343" y="2473"/>
                  <a:pt x="11321" y="2467"/>
                  <a:pt x="11295" y="2454"/>
                </a:cubicBezTo>
                <a:cubicBezTo>
                  <a:pt x="11253" y="2439"/>
                  <a:pt x="11212" y="2425"/>
                  <a:pt x="11170" y="2405"/>
                </a:cubicBezTo>
                <a:cubicBezTo>
                  <a:pt x="11164" y="2405"/>
                  <a:pt x="11155" y="2405"/>
                  <a:pt x="11142" y="2397"/>
                </a:cubicBezTo>
                <a:cubicBezTo>
                  <a:pt x="10989" y="2342"/>
                  <a:pt x="10832" y="2294"/>
                  <a:pt x="10673" y="2253"/>
                </a:cubicBezTo>
                <a:lnTo>
                  <a:pt x="10568" y="166"/>
                </a:lnTo>
                <a:lnTo>
                  <a:pt x="916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9" name="Google Shape;16169;p37"/>
          <p:cNvSpPr/>
          <p:nvPr/>
        </p:nvSpPr>
        <p:spPr>
          <a:xfrm>
            <a:off x="7951398" y="3767947"/>
            <a:ext cx="2033100" cy="20331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0" name="Google Shape;16170;p37"/>
          <p:cNvSpPr txBox="1"/>
          <p:nvPr>
            <p:ph idx="1" type="subTitle"/>
          </p:nvPr>
        </p:nvSpPr>
        <p:spPr>
          <a:xfrm>
            <a:off x="1080725" y="2660275"/>
            <a:ext cx="2979900" cy="12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</a:pPr>
            <a:r>
              <a:rPr lang="en"/>
              <a:t>H</a:t>
            </a:r>
            <a:r>
              <a:rPr baseline="-25000" lang="en"/>
              <a:t>2</a:t>
            </a:r>
            <a:r>
              <a:rPr lang="en"/>
              <a:t> is an energy carrier (like gasoline)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</a:pPr>
            <a:r>
              <a:rPr lang="en"/>
              <a:t>Energy is produced through electrolysis</a:t>
            </a:r>
            <a:endParaRPr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</a:pPr>
            <a:r>
              <a:rPr lang="en"/>
              <a:t>Stored as a liquid before entering the fuel cell</a:t>
            </a:r>
            <a:endParaRPr/>
          </a:p>
        </p:txBody>
      </p:sp>
      <p:grpSp>
        <p:nvGrpSpPr>
          <p:cNvPr id="16171" name="Google Shape;16171;p37"/>
          <p:cNvGrpSpPr/>
          <p:nvPr/>
        </p:nvGrpSpPr>
        <p:grpSpPr>
          <a:xfrm>
            <a:off x="2373851" y="1588598"/>
            <a:ext cx="393648" cy="393648"/>
            <a:chOff x="238125" y="1238025"/>
            <a:chExt cx="438850" cy="438850"/>
          </a:xfrm>
        </p:grpSpPr>
        <p:sp>
          <p:nvSpPr>
            <p:cNvPr id="16172" name="Google Shape;16172;p37"/>
            <p:cNvSpPr/>
            <p:nvPr/>
          </p:nvSpPr>
          <p:spPr>
            <a:xfrm>
              <a:off x="238125" y="1238025"/>
              <a:ext cx="438850" cy="438850"/>
            </a:xfrm>
            <a:custGeom>
              <a:rect b="b" l="l" r="r" t="t"/>
              <a:pathLst>
                <a:path extrusionOk="0" h="17554" w="17554">
                  <a:moveTo>
                    <a:pt x="9887" y="517"/>
                  </a:moveTo>
                  <a:lnTo>
                    <a:pt x="10454" y="1933"/>
                  </a:lnTo>
                  <a:cubicBezTo>
                    <a:pt x="10490" y="2002"/>
                    <a:pt x="10550" y="2063"/>
                    <a:pt x="10630" y="2082"/>
                  </a:cubicBezTo>
                  <a:cubicBezTo>
                    <a:pt x="11171" y="2239"/>
                    <a:pt x="11704" y="2457"/>
                    <a:pt x="12204" y="2736"/>
                  </a:cubicBezTo>
                  <a:cubicBezTo>
                    <a:pt x="12242" y="2761"/>
                    <a:pt x="12284" y="2772"/>
                    <a:pt x="12327" y="2772"/>
                  </a:cubicBezTo>
                  <a:cubicBezTo>
                    <a:pt x="12361" y="2772"/>
                    <a:pt x="12396" y="2765"/>
                    <a:pt x="12430" y="2753"/>
                  </a:cubicBezTo>
                  <a:lnTo>
                    <a:pt x="13838" y="2151"/>
                  </a:lnTo>
                  <a:lnTo>
                    <a:pt x="15411" y="3716"/>
                  </a:lnTo>
                  <a:lnTo>
                    <a:pt x="14807" y="5124"/>
                  </a:lnTo>
                  <a:cubicBezTo>
                    <a:pt x="14773" y="5201"/>
                    <a:pt x="14773" y="5281"/>
                    <a:pt x="14818" y="5350"/>
                  </a:cubicBezTo>
                  <a:cubicBezTo>
                    <a:pt x="15097" y="5847"/>
                    <a:pt x="15315" y="6382"/>
                    <a:pt x="15472" y="6924"/>
                  </a:cubicBezTo>
                  <a:cubicBezTo>
                    <a:pt x="15489" y="7001"/>
                    <a:pt x="15552" y="7064"/>
                    <a:pt x="15621" y="7098"/>
                  </a:cubicBezTo>
                  <a:lnTo>
                    <a:pt x="17037" y="7666"/>
                  </a:lnTo>
                  <a:lnTo>
                    <a:pt x="17037" y="9886"/>
                  </a:lnTo>
                  <a:lnTo>
                    <a:pt x="15621" y="10454"/>
                  </a:lnTo>
                  <a:cubicBezTo>
                    <a:pt x="15552" y="10482"/>
                    <a:pt x="15489" y="10551"/>
                    <a:pt x="15472" y="10620"/>
                  </a:cubicBezTo>
                  <a:cubicBezTo>
                    <a:pt x="15315" y="11172"/>
                    <a:pt x="15097" y="11705"/>
                    <a:pt x="14818" y="12194"/>
                  </a:cubicBezTo>
                  <a:cubicBezTo>
                    <a:pt x="14782" y="12265"/>
                    <a:pt x="14773" y="12351"/>
                    <a:pt x="14807" y="12431"/>
                  </a:cubicBezTo>
                  <a:lnTo>
                    <a:pt x="15411" y="13830"/>
                  </a:lnTo>
                  <a:lnTo>
                    <a:pt x="13838" y="15403"/>
                  </a:lnTo>
                  <a:lnTo>
                    <a:pt x="12430" y="14799"/>
                  </a:lnTo>
                  <a:cubicBezTo>
                    <a:pt x="12396" y="14788"/>
                    <a:pt x="12362" y="14782"/>
                    <a:pt x="12328" y="14782"/>
                  </a:cubicBezTo>
                  <a:cubicBezTo>
                    <a:pt x="12285" y="14782"/>
                    <a:pt x="12243" y="14792"/>
                    <a:pt x="12204" y="14816"/>
                  </a:cubicBezTo>
                  <a:cubicBezTo>
                    <a:pt x="11704" y="15097"/>
                    <a:pt x="11171" y="15315"/>
                    <a:pt x="10630" y="15473"/>
                  </a:cubicBezTo>
                  <a:cubicBezTo>
                    <a:pt x="10550" y="15489"/>
                    <a:pt x="10490" y="15542"/>
                    <a:pt x="10454" y="15622"/>
                  </a:cubicBezTo>
                  <a:lnTo>
                    <a:pt x="9887" y="17038"/>
                  </a:lnTo>
                  <a:lnTo>
                    <a:pt x="7666" y="17038"/>
                  </a:lnTo>
                  <a:lnTo>
                    <a:pt x="7097" y="15622"/>
                  </a:lnTo>
                  <a:cubicBezTo>
                    <a:pt x="7072" y="15542"/>
                    <a:pt x="7003" y="15489"/>
                    <a:pt x="6931" y="15473"/>
                  </a:cubicBezTo>
                  <a:cubicBezTo>
                    <a:pt x="6382" y="15315"/>
                    <a:pt x="5849" y="15097"/>
                    <a:pt x="5358" y="14816"/>
                  </a:cubicBezTo>
                  <a:cubicBezTo>
                    <a:pt x="5319" y="14792"/>
                    <a:pt x="5274" y="14782"/>
                    <a:pt x="5228" y="14782"/>
                  </a:cubicBezTo>
                  <a:cubicBezTo>
                    <a:pt x="5193" y="14782"/>
                    <a:pt x="5157" y="14788"/>
                    <a:pt x="5123" y="14799"/>
                  </a:cubicBezTo>
                  <a:lnTo>
                    <a:pt x="3724" y="15403"/>
                  </a:lnTo>
                  <a:lnTo>
                    <a:pt x="2150" y="13830"/>
                  </a:lnTo>
                  <a:lnTo>
                    <a:pt x="2755" y="12431"/>
                  </a:lnTo>
                  <a:cubicBezTo>
                    <a:pt x="2780" y="12351"/>
                    <a:pt x="2780" y="12265"/>
                    <a:pt x="2736" y="12194"/>
                  </a:cubicBezTo>
                  <a:cubicBezTo>
                    <a:pt x="2457" y="11705"/>
                    <a:pt x="2238" y="11172"/>
                    <a:pt x="2081" y="10620"/>
                  </a:cubicBezTo>
                  <a:cubicBezTo>
                    <a:pt x="2062" y="10551"/>
                    <a:pt x="2010" y="10482"/>
                    <a:pt x="1932" y="10454"/>
                  </a:cubicBezTo>
                  <a:lnTo>
                    <a:pt x="516" y="9886"/>
                  </a:lnTo>
                  <a:lnTo>
                    <a:pt x="516" y="7666"/>
                  </a:lnTo>
                  <a:lnTo>
                    <a:pt x="1932" y="7098"/>
                  </a:lnTo>
                  <a:cubicBezTo>
                    <a:pt x="2010" y="7064"/>
                    <a:pt x="2062" y="7001"/>
                    <a:pt x="2090" y="6924"/>
                  </a:cubicBezTo>
                  <a:cubicBezTo>
                    <a:pt x="2238" y="6382"/>
                    <a:pt x="2457" y="5847"/>
                    <a:pt x="2736" y="5350"/>
                  </a:cubicBezTo>
                  <a:cubicBezTo>
                    <a:pt x="2780" y="5281"/>
                    <a:pt x="2780" y="5201"/>
                    <a:pt x="2755" y="5124"/>
                  </a:cubicBezTo>
                  <a:lnTo>
                    <a:pt x="2150" y="3716"/>
                  </a:lnTo>
                  <a:lnTo>
                    <a:pt x="3724" y="2151"/>
                  </a:lnTo>
                  <a:lnTo>
                    <a:pt x="5131" y="2753"/>
                  </a:lnTo>
                  <a:cubicBezTo>
                    <a:pt x="5162" y="2765"/>
                    <a:pt x="5196" y="2772"/>
                    <a:pt x="5231" y="2772"/>
                  </a:cubicBezTo>
                  <a:cubicBezTo>
                    <a:pt x="5275" y="2772"/>
                    <a:pt x="5319" y="2761"/>
                    <a:pt x="5358" y="2736"/>
                  </a:cubicBezTo>
                  <a:cubicBezTo>
                    <a:pt x="5849" y="2457"/>
                    <a:pt x="6382" y="2239"/>
                    <a:pt x="6931" y="2082"/>
                  </a:cubicBezTo>
                  <a:cubicBezTo>
                    <a:pt x="7003" y="2063"/>
                    <a:pt x="7072" y="2002"/>
                    <a:pt x="7097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0" y="61"/>
                    <a:pt x="7255" y="158"/>
                  </a:cubicBezTo>
                  <a:lnTo>
                    <a:pt x="6669" y="1626"/>
                  </a:lnTo>
                  <a:cubicBezTo>
                    <a:pt x="6164" y="1775"/>
                    <a:pt x="5673" y="1977"/>
                    <a:pt x="5209" y="2229"/>
                  </a:cubicBezTo>
                  <a:lnTo>
                    <a:pt x="3768" y="1610"/>
                  </a:lnTo>
                  <a:cubicBezTo>
                    <a:pt x="3730" y="1594"/>
                    <a:pt x="3692" y="1586"/>
                    <a:pt x="3656" y="1586"/>
                  </a:cubicBezTo>
                  <a:cubicBezTo>
                    <a:pt x="3591" y="1586"/>
                    <a:pt x="3529" y="1611"/>
                    <a:pt x="3478" y="1662"/>
                  </a:cubicBezTo>
                  <a:lnTo>
                    <a:pt x="1662" y="3479"/>
                  </a:lnTo>
                  <a:cubicBezTo>
                    <a:pt x="1590" y="3550"/>
                    <a:pt x="1565" y="3664"/>
                    <a:pt x="1609" y="3760"/>
                  </a:cubicBezTo>
                  <a:lnTo>
                    <a:pt x="2230" y="5210"/>
                  </a:lnTo>
                  <a:cubicBezTo>
                    <a:pt x="1976" y="5673"/>
                    <a:pt x="1775" y="6162"/>
                    <a:pt x="1626" y="6670"/>
                  </a:cubicBezTo>
                  <a:lnTo>
                    <a:pt x="157" y="7255"/>
                  </a:lnTo>
                  <a:cubicBezTo>
                    <a:pt x="61" y="7291"/>
                    <a:pt x="0" y="7387"/>
                    <a:pt x="0" y="7492"/>
                  </a:cubicBezTo>
                  <a:lnTo>
                    <a:pt x="0" y="10062"/>
                  </a:lnTo>
                  <a:cubicBezTo>
                    <a:pt x="0" y="10167"/>
                    <a:pt x="61" y="10264"/>
                    <a:pt x="157" y="10297"/>
                  </a:cubicBezTo>
                  <a:lnTo>
                    <a:pt x="1626" y="10882"/>
                  </a:lnTo>
                  <a:cubicBezTo>
                    <a:pt x="1775" y="11390"/>
                    <a:pt x="1976" y="11879"/>
                    <a:pt x="2230" y="12343"/>
                  </a:cubicBezTo>
                  <a:lnTo>
                    <a:pt x="1609" y="13794"/>
                  </a:lnTo>
                  <a:cubicBezTo>
                    <a:pt x="1565" y="13891"/>
                    <a:pt x="1590" y="13996"/>
                    <a:pt x="1662" y="14073"/>
                  </a:cubicBezTo>
                  <a:lnTo>
                    <a:pt x="3478" y="15892"/>
                  </a:lnTo>
                  <a:cubicBezTo>
                    <a:pt x="3532" y="15938"/>
                    <a:pt x="3596" y="15966"/>
                    <a:pt x="3664" y="15966"/>
                  </a:cubicBezTo>
                  <a:cubicBezTo>
                    <a:pt x="3698" y="15966"/>
                    <a:pt x="3733" y="15959"/>
                    <a:pt x="3768" y="15945"/>
                  </a:cubicBezTo>
                  <a:lnTo>
                    <a:pt x="5209" y="15324"/>
                  </a:lnTo>
                  <a:cubicBezTo>
                    <a:pt x="5673" y="15578"/>
                    <a:pt x="6164" y="15779"/>
                    <a:pt x="6669" y="15928"/>
                  </a:cubicBezTo>
                  <a:lnTo>
                    <a:pt x="7255" y="17396"/>
                  </a:lnTo>
                  <a:cubicBezTo>
                    <a:pt x="7290" y="17491"/>
                    <a:pt x="7387" y="17554"/>
                    <a:pt x="7492" y="17554"/>
                  </a:cubicBezTo>
                  <a:lnTo>
                    <a:pt x="10062" y="17554"/>
                  </a:lnTo>
                  <a:cubicBezTo>
                    <a:pt x="10166" y="17554"/>
                    <a:pt x="10263" y="17491"/>
                    <a:pt x="10307" y="17396"/>
                  </a:cubicBezTo>
                  <a:lnTo>
                    <a:pt x="10884" y="15928"/>
                  </a:lnTo>
                  <a:cubicBezTo>
                    <a:pt x="11390" y="15779"/>
                    <a:pt x="11880" y="15578"/>
                    <a:pt x="12342" y="15324"/>
                  </a:cubicBezTo>
                  <a:lnTo>
                    <a:pt x="13794" y="15945"/>
                  </a:lnTo>
                  <a:cubicBezTo>
                    <a:pt x="13826" y="15959"/>
                    <a:pt x="13860" y="15966"/>
                    <a:pt x="13893" y="15966"/>
                  </a:cubicBezTo>
                  <a:cubicBezTo>
                    <a:pt x="13961" y="15966"/>
                    <a:pt x="14026" y="15938"/>
                    <a:pt x="14073" y="15892"/>
                  </a:cubicBezTo>
                  <a:lnTo>
                    <a:pt x="15892" y="14073"/>
                  </a:lnTo>
                  <a:cubicBezTo>
                    <a:pt x="15971" y="13996"/>
                    <a:pt x="15988" y="13891"/>
                    <a:pt x="15944" y="13794"/>
                  </a:cubicBezTo>
                  <a:lnTo>
                    <a:pt x="15323" y="12343"/>
                  </a:lnTo>
                  <a:cubicBezTo>
                    <a:pt x="15577" y="11879"/>
                    <a:pt x="15778" y="11390"/>
                    <a:pt x="15927" y="10882"/>
                  </a:cubicBezTo>
                  <a:lnTo>
                    <a:pt x="17396" y="10297"/>
                  </a:lnTo>
                  <a:cubicBezTo>
                    <a:pt x="17492" y="10264"/>
                    <a:pt x="17553" y="10167"/>
                    <a:pt x="17553" y="10062"/>
                  </a:cubicBezTo>
                  <a:lnTo>
                    <a:pt x="17553" y="7492"/>
                  </a:lnTo>
                  <a:cubicBezTo>
                    <a:pt x="17553" y="7387"/>
                    <a:pt x="17492" y="7291"/>
                    <a:pt x="17396" y="7255"/>
                  </a:cubicBezTo>
                  <a:lnTo>
                    <a:pt x="15927" y="6670"/>
                  </a:lnTo>
                  <a:cubicBezTo>
                    <a:pt x="15778" y="6162"/>
                    <a:pt x="15577" y="5673"/>
                    <a:pt x="15323" y="5210"/>
                  </a:cubicBezTo>
                  <a:lnTo>
                    <a:pt x="15944" y="3760"/>
                  </a:lnTo>
                  <a:cubicBezTo>
                    <a:pt x="15988" y="3664"/>
                    <a:pt x="15971" y="3550"/>
                    <a:pt x="15892" y="3479"/>
                  </a:cubicBezTo>
                  <a:lnTo>
                    <a:pt x="14073" y="1662"/>
                  </a:lnTo>
                  <a:cubicBezTo>
                    <a:pt x="14028" y="1611"/>
                    <a:pt x="13966" y="1586"/>
                    <a:pt x="13902" y="1586"/>
                  </a:cubicBezTo>
                  <a:cubicBezTo>
                    <a:pt x="13865" y="1586"/>
                    <a:pt x="13828" y="1594"/>
                    <a:pt x="13794" y="1610"/>
                  </a:cubicBezTo>
                  <a:lnTo>
                    <a:pt x="12342" y="2229"/>
                  </a:lnTo>
                  <a:cubicBezTo>
                    <a:pt x="11880" y="1977"/>
                    <a:pt x="11390" y="1775"/>
                    <a:pt x="10884" y="1626"/>
                  </a:cubicBezTo>
                  <a:lnTo>
                    <a:pt x="10307" y="158"/>
                  </a:lnTo>
                  <a:cubicBezTo>
                    <a:pt x="10263" y="61"/>
                    <a:pt x="10166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37"/>
            <p:cNvSpPr/>
            <p:nvPr/>
          </p:nvSpPr>
          <p:spPr>
            <a:xfrm>
              <a:off x="316375" y="1316275"/>
              <a:ext cx="283025" cy="282775"/>
            </a:xfrm>
            <a:custGeom>
              <a:rect b="b" l="l" r="r" t="t"/>
              <a:pathLst>
                <a:path extrusionOk="0" h="11311" w="11321">
                  <a:moveTo>
                    <a:pt x="5656" y="515"/>
                  </a:moveTo>
                  <a:cubicBezTo>
                    <a:pt x="8497" y="515"/>
                    <a:pt x="10804" y="2822"/>
                    <a:pt x="10804" y="5655"/>
                  </a:cubicBezTo>
                  <a:cubicBezTo>
                    <a:pt x="10804" y="8487"/>
                    <a:pt x="8497" y="10794"/>
                    <a:pt x="5656" y="10794"/>
                  </a:cubicBezTo>
                  <a:cubicBezTo>
                    <a:pt x="2824" y="10794"/>
                    <a:pt x="516" y="8487"/>
                    <a:pt x="516" y="5655"/>
                  </a:cubicBezTo>
                  <a:cubicBezTo>
                    <a:pt x="516" y="2822"/>
                    <a:pt x="2824" y="515"/>
                    <a:pt x="5656" y="515"/>
                  </a:cubicBezTo>
                  <a:close/>
                  <a:moveTo>
                    <a:pt x="5656" y="1"/>
                  </a:moveTo>
                  <a:cubicBezTo>
                    <a:pt x="2534" y="1"/>
                    <a:pt x="0" y="2535"/>
                    <a:pt x="0" y="5655"/>
                  </a:cubicBezTo>
                  <a:cubicBezTo>
                    <a:pt x="0" y="8776"/>
                    <a:pt x="2534" y="11310"/>
                    <a:pt x="5656" y="11310"/>
                  </a:cubicBezTo>
                  <a:cubicBezTo>
                    <a:pt x="8776" y="11310"/>
                    <a:pt x="11320" y="8776"/>
                    <a:pt x="11320" y="5655"/>
                  </a:cubicBezTo>
                  <a:cubicBezTo>
                    <a:pt x="11320" y="2535"/>
                    <a:pt x="8776" y="1"/>
                    <a:pt x="5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37"/>
            <p:cNvSpPr/>
            <p:nvPr/>
          </p:nvSpPr>
          <p:spPr>
            <a:xfrm>
              <a:off x="342125" y="1342025"/>
              <a:ext cx="231475" cy="231475"/>
            </a:xfrm>
            <a:custGeom>
              <a:rect b="b" l="l" r="r" t="t"/>
              <a:pathLst>
                <a:path extrusionOk="0" h="9259" w="9259">
                  <a:moveTo>
                    <a:pt x="4626" y="1"/>
                  </a:moveTo>
                  <a:cubicBezTo>
                    <a:pt x="3577" y="1"/>
                    <a:pt x="2589" y="343"/>
                    <a:pt x="1767" y="989"/>
                  </a:cubicBezTo>
                  <a:cubicBezTo>
                    <a:pt x="1653" y="1077"/>
                    <a:pt x="1637" y="1243"/>
                    <a:pt x="1723" y="1348"/>
                  </a:cubicBezTo>
                  <a:cubicBezTo>
                    <a:pt x="1773" y="1413"/>
                    <a:pt x="1847" y="1446"/>
                    <a:pt x="1922" y="1446"/>
                  </a:cubicBezTo>
                  <a:cubicBezTo>
                    <a:pt x="1977" y="1446"/>
                    <a:pt x="2033" y="1428"/>
                    <a:pt x="2081" y="1392"/>
                  </a:cubicBezTo>
                  <a:cubicBezTo>
                    <a:pt x="2816" y="815"/>
                    <a:pt x="3690" y="508"/>
                    <a:pt x="4626" y="508"/>
                  </a:cubicBezTo>
                  <a:cubicBezTo>
                    <a:pt x="6898" y="508"/>
                    <a:pt x="8742" y="2352"/>
                    <a:pt x="8742" y="4625"/>
                  </a:cubicBezTo>
                  <a:cubicBezTo>
                    <a:pt x="8742" y="6899"/>
                    <a:pt x="6898" y="8743"/>
                    <a:pt x="4626" y="8743"/>
                  </a:cubicBezTo>
                  <a:cubicBezTo>
                    <a:pt x="2360" y="8743"/>
                    <a:pt x="516" y="6899"/>
                    <a:pt x="516" y="4625"/>
                  </a:cubicBezTo>
                  <a:cubicBezTo>
                    <a:pt x="516" y="3691"/>
                    <a:pt x="823" y="2808"/>
                    <a:pt x="1399" y="2082"/>
                  </a:cubicBezTo>
                  <a:cubicBezTo>
                    <a:pt x="1488" y="1969"/>
                    <a:pt x="1469" y="1803"/>
                    <a:pt x="1355" y="1715"/>
                  </a:cubicBezTo>
                  <a:cubicBezTo>
                    <a:pt x="1308" y="1678"/>
                    <a:pt x="1250" y="1659"/>
                    <a:pt x="1194" y="1659"/>
                  </a:cubicBezTo>
                  <a:cubicBezTo>
                    <a:pt x="1116" y="1659"/>
                    <a:pt x="1039" y="1693"/>
                    <a:pt x="988" y="1759"/>
                  </a:cubicBezTo>
                  <a:cubicBezTo>
                    <a:pt x="342" y="2579"/>
                    <a:pt x="0" y="3576"/>
                    <a:pt x="0" y="4625"/>
                  </a:cubicBezTo>
                  <a:cubicBezTo>
                    <a:pt x="0" y="7178"/>
                    <a:pt x="2073" y="9259"/>
                    <a:pt x="4626" y="9259"/>
                  </a:cubicBezTo>
                  <a:cubicBezTo>
                    <a:pt x="7177" y="9259"/>
                    <a:pt x="9258" y="7178"/>
                    <a:pt x="9258" y="4625"/>
                  </a:cubicBezTo>
                  <a:cubicBezTo>
                    <a:pt x="9258" y="2073"/>
                    <a:pt x="7177" y="1"/>
                    <a:pt x="46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37"/>
            <p:cNvSpPr/>
            <p:nvPr/>
          </p:nvSpPr>
          <p:spPr>
            <a:xfrm>
              <a:off x="378625" y="1367675"/>
              <a:ext cx="157825" cy="180025"/>
            </a:xfrm>
            <a:custGeom>
              <a:rect b="b" l="l" r="r" t="t"/>
              <a:pathLst>
                <a:path extrusionOk="0" h="7201" w="6313">
                  <a:moveTo>
                    <a:pt x="3166" y="557"/>
                  </a:moveTo>
                  <a:lnTo>
                    <a:pt x="5551" y="1931"/>
                  </a:lnTo>
                  <a:lnTo>
                    <a:pt x="3166" y="3303"/>
                  </a:lnTo>
                  <a:lnTo>
                    <a:pt x="787" y="1931"/>
                  </a:lnTo>
                  <a:lnTo>
                    <a:pt x="3166" y="557"/>
                  </a:lnTo>
                  <a:close/>
                  <a:moveTo>
                    <a:pt x="552" y="2384"/>
                  </a:moveTo>
                  <a:lnTo>
                    <a:pt x="2921" y="3756"/>
                  </a:lnTo>
                  <a:lnTo>
                    <a:pt x="2921" y="6483"/>
                  </a:lnTo>
                  <a:lnTo>
                    <a:pt x="552" y="5119"/>
                  </a:lnTo>
                  <a:lnTo>
                    <a:pt x="552" y="2384"/>
                  </a:lnTo>
                  <a:close/>
                  <a:moveTo>
                    <a:pt x="5797" y="2384"/>
                  </a:moveTo>
                  <a:lnTo>
                    <a:pt x="5797" y="5119"/>
                  </a:lnTo>
                  <a:lnTo>
                    <a:pt x="3437" y="6483"/>
                  </a:lnTo>
                  <a:lnTo>
                    <a:pt x="3437" y="3756"/>
                  </a:lnTo>
                  <a:lnTo>
                    <a:pt x="5797" y="2384"/>
                  </a:lnTo>
                  <a:close/>
                  <a:moveTo>
                    <a:pt x="3160" y="1"/>
                  </a:moveTo>
                  <a:cubicBezTo>
                    <a:pt x="3115" y="1"/>
                    <a:pt x="3070" y="11"/>
                    <a:pt x="3025" y="32"/>
                  </a:cubicBezTo>
                  <a:lnTo>
                    <a:pt x="132" y="1702"/>
                  </a:lnTo>
                  <a:cubicBezTo>
                    <a:pt x="53" y="1746"/>
                    <a:pt x="0" y="1834"/>
                    <a:pt x="0" y="1931"/>
                  </a:cubicBezTo>
                  <a:lnTo>
                    <a:pt x="0" y="5268"/>
                  </a:lnTo>
                  <a:cubicBezTo>
                    <a:pt x="0" y="5365"/>
                    <a:pt x="53" y="5453"/>
                    <a:pt x="132" y="5497"/>
                  </a:cubicBezTo>
                  <a:lnTo>
                    <a:pt x="3025" y="7165"/>
                  </a:lnTo>
                  <a:cubicBezTo>
                    <a:pt x="3070" y="7192"/>
                    <a:pt x="3114" y="7201"/>
                    <a:pt x="3156" y="7201"/>
                  </a:cubicBezTo>
                  <a:cubicBezTo>
                    <a:pt x="3200" y="7201"/>
                    <a:pt x="3244" y="7192"/>
                    <a:pt x="3288" y="7165"/>
                  </a:cubicBezTo>
                  <a:lnTo>
                    <a:pt x="6181" y="5497"/>
                  </a:lnTo>
                  <a:cubicBezTo>
                    <a:pt x="6260" y="5453"/>
                    <a:pt x="6313" y="5365"/>
                    <a:pt x="6313" y="5268"/>
                  </a:cubicBezTo>
                  <a:lnTo>
                    <a:pt x="6313" y="1931"/>
                  </a:lnTo>
                  <a:cubicBezTo>
                    <a:pt x="6313" y="1834"/>
                    <a:pt x="6260" y="1746"/>
                    <a:pt x="6181" y="1702"/>
                  </a:cubicBezTo>
                  <a:lnTo>
                    <a:pt x="3288" y="32"/>
                  </a:lnTo>
                  <a:cubicBezTo>
                    <a:pt x="3248" y="11"/>
                    <a:pt x="3204" y="1"/>
                    <a:pt x="3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6" name="Google Shape;16176;p37"/>
          <p:cNvGrpSpPr/>
          <p:nvPr/>
        </p:nvGrpSpPr>
        <p:grpSpPr>
          <a:xfrm>
            <a:off x="6376481" y="1627793"/>
            <a:ext cx="393648" cy="393850"/>
            <a:chOff x="5455350" y="3310325"/>
            <a:chExt cx="438850" cy="439075"/>
          </a:xfrm>
        </p:grpSpPr>
        <p:sp>
          <p:nvSpPr>
            <p:cNvPr id="16177" name="Google Shape;16177;p37"/>
            <p:cNvSpPr/>
            <p:nvPr/>
          </p:nvSpPr>
          <p:spPr>
            <a:xfrm>
              <a:off x="5455350" y="3310325"/>
              <a:ext cx="438850" cy="439075"/>
            </a:xfrm>
            <a:custGeom>
              <a:rect b="b" l="l" r="r" t="t"/>
              <a:pathLst>
                <a:path extrusionOk="0" h="17563" w="17554">
                  <a:moveTo>
                    <a:pt x="9888" y="517"/>
                  </a:moveTo>
                  <a:lnTo>
                    <a:pt x="10454" y="1933"/>
                  </a:lnTo>
                  <a:cubicBezTo>
                    <a:pt x="10482" y="2013"/>
                    <a:pt x="10551" y="2065"/>
                    <a:pt x="10622" y="2090"/>
                  </a:cubicBezTo>
                  <a:cubicBezTo>
                    <a:pt x="11172" y="2239"/>
                    <a:pt x="11705" y="2457"/>
                    <a:pt x="12196" y="2747"/>
                  </a:cubicBezTo>
                  <a:cubicBezTo>
                    <a:pt x="12235" y="2766"/>
                    <a:pt x="12280" y="2778"/>
                    <a:pt x="12325" y="2778"/>
                  </a:cubicBezTo>
                  <a:cubicBezTo>
                    <a:pt x="12359" y="2778"/>
                    <a:pt x="12392" y="2771"/>
                    <a:pt x="12422" y="2755"/>
                  </a:cubicBezTo>
                  <a:lnTo>
                    <a:pt x="13830" y="2151"/>
                  </a:lnTo>
                  <a:lnTo>
                    <a:pt x="15403" y="3725"/>
                  </a:lnTo>
                  <a:lnTo>
                    <a:pt x="14799" y="5132"/>
                  </a:lnTo>
                  <a:cubicBezTo>
                    <a:pt x="14774" y="5204"/>
                    <a:pt x="14774" y="5290"/>
                    <a:pt x="14818" y="5361"/>
                  </a:cubicBezTo>
                  <a:cubicBezTo>
                    <a:pt x="15097" y="5858"/>
                    <a:pt x="15315" y="6383"/>
                    <a:pt x="15464" y="6934"/>
                  </a:cubicBezTo>
                  <a:cubicBezTo>
                    <a:pt x="15489" y="7012"/>
                    <a:pt x="15542" y="7073"/>
                    <a:pt x="15622" y="7100"/>
                  </a:cubicBezTo>
                  <a:lnTo>
                    <a:pt x="17038" y="7669"/>
                  </a:lnTo>
                  <a:lnTo>
                    <a:pt x="17038" y="9897"/>
                  </a:lnTo>
                  <a:lnTo>
                    <a:pt x="15622" y="10465"/>
                  </a:lnTo>
                  <a:cubicBezTo>
                    <a:pt x="15542" y="10490"/>
                    <a:pt x="15489" y="10553"/>
                    <a:pt x="15464" y="10631"/>
                  </a:cubicBezTo>
                  <a:cubicBezTo>
                    <a:pt x="15315" y="11183"/>
                    <a:pt x="15097" y="11707"/>
                    <a:pt x="14818" y="12204"/>
                  </a:cubicBezTo>
                  <a:cubicBezTo>
                    <a:pt x="14774" y="12274"/>
                    <a:pt x="14774" y="12362"/>
                    <a:pt x="14799" y="12431"/>
                  </a:cubicBezTo>
                  <a:lnTo>
                    <a:pt x="15403" y="13839"/>
                  </a:lnTo>
                  <a:lnTo>
                    <a:pt x="13830" y="15412"/>
                  </a:lnTo>
                  <a:lnTo>
                    <a:pt x="12422" y="14810"/>
                  </a:lnTo>
                  <a:cubicBezTo>
                    <a:pt x="12392" y="14794"/>
                    <a:pt x="12357" y="14787"/>
                    <a:pt x="12323" y="14787"/>
                  </a:cubicBezTo>
                  <a:cubicBezTo>
                    <a:pt x="12279" y="14787"/>
                    <a:pt x="12234" y="14798"/>
                    <a:pt x="12196" y="14818"/>
                  </a:cubicBezTo>
                  <a:cubicBezTo>
                    <a:pt x="11705" y="15106"/>
                    <a:pt x="11172" y="15326"/>
                    <a:pt x="10622" y="15473"/>
                  </a:cubicBezTo>
                  <a:cubicBezTo>
                    <a:pt x="10551" y="15500"/>
                    <a:pt x="10482" y="15553"/>
                    <a:pt x="10454" y="15630"/>
                  </a:cubicBezTo>
                  <a:lnTo>
                    <a:pt x="9888" y="17046"/>
                  </a:lnTo>
                  <a:lnTo>
                    <a:pt x="7666" y="17046"/>
                  </a:lnTo>
                  <a:lnTo>
                    <a:pt x="7098" y="15630"/>
                  </a:lnTo>
                  <a:cubicBezTo>
                    <a:pt x="7064" y="15553"/>
                    <a:pt x="7003" y="15500"/>
                    <a:pt x="6924" y="15473"/>
                  </a:cubicBezTo>
                  <a:cubicBezTo>
                    <a:pt x="6382" y="15326"/>
                    <a:pt x="5850" y="15106"/>
                    <a:pt x="5350" y="14818"/>
                  </a:cubicBezTo>
                  <a:cubicBezTo>
                    <a:pt x="5312" y="14798"/>
                    <a:pt x="5270" y="14787"/>
                    <a:pt x="5227" y="14787"/>
                  </a:cubicBezTo>
                  <a:cubicBezTo>
                    <a:pt x="5193" y="14787"/>
                    <a:pt x="5158" y="14794"/>
                    <a:pt x="5124" y="14810"/>
                  </a:cubicBezTo>
                  <a:lnTo>
                    <a:pt x="3716" y="15412"/>
                  </a:lnTo>
                  <a:lnTo>
                    <a:pt x="2143" y="13839"/>
                  </a:lnTo>
                  <a:lnTo>
                    <a:pt x="2745" y="12431"/>
                  </a:lnTo>
                  <a:cubicBezTo>
                    <a:pt x="2780" y="12362"/>
                    <a:pt x="2780" y="12274"/>
                    <a:pt x="2736" y="12204"/>
                  </a:cubicBezTo>
                  <a:cubicBezTo>
                    <a:pt x="2457" y="11707"/>
                    <a:pt x="2239" y="11183"/>
                    <a:pt x="2082" y="10631"/>
                  </a:cubicBezTo>
                  <a:cubicBezTo>
                    <a:pt x="2063" y="10553"/>
                    <a:pt x="2002" y="10490"/>
                    <a:pt x="1933" y="10465"/>
                  </a:cubicBezTo>
                  <a:lnTo>
                    <a:pt x="517" y="9897"/>
                  </a:lnTo>
                  <a:lnTo>
                    <a:pt x="517" y="7669"/>
                  </a:lnTo>
                  <a:lnTo>
                    <a:pt x="1933" y="7100"/>
                  </a:lnTo>
                  <a:cubicBezTo>
                    <a:pt x="2002" y="7073"/>
                    <a:pt x="2063" y="7012"/>
                    <a:pt x="2082" y="6934"/>
                  </a:cubicBezTo>
                  <a:cubicBezTo>
                    <a:pt x="2239" y="6383"/>
                    <a:pt x="2457" y="5858"/>
                    <a:pt x="2736" y="5361"/>
                  </a:cubicBezTo>
                  <a:cubicBezTo>
                    <a:pt x="2780" y="5290"/>
                    <a:pt x="2780" y="5204"/>
                    <a:pt x="2745" y="5132"/>
                  </a:cubicBezTo>
                  <a:lnTo>
                    <a:pt x="2143" y="3725"/>
                  </a:lnTo>
                  <a:lnTo>
                    <a:pt x="3716" y="2151"/>
                  </a:lnTo>
                  <a:lnTo>
                    <a:pt x="5124" y="2755"/>
                  </a:lnTo>
                  <a:cubicBezTo>
                    <a:pt x="5157" y="2771"/>
                    <a:pt x="5191" y="2778"/>
                    <a:pt x="5225" y="2778"/>
                  </a:cubicBezTo>
                  <a:cubicBezTo>
                    <a:pt x="5268" y="2778"/>
                    <a:pt x="5311" y="2766"/>
                    <a:pt x="5350" y="2747"/>
                  </a:cubicBezTo>
                  <a:cubicBezTo>
                    <a:pt x="5850" y="2457"/>
                    <a:pt x="6382" y="2239"/>
                    <a:pt x="6924" y="2090"/>
                  </a:cubicBezTo>
                  <a:cubicBezTo>
                    <a:pt x="7003" y="2065"/>
                    <a:pt x="7064" y="2013"/>
                    <a:pt x="7098" y="1933"/>
                  </a:cubicBezTo>
                  <a:lnTo>
                    <a:pt x="7666" y="517"/>
                  </a:lnTo>
                  <a:close/>
                  <a:moveTo>
                    <a:pt x="7492" y="1"/>
                  </a:moveTo>
                  <a:cubicBezTo>
                    <a:pt x="7387" y="1"/>
                    <a:pt x="7291" y="72"/>
                    <a:pt x="7247" y="169"/>
                  </a:cubicBezTo>
                  <a:lnTo>
                    <a:pt x="6670" y="1627"/>
                  </a:lnTo>
                  <a:cubicBezTo>
                    <a:pt x="6164" y="1776"/>
                    <a:pt x="5673" y="1977"/>
                    <a:pt x="5210" y="2231"/>
                  </a:cubicBezTo>
                  <a:lnTo>
                    <a:pt x="3760" y="1610"/>
                  </a:lnTo>
                  <a:cubicBezTo>
                    <a:pt x="3729" y="1598"/>
                    <a:pt x="3696" y="1593"/>
                    <a:pt x="3663" y="1593"/>
                  </a:cubicBezTo>
                  <a:cubicBezTo>
                    <a:pt x="3595" y="1593"/>
                    <a:pt x="3527" y="1618"/>
                    <a:pt x="3479" y="1671"/>
                  </a:cubicBezTo>
                  <a:lnTo>
                    <a:pt x="1662" y="3490"/>
                  </a:lnTo>
                  <a:cubicBezTo>
                    <a:pt x="1582" y="3559"/>
                    <a:pt x="1566" y="3672"/>
                    <a:pt x="1610" y="3769"/>
                  </a:cubicBezTo>
                  <a:lnTo>
                    <a:pt x="2231" y="5220"/>
                  </a:lnTo>
                  <a:cubicBezTo>
                    <a:pt x="1977" y="5684"/>
                    <a:pt x="1775" y="6173"/>
                    <a:pt x="1626" y="6672"/>
                  </a:cubicBezTo>
                  <a:lnTo>
                    <a:pt x="158" y="7257"/>
                  </a:lnTo>
                  <a:cubicBezTo>
                    <a:pt x="61" y="7302"/>
                    <a:pt x="1" y="7388"/>
                    <a:pt x="1" y="7492"/>
                  </a:cubicBezTo>
                  <a:lnTo>
                    <a:pt x="1" y="10071"/>
                  </a:lnTo>
                  <a:cubicBezTo>
                    <a:pt x="1" y="10176"/>
                    <a:pt x="61" y="10264"/>
                    <a:pt x="158" y="10308"/>
                  </a:cubicBezTo>
                  <a:lnTo>
                    <a:pt x="1626" y="10893"/>
                  </a:lnTo>
                  <a:cubicBezTo>
                    <a:pt x="1775" y="11401"/>
                    <a:pt x="1977" y="11881"/>
                    <a:pt x="2231" y="12345"/>
                  </a:cubicBezTo>
                  <a:lnTo>
                    <a:pt x="1610" y="13795"/>
                  </a:lnTo>
                  <a:cubicBezTo>
                    <a:pt x="1566" y="13891"/>
                    <a:pt x="1582" y="14004"/>
                    <a:pt x="1662" y="14084"/>
                  </a:cubicBezTo>
                  <a:lnTo>
                    <a:pt x="3479" y="15903"/>
                  </a:lnTo>
                  <a:cubicBezTo>
                    <a:pt x="3527" y="15949"/>
                    <a:pt x="3593" y="15976"/>
                    <a:pt x="3661" y="15976"/>
                  </a:cubicBezTo>
                  <a:cubicBezTo>
                    <a:pt x="3694" y="15976"/>
                    <a:pt x="3728" y="15969"/>
                    <a:pt x="3760" y="15955"/>
                  </a:cubicBezTo>
                  <a:lnTo>
                    <a:pt x="5210" y="15334"/>
                  </a:lnTo>
                  <a:cubicBezTo>
                    <a:pt x="5673" y="15588"/>
                    <a:pt x="6164" y="15788"/>
                    <a:pt x="6670" y="15936"/>
                  </a:cubicBezTo>
                  <a:lnTo>
                    <a:pt x="7247" y="17397"/>
                  </a:lnTo>
                  <a:cubicBezTo>
                    <a:pt x="7291" y="17493"/>
                    <a:pt x="7387" y="17562"/>
                    <a:pt x="7492" y="17562"/>
                  </a:cubicBezTo>
                  <a:lnTo>
                    <a:pt x="10062" y="17562"/>
                  </a:lnTo>
                  <a:cubicBezTo>
                    <a:pt x="10167" y="17562"/>
                    <a:pt x="10264" y="17493"/>
                    <a:pt x="10297" y="17397"/>
                  </a:cubicBezTo>
                  <a:lnTo>
                    <a:pt x="10885" y="15936"/>
                  </a:lnTo>
                  <a:cubicBezTo>
                    <a:pt x="11390" y="15788"/>
                    <a:pt x="11881" y="15588"/>
                    <a:pt x="12343" y="15334"/>
                  </a:cubicBezTo>
                  <a:lnTo>
                    <a:pt x="13786" y="15955"/>
                  </a:lnTo>
                  <a:cubicBezTo>
                    <a:pt x="13821" y="15969"/>
                    <a:pt x="13855" y="15976"/>
                    <a:pt x="13889" y="15976"/>
                  </a:cubicBezTo>
                  <a:cubicBezTo>
                    <a:pt x="13957" y="15976"/>
                    <a:pt x="14021" y="15949"/>
                    <a:pt x="14073" y="15903"/>
                  </a:cubicBezTo>
                  <a:lnTo>
                    <a:pt x="15892" y="14084"/>
                  </a:lnTo>
                  <a:cubicBezTo>
                    <a:pt x="15961" y="14004"/>
                    <a:pt x="15989" y="13891"/>
                    <a:pt x="15945" y="13795"/>
                  </a:cubicBezTo>
                  <a:lnTo>
                    <a:pt x="15324" y="12345"/>
                  </a:lnTo>
                  <a:cubicBezTo>
                    <a:pt x="15578" y="11881"/>
                    <a:pt x="15779" y="11401"/>
                    <a:pt x="15928" y="10893"/>
                  </a:cubicBezTo>
                  <a:lnTo>
                    <a:pt x="17396" y="10308"/>
                  </a:lnTo>
                  <a:cubicBezTo>
                    <a:pt x="17493" y="10264"/>
                    <a:pt x="17554" y="10176"/>
                    <a:pt x="17554" y="10071"/>
                  </a:cubicBezTo>
                  <a:lnTo>
                    <a:pt x="17554" y="7492"/>
                  </a:lnTo>
                  <a:cubicBezTo>
                    <a:pt x="17554" y="7388"/>
                    <a:pt x="17493" y="7302"/>
                    <a:pt x="17396" y="7257"/>
                  </a:cubicBezTo>
                  <a:lnTo>
                    <a:pt x="15928" y="6672"/>
                  </a:lnTo>
                  <a:cubicBezTo>
                    <a:pt x="15779" y="6173"/>
                    <a:pt x="15578" y="5684"/>
                    <a:pt x="15324" y="5220"/>
                  </a:cubicBezTo>
                  <a:lnTo>
                    <a:pt x="15945" y="3769"/>
                  </a:lnTo>
                  <a:cubicBezTo>
                    <a:pt x="15989" y="3672"/>
                    <a:pt x="15961" y="3559"/>
                    <a:pt x="15892" y="3490"/>
                  </a:cubicBezTo>
                  <a:lnTo>
                    <a:pt x="14073" y="1671"/>
                  </a:lnTo>
                  <a:cubicBezTo>
                    <a:pt x="14021" y="1618"/>
                    <a:pt x="13956" y="1593"/>
                    <a:pt x="13887" y="1593"/>
                  </a:cubicBezTo>
                  <a:cubicBezTo>
                    <a:pt x="13854" y="1593"/>
                    <a:pt x="13820" y="1598"/>
                    <a:pt x="13786" y="1610"/>
                  </a:cubicBezTo>
                  <a:lnTo>
                    <a:pt x="12343" y="2231"/>
                  </a:lnTo>
                  <a:cubicBezTo>
                    <a:pt x="11881" y="1977"/>
                    <a:pt x="11390" y="1776"/>
                    <a:pt x="10885" y="1627"/>
                  </a:cubicBezTo>
                  <a:lnTo>
                    <a:pt x="10297" y="169"/>
                  </a:lnTo>
                  <a:cubicBezTo>
                    <a:pt x="10264" y="72"/>
                    <a:pt x="10167" y="1"/>
                    <a:pt x="100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37"/>
            <p:cNvSpPr/>
            <p:nvPr/>
          </p:nvSpPr>
          <p:spPr>
            <a:xfrm>
              <a:off x="5533400" y="3388375"/>
              <a:ext cx="282775" cy="283025"/>
            </a:xfrm>
            <a:custGeom>
              <a:rect b="b" l="l" r="r" t="t"/>
              <a:pathLst>
                <a:path extrusionOk="0" h="11321" w="11311">
                  <a:moveTo>
                    <a:pt x="5654" y="517"/>
                  </a:moveTo>
                  <a:cubicBezTo>
                    <a:pt x="8486" y="517"/>
                    <a:pt x="10794" y="2824"/>
                    <a:pt x="10794" y="5665"/>
                  </a:cubicBezTo>
                  <a:cubicBezTo>
                    <a:pt x="10794" y="8497"/>
                    <a:pt x="8486" y="10805"/>
                    <a:pt x="5654" y="10805"/>
                  </a:cubicBezTo>
                  <a:cubicBezTo>
                    <a:pt x="2814" y="10805"/>
                    <a:pt x="506" y="8497"/>
                    <a:pt x="506" y="5665"/>
                  </a:cubicBezTo>
                  <a:cubicBezTo>
                    <a:pt x="506" y="2824"/>
                    <a:pt x="2814" y="517"/>
                    <a:pt x="5654" y="517"/>
                  </a:cubicBezTo>
                  <a:close/>
                  <a:moveTo>
                    <a:pt x="5654" y="0"/>
                  </a:moveTo>
                  <a:cubicBezTo>
                    <a:pt x="2535" y="0"/>
                    <a:pt x="0" y="2543"/>
                    <a:pt x="0" y="5665"/>
                  </a:cubicBezTo>
                  <a:cubicBezTo>
                    <a:pt x="0" y="8776"/>
                    <a:pt x="2535" y="11321"/>
                    <a:pt x="5654" y="11321"/>
                  </a:cubicBezTo>
                  <a:cubicBezTo>
                    <a:pt x="8776" y="11321"/>
                    <a:pt x="11310" y="8776"/>
                    <a:pt x="11310" y="5665"/>
                  </a:cubicBezTo>
                  <a:cubicBezTo>
                    <a:pt x="11310" y="2543"/>
                    <a:pt x="8776" y="0"/>
                    <a:pt x="5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37"/>
            <p:cNvSpPr/>
            <p:nvPr/>
          </p:nvSpPr>
          <p:spPr>
            <a:xfrm>
              <a:off x="5584750" y="3439925"/>
              <a:ext cx="180075" cy="155425"/>
            </a:xfrm>
            <a:custGeom>
              <a:rect b="b" l="l" r="r" t="t"/>
              <a:pathLst>
                <a:path extrusionOk="0" h="6217" w="7203">
                  <a:moveTo>
                    <a:pt x="3357" y="525"/>
                  </a:moveTo>
                  <a:lnTo>
                    <a:pt x="3357" y="2082"/>
                  </a:lnTo>
                  <a:cubicBezTo>
                    <a:pt x="3128" y="2118"/>
                    <a:pt x="2910" y="2212"/>
                    <a:pt x="2727" y="2344"/>
                  </a:cubicBezTo>
                  <a:lnTo>
                    <a:pt x="1626" y="1243"/>
                  </a:lnTo>
                  <a:cubicBezTo>
                    <a:pt x="2098" y="840"/>
                    <a:pt x="2700" y="578"/>
                    <a:pt x="3357" y="525"/>
                  </a:cubicBezTo>
                  <a:close/>
                  <a:moveTo>
                    <a:pt x="3873" y="525"/>
                  </a:moveTo>
                  <a:cubicBezTo>
                    <a:pt x="4527" y="578"/>
                    <a:pt x="5132" y="840"/>
                    <a:pt x="5612" y="1243"/>
                  </a:cubicBezTo>
                  <a:lnTo>
                    <a:pt x="4511" y="2344"/>
                  </a:lnTo>
                  <a:cubicBezTo>
                    <a:pt x="4326" y="2212"/>
                    <a:pt x="4108" y="2118"/>
                    <a:pt x="3873" y="2082"/>
                  </a:cubicBezTo>
                  <a:lnTo>
                    <a:pt x="3873" y="525"/>
                  </a:lnTo>
                  <a:close/>
                  <a:moveTo>
                    <a:pt x="1240" y="1627"/>
                  </a:moveTo>
                  <a:lnTo>
                    <a:pt x="2341" y="2720"/>
                  </a:lnTo>
                  <a:cubicBezTo>
                    <a:pt x="2211" y="2913"/>
                    <a:pt x="2115" y="3122"/>
                    <a:pt x="2079" y="3357"/>
                  </a:cubicBezTo>
                  <a:lnTo>
                    <a:pt x="525" y="3357"/>
                  </a:lnTo>
                  <a:cubicBezTo>
                    <a:pt x="577" y="2703"/>
                    <a:pt x="839" y="2099"/>
                    <a:pt x="1240" y="1627"/>
                  </a:cubicBezTo>
                  <a:close/>
                  <a:moveTo>
                    <a:pt x="5952" y="1627"/>
                  </a:moveTo>
                  <a:cubicBezTo>
                    <a:pt x="6355" y="2099"/>
                    <a:pt x="6617" y="2703"/>
                    <a:pt x="6678" y="3357"/>
                  </a:cubicBezTo>
                  <a:lnTo>
                    <a:pt x="5121" y="3357"/>
                  </a:lnTo>
                  <a:cubicBezTo>
                    <a:pt x="5079" y="3122"/>
                    <a:pt x="4991" y="2913"/>
                    <a:pt x="4859" y="2720"/>
                  </a:cubicBezTo>
                  <a:lnTo>
                    <a:pt x="5952" y="1627"/>
                  </a:lnTo>
                  <a:close/>
                  <a:moveTo>
                    <a:pt x="2079" y="3873"/>
                  </a:moveTo>
                  <a:cubicBezTo>
                    <a:pt x="2115" y="4100"/>
                    <a:pt x="2203" y="4320"/>
                    <a:pt x="2341" y="4511"/>
                  </a:cubicBezTo>
                  <a:lnTo>
                    <a:pt x="1240" y="5604"/>
                  </a:lnTo>
                  <a:cubicBezTo>
                    <a:pt x="831" y="5115"/>
                    <a:pt x="577" y="4511"/>
                    <a:pt x="525" y="3873"/>
                  </a:cubicBezTo>
                  <a:close/>
                  <a:moveTo>
                    <a:pt x="6678" y="3873"/>
                  </a:moveTo>
                  <a:cubicBezTo>
                    <a:pt x="6625" y="4511"/>
                    <a:pt x="6371" y="5115"/>
                    <a:pt x="5952" y="5604"/>
                  </a:cubicBezTo>
                  <a:lnTo>
                    <a:pt x="4859" y="4511"/>
                  </a:lnTo>
                  <a:cubicBezTo>
                    <a:pt x="4991" y="4320"/>
                    <a:pt x="5088" y="4100"/>
                    <a:pt x="5121" y="3873"/>
                  </a:cubicBezTo>
                  <a:close/>
                  <a:moveTo>
                    <a:pt x="3600" y="1"/>
                  </a:moveTo>
                  <a:cubicBezTo>
                    <a:pt x="1618" y="1"/>
                    <a:pt x="0" y="1610"/>
                    <a:pt x="0" y="3603"/>
                  </a:cubicBezTo>
                  <a:cubicBezTo>
                    <a:pt x="0" y="4564"/>
                    <a:pt x="376" y="5464"/>
                    <a:pt x="1057" y="6145"/>
                  </a:cubicBezTo>
                  <a:cubicBezTo>
                    <a:pt x="1102" y="6190"/>
                    <a:pt x="1171" y="6217"/>
                    <a:pt x="1232" y="6217"/>
                  </a:cubicBezTo>
                  <a:cubicBezTo>
                    <a:pt x="1303" y="6217"/>
                    <a:pt x="1372" y="6190"/>
                    <a:pt x="1416" y="6145"/>
                  </a:cubicBezTo>
                  <a:lnTo>
                    <a:pt x="2876" y="4687"/>
                  </a:lnTo>
                  <a:cubicBezTo>
                    <a:pt x="2918" y="4643"/>
                    <a:pt x="2946" y="4572"/>
                    <a:pt x="2946" y="4511"/>
                  </a:cubicBezTo>
                  <a:cubicBezTo>
                    <a:pt x="2946" y="4442"/>
                    <a:pt x="2918" y="4373"/>
                    <a:pt x="2876" y="4329"/>
                  </a:cubicBezTo>
                  <a:cubicBezTo>
                    <a:pt x="2675" y="4136"/>
                    <a:pt x="2570" y="3873"/>
                    <a:pt x="2570" y="3603"/>
                  </a:cubicBezTo>
                  <a:cubicBezTo>
                    <a:pt x="2570" y="3034"/>
                    <a:pt x="3034" y="2571"/>
                    <a:pt x="3600" y="2571"/>
                  </a:cubicBezTo>
                  <a:cubicBezTo>
                    <a:pt x="4169" y="2571"/>
                    <a:pt x="4632" y="3034"/>
                    <a:pt x="4632" y="3603"/>
                  </a:cubicBezTo>
                  <a:cubicBezTo>
                    <a:pt x="4632" y="3873"/>
                    <a:pt x="4519" y="4136"/>
                    <a:pt x="4326" y="4329"/>
                  </a:cubicBezTo>
                  <a:cubicBezTo>
                    <a:pt x="4230" y="4425"/>
                    <a:pt x="4230" y="4591"/>
                    <a:pt x="4326" y="4687"/>
                  </a:cubicBezTo>
                  <a:lnTo>
                    <a:pt x="5778" y="6145"/>
                  </a:lnTo>
                  <a:cubicBezTo>
                    <a:pt x="5830" y="6190"/>
                    <a:pt x="5891" y="6217"/>
                    <a:pt x="5960" y="6217"/>
                  </a:cubicBezTo>
                  <a:cubicBezTo>
                    <a:pt x="6032" y="6217"/>
                    <a:pt x="6101" y="6190"/>
                    <a:pt x="6145" y="6145"/>
                  </a:cubicBezTo>
                  <a:cubicBezTo>
                    <a:pt x="6827" y="5464"/>
                    <a:pt x="7202" y="4564"/>
                    <a:pt x="7202" y="3603"/>
                  </a:cubicBezTo>
                  <a:cubicBezTo>
                    <a:pt x="7202" y="1610"/>
                    <a:pt x="5585" y="1"/>
                    <a:pt x="3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37"/>
            <p:cNvSpPr/>
            <p:nvPr/>
          </p:nvSpPr>
          <p:spPr>
            <a:xfrm>
              <a:off x="5558925" y="3414175"/>
              <a:ext cx="231500" cy="231425"/>
            </a:xfrm>
            <a:custGeom>
              <a:rect b="b" l="l" r="r" t="t"/>
              <a:pathLst>
                <a:path extrusionOk="0" h="9257" w="9260">
                  <a:moveTo>
                    <a:pt x="4633" y="1"/>
                  </a:moveTo>
                  <a:cubicBezTo>
                    <a:pt x="3584" y="1"/>
                    <a:pt x="2588" y="341"/>
                    <a:pt x="1767" y="997"/>
                  </a:cubicBezTo>
                  <a:cubicBezTo>
                    <a:pt x="1654" y="1083"/>
                    <a:pt x="1635" y="1241"/>
                    <a:pt x="1723" y="1354"/>
                  </a:cubicBezTo>
                  <a:cubicBezTo>
                    <a:pt x="1774" y="1420"/>
                    <a:pt x="1850" y="1454"/>
                    <a:pt x="1927" y="1454"/>
                  </a:cubicBezTo>
                  <a:cubicBezTo>
                    <a:pt x="1985" y="1454"/>
                    <a:pt x="2042" y="1435"/>
                    <a:pt x="2090" y="1398"/>
                  </a:cubicBezTo>
                  <a:cubicBezTo>
                    <a:pt x="2816" y="821"/>
                    <a:pt x="3700" y="515"/>
                    <a:pt x="4633" y="515"/>
                  </a:cubicBezTo>
                  <a:cubicBezTo>
                    <a:pt x="6899" y="515"/>
                    <a:pt x="8751" y="2361"/>
                    <a:pt x="8751" y="4633"/>
                  </a:cubicBezTo>
                  <a:cubicBezTo>
                    <a:pt x="8751" y="6896"/>
                    <a:pt x="6899" y="8741"/>
                    <a:pt x="4633" y="8741"/>
                  </a:cubicBezTo>
                  <a:cubicBezTo>
                    <a:pt x="2361" y="8741"/>
                    <a:pt x="517" y="6896"/>
                    <a:pt x="517" y="4633"/>
                  </a:cubicBezTo>
                  <a:cubicBezTo>
                    <a:pt x="517" y="3697"/>
                    <a:pt x="823" y="2814"/>
                    <a:pt x="1400" y="2080"/>
                  </a:cubicBezTo>
                  <a:cubicBezTo>
                    <a:pt x="1486" y="1966"/>
                    <a:pt x="1469" y="1809"/>
                    <a:pt x="1356" y="1721"/>
                  </a:cubicBezTo>
                  <a:cubicBezTo>
                    <a:pt x="1312" y="1684"/>
                    <a:pt x="1256" y="1666"/>
                    <a:pt x="1201" y="1666"/>
                  </a:cubicBezTo>
                  <a:cubicBezTo>
                    <a:pt x="1125" y="1666"/>
                    <a:pt x="1048" y="1700"/>
                    <a:pt x="997" y="1765"/>
                  </a:cubicBezTo>
                  <a:cubicBezTo>
                    <a:pt x="351" y="2587"/>
                    <a:pt x="1" y="3575"/>
                    <a:pt x="1" y="4633"/>
                  </a:cubicBezTo>
                  <a:cubicBezTo>
                    <a:pt x="1" y="7186"/>
                    <a:pt x="2082" y="9257"/>
                    <a:pt x="4633" y="9257"/>
                  </a:cubicBezTo>
                  <a:cubicBezTo>
                    <a:pt x="7186" y="9257"/>
                    <a:pt x="9259" y="7186"/>
                    <a:pt x="9259" y="4633"/>
                  </a:cubicBezTo>
                  <a:cubicBezTo>
                    <a:pt x="9259" y="2080"/>
                    <a:pt x="7186" y="1"/>
                    <a:pt x="4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84" name="Shape 16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85" name="Google Shape;16185;p38"/>
          <p:cNvPicPr preferRelativeResize="0"/>
          <p:nvPr/>
        </p:nvPicPr>
        <p:blipFill rotWithShape="1">
          <a:blip r:embed="rId3">
            <a:alphaModFix/>
          </a:blip>
          <a:srcRect b="0" l="13561" r="12698" t="0"/>
          <a:stretch/>
        </p:blipFill>
        <p:spPr>
          <a:xfrm>
            <a:off x="357457" y="523077"/>
            <a:ext cx="5260835" cy="3979771"/>
          </a:xfrm>
          <a:prstGeom prst="rect">
            <a:avLst/>
          </a:prstGeom>
          <a:noFill/>
          <a:ln>
            <a:noFill/>
          </a:ln>
        </p:spPr>
      </p:pic>
      <p:sp>
        <p:nvSpPr>
          <p:cNvPr id="16186" name="Google Shape;16186;p38"/>
          <p:cNvSpPr/>
          <p:nvPr/>
        </p:nvSpPr>
        <p:spPr>
          <a:xfrm>
            <a:off x="142175" y="157550"/>
            <a:ext cx="5691300" cy="47109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87" name="Google Shape;16187;p38"/>
          <p:cNvSpPr txBox="1"/>
          <p:nvPr/>
        </p:nvSpPr>
        <p:spPr>
          <a:xfrm>
            <a:off x="6232625" y="463950"/>
            <a:ext cx="2631000" cy="49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Inside the Fuel Cell</a:t>
            </a:r>
            <a:endParaRPr sz="20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88" name="Google Shape;16188;p38"/>
          <p:cNvSpPr/>
          <p:nvPr/>
        </p:nvSpPr>
        <p:spPr>
          <a:xfrm>
            <a:off x="6110575" y="361700"/>
            <a:ext cx="2841600" cy="7008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89" name="Google Shape;16189;p38"/>
          <p:cNvSpPr/>
          <p:nvPr/>
        </p:nvSpPr>
        <p:spPr>
          <a:xfrm>
            <a:off x="6847675" y="1993600"/>
            <a:ext cx="1367400" cy="28674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6190" name="Google Shape;16190;p3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062625" y="2266049"/>
            <a:ext cx="1741874" cy="2322499"/>
          </a:xfrm>
          <a:prstGeom prst="rect">
            <a:avLst/>
          </a:prstGeom>
          <a:noFill/>
          <a:ln>
            <a:noFill/>
          </a:ln>
        </p:spPr>
      </p:pic>
      <p:sp>
        <p:nvSpPr>
          <p:cNvPr id="16191" name="Google Shape;16191;p38"/>
          <p:cNvSpPr/>
          <p:nvPr/>
        </p:nvSpPr>
        <p:spPr>
          <a:xfrm>
            <a:off x="6964112" y="2150650"/>
            <a:ext cx="1938900" cy="25533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92" name="Google Shape;16192;p38"/>
          <p:cNvSpPr txBox="1"/>
          <p:nvPr/>
        </p:nvSpPr>
        <p:spPr>
          <a:xfrm>
            <a:off x="6538625" y="1464175"/>
            <a:ext cx="19389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Our Actual Fuel Cell</a:t>
            </a:r>
            <a:endParaRPr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93" name="Google Shape;16193;p38"/>
          <p:cNvSpPr/>
          <p:nvPr/>
        </p:nvSpPr>
        <p:spPr>
          <a:xfrm rot="5400000">
            <a:off x="8327600" y="1701700"/>
            <a:ext cx="443700" cy="258600"/>
          </a:xfrm>
          <a:prstGeom prst="bentArrow">
            <a:avLst>
              <a:gd fmla="val 25000" name="adj1"/>
              <a:gd fmla="val 25000" name="adj2"/>
              <a:gd fmla="val 25000" name="adj3"/>
              <a:gd fmla="val 47914" name="adj4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194" name="Google Shape;16194;p38"/>
          <p:cNvSpPr txBox="1"/>
          <p:nvPr/>
        </p:nvSpPr>
        <p:spPr>
          <a:xfrm>
            <a:off x="357450" y="4225950"/>
            <a:ext cx="1639500" cy="27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Photo Courtesy of 3M</a:t>
            </a:r>
            <a:endParaRPr sz="6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98" name="Shape 16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9" name="Google Shape;16199;p39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Shell Eco Marathon</a:t>
            </a:r>
            <a:endParaRPr/>
          </a:p>
        </p:txBody>
      </p:sp>
      <p:sp>
        <p:nvSpPr>
          <p:cNvPr id="16200" name="Google Shape;16200;p39"/>
          <p:cNvSpPr txBox="1"/>
          <p:nvPr>
            <p:ph idx="1" type="subTitle"/>
          </p:nvPr>
        </p:nvSpPr>
        <p:spPr>
          <a:xfrm>
            <a:off x="1280863" y="2010310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Competition to make the most energy efficient vehicle</a:t>
            </a:r>
            <a:endParaRPr/>
          </a:p>
        </p:txBody>
      </p:sp>
      <p:sp>
        <p:nvSpPr>
          <p:cNvPr id="16201" name="Google Shape;16201;p39"/>
          <p:cNvSpPr txBox="1"/>
          <p:nvPr>
            <p:ph idx="2" type="subTitle"/>
          </p:nvPr>
        </p:nvSpPr>
        <p:spPr>
          <a:xfrm>
            <a:off x="1280863" y="1646300"/>
            <a:ext cx="23661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It? </a:t>
            </a:r>
            <a:endParaRPr/>
          </a:p>
        </p:txBody>
      </p:sp>
      <p:sp>
        <p:nvSpPr>
          <p:cNvPr id="16202" name="Google Shape;16202;p39"/>
          <p:cNvSpPr txBox="1"/>
          <p:nvPr>
            <p:ph idx="3" type="subTitle"/>
          </p:nvPr>
        </p:nvSpPr>
        <p:spPr>
          <a:xfrm>
            <a:off x="1286675" y="3511485"/>
            <a:ext cx="23661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Gives a target for our work on the vehicle</a:t>
            </a:r>
            <a:endParaRPr/>
          </a:p>
        </p:txBody>
      </p:sp>
      <p:sp>
        <p:nvSpPr>
          <p:cNvPr id="16203" name="Google Shape;16203;p39"/>
          <p:cNvSpPr txBox="1"/>
          <p:nvPr>
            <p:ph idx="4" type="subTitle"/>
          </p:nvPr>
        </p:nvSpPr>
        <p:spPr>
          <a:xfrm>
            <a:off x="1086487" y="3117900"/>
            <a:ext cx="2754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Compete?</a:t>
            </a:r>
            <a:endParaRPr/>
          </a:p>
        </p:txBody>
      </p:sp>
      <p:grpSp>
        <p:nvGrpSpPr>
          <p:cNvPr id="16204" name="Google Shape;16204;p39"/>
          <p:cNvGrpSpPr/>
          <p:nvPr/>
        </p:nvGrpSpPr>
        <p:grpSpPr>
          <a:xfrm rot="-4650507">
            <a:off x="7371985" y="850378"/>
            <a:ext cx="503234" cy="832928"/>
            <a:chOff x="5418553" y="1848025"/>
            <a:chExt cx="861816" cy="1447438"/>
          </a:xfrm>
        </p:grpSpPr>
        <p:sp>
          <p:nvSpPr>
            <p:cNvPr id="16205" name="Google Shape;16205;p39"/>
            <p:cNvSpPr/>
            <p:nvPr/>
          </p:nvSpPr>
          <p:spPr>
            <a:xfrm>
              <a:off x="5480712" y="1848025"/>
              <a:ext cx="799657" cy="786419"/>
            </a:xfrm>
            <a:custGeom>
              <a:rect b="b" l="l" r="r" t="t"/>
              <a:pathLst>
                <a:path extrusionOk="0" h="45862" w="46634">
                  <a:moveTo>
                    <a:pt x="23318" y="15700"/>
                  </a:moveTo>
                  <a:cubicBezTo>
                    <a:pt x="25258" y="15700"/>
                    <a:pt x="27118" y="16459"/>
                    <a:pt x="28517" y="17857"/>
                  </a:cubicBezTo>
                  <a:cubicBezTo>
                    <a:pt x="30133" y="19474"/>
                    <a:pt x="30896" y="21713"/>
                    <a:pt x="30609" y="24010"/>
                  </a:cubicBezTo>
                  <a:cubicBezTo>
                    <a:pt x="30189" y="27269"/>
                    <a:pt x="27526" y="29929"/>
                    <a:pt x="24267" y="30336"/>
                  </a:cubicBezTo>
                  <a:cubicBezTo>
                    <a:pt x="23951" y="30376"/>
                    <a:pt x="23636" y="30395"/>
                    <a:pt x="23322" y="30395"/>
                  </a:cubicBezTo>
                  <a:cubicBezTo>
                    <a:pt x="21374" y="30395"/>
                    <a:pt x="19510" y="29637"/>
                    <a:pt x="18117" y="28247"/>
                  </a:cubicBezTo>
                  <a:cubicBezTo>
                    <a:pt x="16501" y="26631"/>
                    <a:pt x="15741" y="24388"/>
                    <a:pt x="16025" y="22094"/>
                  </a:cubicBezTo>
                  <a:cubicBezTo>
                    <a:pt x="16432" y="18835"/>
                    <a:pt x="19095" y="16172"/>
                    <a:pt x="22354" y="15765"/>
                  </a:cubicBezTo>
                  <a:cubicBezTo>
                    <a:pt x="22680" y="15726"/>
                    <a:pt x="22993" y="15700"/>
                    <a:pt x="23318" y="15700"/>
                  </a:cubicBezTo>
                  <a:close/>
                  <a:moveTo>
                    <a:pt x="23321" y="14749"/>
                  </a:moveTo>
                  <a:cubicBezTo>
                    <a:pt x="22964" y="14749"/>
                    <a:pt x="22604" y="14771"/>
                    <a:pt x="22243" y="14817"/>
                  </a:cubicBezTo>
                  <a:cubicBezTo>
                    <a:pt x="18550" y="15276"/>
                    <a:pt x="15549" y="18291"/>
                    <a:pt x="15073" y="21973"/>
                  </a:cubicBezTo>
                  <a:cubicBezTo>
                    <a:pt x="14747" y="24564"/>
                    <a:pt x="15617" y="27090"/>
                    <a:pt x="17436" y="28925"/>
                  </a:cubicBezTo>
                  <a:cubicBezTo>
                    <a:pt x="19013" y="30499"/>
                    <a:pt x="21119" y="31356"/>
                    <a:pt x="23318" y="31356"/>
                  </a:cubicBezTo>
                  <a:cubicBezTo>
                    <a:pt x="23670" y="31356"/>
                    <a:pt x="24035" y="31327"/>
                    <a:pt x="24391" y="31288"/>
                  </a:cubicBezTo>
                  <a:cubicBezTo>
                    <a:pt x="28070" y="30825"/>
                    <a:pt x="31085" y="27810"/>
                    <a:pt x="31548" y="24131"/>
                  </a:cubicBezTo>
                  <a:cubicBezTo>
                    <a:pt x="31873" y="21537"/>
                    <a:pt x="31016" y="19011"/>
                    <a:pt x="29185" y="17179"/>
                  </a:cubicBezTo>
                  <a:cubicBezTo>
                    <a:pt x="27618" y="15601"/>
                    <a:pt x="25520" y="14749"/>
                    <a:pt x="23321" y="14749"/>
                  </a:cubicBezTo>
                  <a:close/>
                  <a:moveTo>
                    <a:pt x="26115" y="966"/>
                  </a:moveTo>
                  <a:lnTo>
                    <a:pt x="26115" y="6069"/>
                  </a:lnTo>
                  <a:cubicBezTo>
                    <a:pt x="26115" y="6301"/>
                    <a:pt x="26278" y="6493"/>
                    <a:pt x="26496" y="6532"/>
                  </a:cubicBezTo>
                  <a:cubicBezTo>
                    <a:pt x="28259" y="6871"/>
                    <a:pt x="29931" y="7484"/>
                    <a:pt x="31492" y="8351"/>
                  </a:cubicBezTo>
                  <a:cubicBezTo>
                    <a:pt x="31567" y="8392"/>
                    <a:pt x="31648" y="8412"/>
                    <a:pt x="31727" y="8412"/>
                  </a:cubicBezTo>
                  <a:cubicBezTo>
                    <a:pt x="31862" y="8412"/>
                    <a:pt x="31994" y="8354"/>
                    <a:pt x="32089" y="8243"/>
                  </a:cubicBezTo>
                  <a:lnTo>
                    <a:pt x="35377" y="4332"/>
                  </a:lnTo>
                  <a:lnTo>
                    <a:pt x="39653" y="7930"/>
                  </a:lnTo>
                  <a:lnTo>
                    <a:pt x="36381" y="11841"/>
                  </a:lnTo>
                  <a:cubicBezTo>
                    <a:pt x="36231" y="12017"/>
                    <a:pt x="36231" y="12278"/>
                    <a:pt x="36368" y="12454"/>
                  </a:cubicBezTo>
                  <a:cubicBezTo>
                    <a:pt x="37495" y="13839"/>
                    <a:pt x="38391" y="15387"/>
                    <a:pt x="39027" y="17043"/>
                  </a:cubicBezTo>
                  <a:cubicBezTo>
                    <a:pt x="39098" y="17233"/>
                    <a:pt x="39274" y="17350"/>
                    <a:pt x="39472" y="17350"/>
                  </a:cubicBezTo>
                  <a:cubicBezTo>
                    <a:pt x="39500" y="17350"/>
                    <a:pt x="39529" y="17347"/>
                    <a:pt x="39558" y="17342"/>
                  </a:cubicBezTo>
                  <a:lnTo>
                    <a:pt x="44584" y="16459"/>
                  </a:lnTo>
                  <a:lnTo>
                    <a:pt x="45561" y="21973"/>
                  </a:lnTo>
                  <a:lnTo>
                    <a:pt x="40523" y="22853"/>
                  </a:lnTo>
                  <a:cubicBezTo>
                    <a:pt x="40305" y="22896"/>
                    <a:pt x="40129" y="23098"/>
                    <a:pt x="40129" y="23316"/>
                  </a:cubicBezTo>
                  <a:cubicBezTo>
                    <a:pt x="40102" y="25109"/>
                    <a:pt x="39790" y="26875"/>
                    <a:pt x="39206" y="28544"/>
                  </a:cubicBezTo>
                  <a:cubicBezTo>
                    <a:pt x="39138" y="28762"/>
                    <a:pt x="39232" y="29006"/>
                    <a:pt x="39421" y="29114"/>
                  </a:cubicBezTo>
                  <a:lnTo>
                    <a:pt x="43850" y="31669"/>
                  </a:lnTo>
                  <a:lnTo>
                    <a:pt x="41051" y="36515"/>
                  </a:lnTo>
                  <a:lnTo>
                    <a:pt x="36625" y="33963"/>
                  </a:lnTo>
                  <a:cubicBezTo>
                    <a:pt x="36549" y="33922"/>
                    <a:pt x="36468" y="33902"/>
                    <a:pt x="36388" y="33902"/>
                  </a:cubicBezTo>
                  <a:cubicBezTo>
                    <a:pt x="36252" y="33902"/>
                    <a:pt x="36121" y="33960"/>
                    <a:pt x="36029" y="34071"/>
                  </a:cubicBezTo>
                  <a:cubicBezTo>
                    <a:pt x="34846" y="35417"/>
                    <a:pt x="33474" y="36571"/>
                    <a:pt x="31955" y="37480"/>
                  </a:cubicBezTo>
                  <a:cubicBezTo>
                    <a:pt x="31763" y="37601"/>
                    <a:pt x="31681" y="37845"/>
                    <a:pt x="31750" y="38050"/>
                  </a:cubicBezTo>
                  <a:lnTo>
                    <a:pt x="33503" y="42857"/>
                  </a:lnTo>
                  <a:lnTo>
                    <a:pt x="28246" y="44770"/>
                  </a:lnTo>
                  <a:lnTo>
                    <a:pt x="26496" y="39963"/>
                  </a:lnTo>
                  <a:cubicBezTo>
                    <a:pt x="26428" y="39774"/>
                    <a:pt x="26252" y="39654"/>
                    <a:pt x="26046" y="39654"/>
                  </a:cubicBezTo>
                  <a:cubicBezTo>
                    <a:pt x="26020" y="39654"/>
                    <a:pt x="25991" y="39654"/>
                    <a:pt x="25965" y="39667"/>
                  </a:cubicBezTo>
                  <a:cubicBezTo>
                    <a:pt x="25090" y="39802"/>
                    <a:pt x="24204" y="39870"/>
                    <a:pt x="23316" y="39870"/>
                  </a:cubicBezTo>
                  <a:cubicBezTo>
                    <a:pt x="22429" y="39870"/>
                    <a:pt x="21539" y="39802"/>
                    <a:pt x="20656" y="39667"/>
                  </a:cubicBezTo>
                  <a:cubicBezTo>
                    <a:pt x="20629" y="39662"/>
                    <a:pt x="20602" y="39659"/>
                    <a:pt x="20576" y="39659"/>
                  </a:cubicBezTo>
                  <a:cubicBezTo>
                    <a:pt x="20387" y="39659"/>
                    <a:pt x="20212" y="39786"/>
                    <a:pt x="20141" y="39963"/>
                  </a:cubicBezTo>
                  <a:lnTo>
                    <a:pt x="18388" y="44770"/>
                  </a:lnTo>
                  <a:lnTo>
                    <a:pt x="13134" y="42857"/>
                  </a:lnTo>
                  <a:lnTo>
                    <a:pt x="14871" y="38050"/>
                  </a:lnTo>
                  <a:cubicBezTo>
                    <a:pt x="14952" y="37845"/>
                    <a:pt x="14871" y="37601"/>
                    <a:pt x="14666" y="37480"/>
                  </a:cubicBezTo>
                  <a:cubicBezTo>
                    <a:pt x="13147" y="36571"/>
                    <a:pt x="11788" y="35417"/>
                    <a:pt x="10608" y="34071"/>
                  </a:cubicBezTo>
                  <a:cubicBezTo>
                    <a:pt x="10514" y="33960"/>
                    <a:pt x="10382" y="33902"/>
                    <a:pt x="10246" y="33902"/>
                  </a:cubicBezTo>
                  <a:cubicBezTo>
                    <a:pt x="10166" y="33902"/>
                    <a:pt x="10085" y="33922"/>
                    <a:pt x="10009" y="33963"/>
                  </a:cubicBezTo>
                  <a:lnTo>
                    <a:pt x="5583" y="36515"/>
                  </a:lnTo>
                  <a:lnTo>
                    <a:pt x="2787" y="31669"/>
                  </a:lnTo>
                  <a:lnTo>
                    <a:pt x="7212" y="29114"/>
                  </a:lnTo>
                  <a:cubicBezTo>
                    <a:pt x="7401" y="29006"/>
                    <a:pt x="7496" y="28762"/>
                    <a:pt x="7414" y="28544"/>
                  </a:cubicBezTo>
                  <a:cubicBezTo>
                    <a:pt x="6844" y="26875"/>
                    <a:pt x="6534" y="25109"/>
                    <a:pt x="6505" y="23316"/>
                  </a:cubicBezTo>
                  <a:cubicBezTo>
                    <a:pt x="6492" y="23098"/>
                    <a:pt x="6329" y="22896"/>
                    <a:pt x="6111" y="22853"/>
                  </a:cubicBezTo>
                  <a:lnTo>
                    <a:pt x="1076" y="21973"/>
                  </a:lnTo>
                  <a:lnTo>
                    <a:pt x="2053" y="16459"/>
                  </a:lnTo>
                  <a:lnTo>
                    <a:pt x="7075" y="17342"/>
                  </a:lnTo>
                  <a:cubicBezTo>
                    <a:pt x="7103" y="17347"/>
                    <a:pt x="7130" y="17350"/>
                    <a:pt x="7158" y="17350"/>
                  </a:cubicBezTo>
                  <a:cubicBezTo>
                    <a:pt x="7349" y="17350"/>
                    <a:pt x="7535" y="17233"/>
                    <a:pt x="7607" y="17043"/>
                  </a:cubicBezTo>
                  <a:cubicBezTo>
                    <a:pt x="8245" y="15387"/>
                    <a:pt x="9142" y="13839"/>
                    <a:pt x="10253" y="12454"/>
                  </a:cubicBezTo>
                  <a:cubicBezTo>
                    <a:pt x="10403" y="12278"/>
                    <a:pt x="10403" y="12017"/>
                    <a:pt x="10253" y="11841"/>
                  </a:cubicBezTo>
                  <a:lnTo>
                    <a:pt x="6968" y="7930"/>
                  </a:lnTo>
                  <a:lnTo>
                    <a:pt x="11260" y="4332"/>
                  </a:lnTo>
                  <a:lnTo>
                    <a:pt x="14545" y="8243"/>
                  </a:lnTo>
                  <a:cubicBezTo>
                    <a:pt x="14639" y="8354"/>
                    <a:pt x="14771" y="8412"/>
                    <a:pt x="14906" y="8412"/>
                  </a:cubicBezTo>
                  <a:cubicBezTo>
                    <a:pt x="14986" y="8412"/>
                    <a:pt x="15067" y="8392"/>
                    <a:pt x="15142" y="8351"/>
                  </a:cubicBezTo>
                  <a:cubicBezTo>
                    <a:pt x="16703" y="7484"/>
                    <a:pt x="18374" y="6871"/>
                    <a:pt x="20125" y="6532"/>
                  </a:cubicBezTo>
                  <a:cubicBezTo>
                    <a:pt x="20356" y="6493"/>
                    <a:pt x="20519" y="6301"/>
                    <a:pt x="20519" y="6069"/>
                  </a:cubicBezTo>
                  <a:lnTo>
                    <a:pt x="20519" y="966"/>
                  </a:lnTo>
                  <a:close/>
                  <a:moveTo>
                    <a:pt x="20043" y="1"/>
                  </a:moveTo>
                  <a:cubicBezTo>
                    <a:pt x="19773" y="1"/>
                    <a:pt x="19554" y="219"/>
                    <a:pt x="19554" y="490"/>
                  </a:cubicBezTo>
                  <a:lnTo>
                    <a:pt x="19554" y="5678"/>
                  </a:lnTo>
                  <a:cubicBezTo>
                    <a:pt x="17980" y="6017"/>
                    <a:pt x="16458" y="6574"/>
                    <a:pt x="15021" y="7334"/>
                  </a:cubicBezTo>
                  <a:lnTo>
                    <a:pt x="11680" y="3355"/>
                  </a:lnTo>
                  <a:cubicBezTo>
                    <a:pt x="11588" y="3240"/>
                    <a:pt x="11452" y="3181"/>
                    <a:pt x="11314" y="3181"/>
                  </a:cubicBezTo>
                  <a:cubicBezTo>
                    <a:pt x="11209" y="3181"/>
                    <a:pt x="11103" y="3215"/>
                    <a:pt x="11016" y="3286"/>
                  </a:cubicBezTo>
                  <a:lnTo>
                    <a:pt x="5990" y="7497"/>
                  </a:lnTo>
                  <a:cubicBezTo>
                    <a:pt x="5896" y="7578"/>
                    <a:pt x="5840" y="7699"/>
                    <a:pt x="5827" y="7823"/>
                  </a:cubicBezTo>
                  <a:cubicBezTo>
                    <a:pt x="5814" y="7960"/>
                    <a:pt x="5853" y="8080"/>
                    <a:pt x="5935" y="8175"/>
                  </a:cubicBezTo>
                  <a:lnTo>
                    <a:pt x="9275" y="12154"/>
                  </a:lnTo>
                  <a:cubicBezTo>
                    <a:pt x="8285" y="13431"/>
                    <a:pt x="7470" y="14843"/>
                    <a:pt x="6860" y="16335"/>
                  </a:cubicBezTo>
                  <a:lnTo>
                    <a:pt x="1740" y="15439"/>
                  </a:lnTo>
                  <a:cubicBezTo>
                    <a:pt x="1710" y="15433"/>
                    <a:pt x="1679" y="15430"/>
                    <a:pt x="1649" y="15430"/>
                  </a:cubicBezTo>
                  <a:cubicBezTo>
                    <a:pt x="1427" y="15430"/>
                    <a:pt x="1232" y="15593"/>
                    <a:pt x="1183" y="15820"/>
                  </a:cubicBezTo>
                  <a:lnTo>
                    <a:pt x="55" y="22270"/>
                  </a:lnTo>
                  <a:cubicBezTo>
                    <a:pt x="0" y="22544"/>
                    <a:pt x="179" y="22788"/>
                    <a:pt x="437" y="22827"/>
                  </a:cubicBezTo>
                  <a:lnTo>
                    <a:pt x="5557" y="23737"/>
                  </a:lnTo>
                  <a:cubicBezTo>
                    <a:pt x="5622" y="25353"/>
                    <a:pt x="5896" y="26957"/>
                    <a:pt x="6398" y="28492"/>
                  </a:cubicBezTo>
                  <a:lnTo>
                    <a:pt x="1890" y="31082"/>
                  </a:lnTo>
                  <a:cubicBezTo>
                    <a:pt x="1779" y="31151"/>
                    <a:pt x="1698" y="31245"/>
                    <a:pt x="1672" y="31369"/>
                  </a:cubicBezTo>
                  <a:cubicBezTo>
                    <a:pt x="1646" y="31490"/>
                    <a:pt x="1659" y="31627"/>
                    <a:pt x="1711" y="31734"/>
                  </a:cubicBezTo>
                  <a:lnTo>
                    <a:pt x="4999" y="37412"/>
                  </a:lnTo>
                  <a:cubicBezTo>
                    <a:pt x="5052" y="37519"/>
                    <a:pt x="5162" y="37601"/>
                    <a:pt x="5283" y="37630"/>
                  </a:cubicBezTo>
                  <a:cubicBezTo>
                    <a:pt x="5329" y="37644"/>
                    <a:pt x="5376" y="37652"/>
                    <a:pt x="5423" y="37652"/>
                  </a:cubicBezTo>
                  <a:cubicBezTo>
                    <a:pt x="5503" y="37652"/>
                    <a:pt x="5581" y="37631"/>
                    <a:pt x="5651" y="37588"/>
                  </a:cubicBezTo>
                  <a:lnTo>
                    <a:pt x="10145" y="34993"/>
                  </a:lnTo>
                  <a:cubicBezTo>
                    <a:pt x="11244" y="36189"/>
                    <a:pt x="12482" y="37236"/>
                    <a:pt x="13838" y="38089"/>
                  </a:cubicBezTo>
                  <a:lnTo>
                    <a:pt x="12075" y="42978"/>
                  </a:lnTo>
                  <a:cubicBezTo>
                    <a:pt x="12032" y="43102"/>
                    <a:pt x="12032" y="43222"/>
                    <a:pt x="12088" y="43346"/>
                  </a:cubicBezTo>
                  <a:cubicBezTo>
                    <a:pt x="12140" y="43454"/>
                    <a:pt x="12238" y="43548"/>
                    <a:pt x="12358" y="43591"/>
                  </a:cubicBezTo>
                  <a:lnTo>
                    <a:pt x="18511" y="45830"/>
                  </a:lnTo>
                  <a:cubicBezTo>
                    <a:pt x="18568" y="45851"/>
                    <a:pt x="18626" y="45861"/>
                    <a:pt x="18682" y="45861"/>
                  </a:cubicBezTo>
                  <a:cubicBezTo>
                    <a:pt x="18879" y="45861"/>
                    <a:pt x="19057" y="45736"/>
                    <a:pt x="19121" y="45546"/>
                  </a:cubicBezTo>
                  <a:lnTo>
                    <a:pt x="20900" y="40658"/>
                  </a:lnTo>
                  <a:cubicBezTo>
                    <a:pt x="21702" y="40773"/>
                    <a:pt x="22506" y="40831"/>
                    <a:pt x="23312" y="40831"/>
                  </a:cubicBezTo>
                  <a:cubicBezTo>
                    <a:pt x="24118" y="40831"/>
                    <a:pt x="24925" y="40773"/>
                    <a:pt x="25733" y="40658"/>
                  </a:cubicBezTo>
                  <a:lnTo>
                    <a:pt x="27513" y="45546"/>
                  </a:lnTo>
                  <a:cubicBezTo>
                    <a:pt x="27581" y="45735"/>
                    <a:pt x="27757" y="45859"/>
                    <a:pt x="27963" y="45859"/>
                  </a:cubicBezTo>
                  <a:cubicBezTo>
                    <a:pt x="28015" y="45859"/>
                    <a:pt x="28070" y="45846"/>
                    <a:pt x="28126" y="45830"/>
                  </a:cubicBezTo>
                  <a:lnTo>
                    <a:pt x="34275" y="43591"/>
                  </a:lnTo>
                  <a:cubicBezTo>
                    <a:pt x="34399" y="43548"/>
                    <a:pt x="34494" y="43454"/>
                    <a:pt x="34546" y="43346"/>
                  </a:cubicBezTo>
                  <a:cubicBezTo>
                    <a:pt x="34601" y="43222"/>
                    <a:pt x="34601" y="43102"/>
                    <a:pt x="34562" y="42978"/>
                  </a:cubicBezTo>
                  <a:lnTo>
                    <a:pt x="32783" y="38089"/>
                  </a:lnTo>
                  <a:cubicBezTo>
                    <a:pt x="34155" y="37236"/>
                    <a:pt x="35390" y="36189"/>
                    <a:pt x="36475" y="34993"/>
                  </a:cubicBezTo>
                  <a:lnTo>
                    <a:pt x="40982" y="37588"/>
                  </a:lnTo>
                  <a:cubicBezTo>
                    <a:pt x="41059" y="37633"/>
                    <a:pt x="41141" y="37654"/>
                    <a:pt x="41223" y="37654"/>
                  </a:cubicBezTo>
                  <a:cubicBezTo>
                    <a:pt x="41387" y="37654"/>
                    <a:pt x="41545" y="37566"/>
                    <a:pt x="41634" y="37412"/>
                  </a:cubicBezTo>
                  <a:lnTo>
                    <a:pt x="44910" y="31734"/>
                  </a:lnTo>
                  <a:cubicBezTo>
                    <a:pt x="44975" y="31627"/>
                    <a:pt x="44991" y="31490"/>
                    <a:pt x="44962" y="31369"/>
                  </a:cubicBezTo>
                  <a:cubicBezTo>
                    <a:pt x="44923" y="31245"/>
                    <a:pt x="44854" y="31151"/>
                    <a:pt x="44730" y="31082"/>
                  </a:cubicBezTo>
                  <a:lnTo>
                    <a:pt x="40236" y="28492"/>
                  </a:lnTo>
                  <a:cubicBezTo>
                    <a:pt x="40725" y="26957"/>
                    <a:pt x="41012" y="25353"/>
                    <a:pt x="41080" y="23737"/>
                  </a:cubicBezTo>
                  <a:lnTo>
                    <a:pt x="46197" y="22827"/>
                  </a:lnTo>
                  <a:cubicBezTo>
                    <a:pt x="46458" y="22788"/>
                    <a:pt x="46634" y="22544"/>
                    <a:pt x="46578" y="22270"/>
                  </a:cubicBezTo>
                  <a:lnTo>
                    <a:pt x="45438" y="15820"/>
                  </a:lnTo>
                  <a:cubicBezTo>
                    <a:pt x="45403" y="15593"/>
                    <a:pt x="45209" y="15430"/>
                    <a:pt x="44985" y="15430"/>
                  </a:cubicBezTo>
                  <a:cubicBezTo>
                    <a:pt x="44955" y="15430"/>
                    <a:pt x="44924" y="15433"/>
                    <a:pt x="44893" y="15439"/>
                  </a:cubicBezTo>
                  <a:lnTo>
                    <a:pt x="39777" y="16335"/>
                  </a:lnTo>
                  <a:cubicBezTo>
                    <a:pt x="39164" y="14843"/>
                    <a:pt x="38349" y="13431"/>
                    <a:pt x="37358" y="12154"/>
                  </a:cubicBezTo>
                  <a:lnTo>
                    <a:pt x="40699" y="8175"/>
                  </a:lnTo>
                  <a:cubicBezTo>
                    <a:pt x="40780" y="8080"/>
                    <a:pt x="40819" y="7960"/>
                    <a:pt x="40806" y="7823"/>
                  </a:cubicBezTo>
                  <a:cubicBezTo>
                    <a:pt x="40793" y="7699"/>
                    <a:pt x="40738" y="7578"/>
                    <a:pt x="40643" y="7497"/>
                  </a:cubicBezTo>
                  <a:lnTo>
                    <a:pt x="35621" y="3286"/>
                  </a:lnTo>
                  <a:cubicBezTo>
                    <a:pt x="35532" y="3215"/>
                    <a:pt x="35426" y="3181"/>
                    <a:pt x="35319" y="3181"/>
                  </a:cubicBezTo>
                  <a:cubicBezTo>
                    <a:pt x="35179" y="3181"/>
                    <a:pt x="35040" y="3240"/>
                    <a:pt x="34940" y="3355"/>
                  </a:cubicBezTo>
                  <a:lnTo>
                    <a:pt x="31613" y="7334"/>
                  </a:lnTo>
                  <a:cubicBezTo>
                    <a:pt x="30175" y="6574"/>
                    <a:pt x="28653" y="6017"/>
                    <a:pt x="27066" y="5678"/>
                  </a:cubicBezTo>
                  <a:lnTo>
                    <a:pt x="27066" y="490"/>
                  </a:lnTo>
                  <a:cubicBezTo>
                    <a:pt x="27066" y="219"/>
                    <a:pt x="26861" y="1"/>
                    <a:pt x="26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39"/>
            <p:cNvSpPr/>
            <p:nvPr/>
          </p:nvSpPr>
          <p:spPr>
            <a:xfrm>
              <a:off x="5418553" y="2590289"/>
              <a:ext cx="709975" cy="705174"/>
            </a:xfrm>
            <a:custGeom>
              <a:rect b="b" l="l" r="r" t="t"/>
              <a:pathLst>
                <a:path extrusionOk="0" h="41124" w="41404">
                  <a:moveTo>
                    <a:pt x="20668" y="14023"/>
                  </a:moveTo>
                  <a:cubicBezTo>
                    <a:pt x="21016" y="14023"/>
                    <a:pt x="21365" y="14052"/>
                    <a:pt x="21713" y="14112"/>
                  </a:cubicBezTo>
                  <a:cubicBezTo>
                    <a:pt x="23724" y="14454"/>
                    <a:pt x="25421" y="15660"/>
                    <a:pt x="26373" y="17440"/>
                  </a:cubicBezTo>
                  <a:cubicBezTo>
                    <a:pt x="27321" y="19219"/>
                    <a:pt x="27390" y="21298"/>
                    <a:pt x="26562" y="23156"/>
                  </a:cubicBezTo>
                  <a:cubicBezTo>
                    <a:pt x="25524" y="25471"/>
                    <a:pt x="23149" y="26967"/>
                    <a:pt x="20655" y="26967"/>
                  </a:cubicBezTo>
                  <a:cubicBezTo>
                    <a:pt x="20308" y="26967"/>
                    <a:pt x="19959" y="26938"/>
                    <a:pt x="19611" y="26878"/>
                  </a:cubicBezTo>
                  <a:cubicBezTo>
                    <a:pt x="17613" y="26539"/>
                    <a:pt x="15915" y="25317"/>
                    <a:pt x="14966" y="23537"/>
                  </a:cubicBezTo>
                  <a:cubicBezTo>
                    <a:pt x="14015" y="21771"/>
                    <a:pt x="13946" y="19682"/>
                    <a:pt x="14774" y="17821"/>
                  </a:cubicBezTo>
                  <a:cubicBezTo>
                    <a:pt x="15801" y="15511"/>
                    <a:pt x="18184" y="14023"/>
                    <a:pt x="20668" y="14023"/>
                  </a:cubicBezTo>
                  <a:close/>
                  <a:moveTo>
                    <a:pt x="20683" y="13063"/>
                  </a:moveTo>
                  <a:cubicBezTo>
                    <a:pt x="17818" y="13063"/>
                    <a:pt x="15085" y="14780"/>
                    <a:pt x="13891" y="17440"/>
                  </a:cubicBezTo>
                  <a:cubicBezTo>
                    <a:pt x="12943" y="19571"/>
                    <a:pt x="13024" y="21963"/>
                    <a:pt x="14122" y="24000"/>
                  </a:cubicBezTo>
                  <a:cubicBezTo>
                    <a:pt x="15211" y="26037"/>
                    <a:pt x="17150" y="27422"/>
                    <a:pt x="19448" y="27817"/>
                  </a:cubicBezTo>
                  <a:cubicBezTo>
                    <a:pt x="19855" y="27882"/>
                    <a:pt x="20246" y="27924"/>
                    <a:pt x="20654" y="27924"/>
                  </a:cubicBezTo>
                  <a:cubicBezTo>
                    <a:pt x="23505" y="27924"/>
                    <a:pt x="26249" y="26213"/>
                    <a:pt x="27432" y="23550"/>
                  </a:cubicBezTo>
                  <a:cubicBezTo>
                    <a:pt x="28381" y="21419"/>
                    <a:pt x="28299" y="19030"/>
                    <a:pt x="27214" y="16993"/>
                  </a:cubicBezTo>
                  <a:cubicBezTo>
                    <a:pt x="26112" y="14956"/>
                    <a:pt x="24173" y="13558"/>
                    <a:pt x="21876" y="13164"/>
                  </a:cubicBezTo>
                  <a:cubicBezTo>
                    <a:pt x="21478" y="13096"/>
                    <a:pt x="21079" y="13063"/>
                    <a:pt x="20683" y="13063"/>
                  </a:cubicBezTo>
                  <a:close/>
                  <a:moveTo>
                    <a:pt x="24010" y="1076"/>
                  </a:moveTo>
                  <a:lnTo>
                    <a:pt x="28654" y="2490"/>
                  </a:lnTo>
                  <a:lnTo>
                    <a:pt x="27364" y="6766"/>
                  </a:lnTo>
                  <a:cubicBezTo>
                    <a:pt x="27295" y="6985"/>
                    <a:pt x="27390" y="7229"/>
                    <a:pt x="27595" y="7337"/>
                  </a:cubicBezTo>
                  <a:cubicBezTo>
                    <a:pt x="28993" y="8070"/>
                    <a:pt x="30255" y="9009"/>
                    <a:pt x="31356" y="10149"/>
                  </a:cubicBezTo>
                  <a:cubicBezTo>
                    <a:pt x="31444" y="10244"/>
                    <a:pt x="31568" y="10293"/>
                    <a:pt x="31693" y="10293"/>
                  </a:cubicBezTo>
                  <a:cubicBezTo>
                    <a:pt x="31783" y="10293"/>
                    <a:pt x="31874" y="10268"/>
                    <a:pt x="31953" y="10218"/>
                  </a:cubicBezTo>
                  <a:lnTo>
                    <a:pt x="35700" y="7757"/>
                  </a:lnTo>
                  <a:lnTo>
                    <a:pt x="38363" y="11831"/>
                  </a:lnTo>
                  <a:lnTo>
                    <a:pt x="34615" y="14275"/>
                  </a:lnTo>
                  <a:cubicBezTo>
                    <a:pt x="34423" y="14412"/>
                    <a:pt x="34341" y="14657"/>
                    <a:pt x="34423" y="14862"/>
                  </a:cubicBezTo>
                  <a:cubicBezTo>
                    <a:pt x="35023" y="16328"/>
                    <a:pt x="35388" y="17860"/>
                    <a:pt x="35498" y="19438"/>
                  </a:cubicBezTo>
                  <a:cubicBezTo>
                    <a:pt x="35511" y="19669"/>
                    <a:pt x="35687" y="19845"/>
                    <a:pt x="35919" y="19871"/>
                  </a:cubicBezTo>
                  <a:lnTo>
                    <a:pt x="40371" y="20415"/>
                  </a:lnTo>
                  <a:lnTo>
                    <a:pt x="39787" y="25235"/>
                  </a:lnTo>
                  <a:lnTo>
                    <a:pt x="35335" y="24704"/>
                  </a:lnTo>
                  <a:cubicBezTo>
                    <a:pt x="35318" y="24702"/>
                    <a:pt x="35300" y="24701"/>
                    <a:pt x="35282" y="24701"/>
                  </a:cubicBezTo>
                  <a:cubicBezTo>
                    <a:pt x="35082" y="24701"/>
                    <a:pt x="34893" y="24833"/>
                    <a:pt x="34830" y="25030"/>
                  </a:cubicBezTo>
                  <a:cubicBezTo>
                    <a:pt x="34341" y="26539"/>
                    <a:pt x="33624" y="27950"/>
                    <a:pt x="32712" y="29215"/>
                  </a:cubicBezTo>
                  <a:cubicBezTo>
                    <a:pt x="32578" y="29404"/>
                    <a:pt x="32591" y="29661"/>
                    <a:pt x="32741" y="29824"/>
                  </a:cubicBezTo>
                  <a:lnTo>
                    <a:pt x="35808" y="33096"/>
                  </a:lnTo>
                  <a:lnTo>
                    <a:pt x="32265" y="36411"/>
                  </a:lnTo>
                  <a:lnTo>
                    <a:pt x="29195" y="33152"/>
                  </a:lnTo>
                  <a:cubicBezTo>
                    <a:pt x="29107" y="33048"/>
                    <a:pt x="28981" y="32996"/>
                    <a:pt x="28853" y="32996"/>
                  </a:cubicBezTo>
                  <a:cubicBezTo>
                    <a:pt x="28765" y="32996"/>
                    <a:pt x="28676" y="33021"/>
                    <a:pt x="28599" y="33070"/>
                  </a:cubicBezTo>
                  <a:cubicBezTo>
                    <a:pt x="27253" y="33911"/>
                    <a:pt x="25803" y="34537"/>
                    <a:pt x="24281" y="34918"/>
                  </a:cubicBezTo>
                  <a:cubicBezTo>
                    <a:pt x="24062" y="34970"/>
                    <a:pt x="23913" y="35175"/>
                    <a:pt x="23929" y="35407"/>
                  </a:cubicBezTo>
                  <a:lnTo>
                    <a:pt x="24173" y="39875"/>
                  </a:lnTo>
                  <a:lnTo>
                    <a:pt x="19311" y="40145"/>
                  </a:lnTo>
                  <a:lnTo>
                    <a:pt x="19066" y="35677"/>
                  </a:lnTo>
                  <a:cubicBezTo>
                    <a:pt x="19053" y="35446"/>
                    <a:pt x="18890" y="35257"/>
                    <a:pt x="18659" y="35231"/>
                  </a:cubicBezTo>
                  <a:cubicBezTo>
                    <a:pt x="17870" y="35120"/>
                    <a:pt x="17098" y="34957"/>
                    <a:pt x="16352" y="34726"/>
                  </a:cubicBezTo>
                  <a:cubicBezTo>
                    <a:pt x="15618" y="34498"/>
                    <a:pt x="14869" y="34211"/>
                    <a:pt x="14165" y="33872"/>
                  </a:cubicBezTo>
                  <a:cubicBezTo>
                    <a:pt x="14096" y="33829"/>
                    <a:pt x="14028" y="33816"/>
                    <a:pt x="13946" y="33816"/>
                  </a:cubicBezTo>
                  <a:cubicBezTo>
                    <a:pt x="13810" y="33816"/>
                    <a:pt x="13663" y="33885"/>
                    <a:pt x="13565" y="34009"/>
                  </a:cubicBezTo>
                  <a:lnTo>
                    <a:pt x="10893" y="37594"/>
                  </a:lnTo>
                  <a:lnTo>
                    <a:pt x="6995" y="34687"/>
                  </a:lnTo>
                  <a:lnTo>
                    <a:pt x="9684" y="31102"/>
                  </a:lnTo>
                  <a:cubicBezTo>
                    <a:pt x="9817" y="30913"/>
                    <a:pt x="9804" y="30668"/>
                    <a:pt x="9654" y="30489"/>
                  </a:cubicBezTo>
                  <a:cubicBezTo>
                    <a:pt x="8595" y="29322"/>
                    <a:pt x="7741" y="28006"/>
                    <a:pt x="7089" y="26552"/>
                  </a:cubicBezTo>
                  <a:cubicBezTo>
                    <a:pt x="7011" y="26385"/>
                    <a:pt x="6840" y="26280"/>
                    <a:pt x="6659" y="26280"/>
                  </a:cubicBezTo>
                  <a:cubicBezTo>
                    <a:pt x="6621" y="26280"/>
                    <a:pt x="6583" y="26285"/>
                    <a:pt x="6545" y="26295"/>
                  </a:cubicBezTo>
                  <a:lnTo>
                    <a:pt x="2175" y="27311"/>
                  </a:lnTo>
                  <a:lnTo>
                    <a:pt x="1073" y="22573"/>
                  </a:lnTo>
                  <a:lnTo>
                    <a:pt x="5434" y="21556"/>
                  </a:lnTo>
                  <a:cubicBezTo>
                    <a:pt x="5662" y="21500"/>
                    <a:pt x="5812" y="21298"/>
                    <a:pt x="5799" y="21080"/>
                  </a:cubicBezTo>
                  <a:cubicBezTo>
                    <a:pt x="5743" y="19506"/>
                    <a:pt x="5936" y="17929"/>
                    <a:pt x="6369" y="16410"/>
                  </a:cubicBezTo>
                  <a:cubicBezTo>
                    <a:pt x="6425" y="16192"/>
                    <a:pt x="6330" y="15960"/>
                    <a:pt x="6125" y="15853"/>
                  </a:cubicBezTo>
                  <a:lnTo>
                    <a:pt x="2119" y="13829"/>
                  </a:lnTo>
                  <a:lnTo>
                    <a:pt x="4319" y="9497"/>
                  </a:lnTo>
                  <a:lnTo>
                    <a:pt x="8312" y="11521"/>
                  </a:lnTo>
                  <a:cubicBezTo>
                    <a:pt x="8377" y="11552"/>
                    <a:pt x="8448" y="11567"/>
                    <a:pt x="8518" y="11567"/>
                  </a:cubicBezTo>
                  <a:cubicBezTo>
                    <a:pt x="8663" y="11567"/>
                    <a:pt x="8807" y="11503"/>
                    <a:pt x="8908" y="11384"/>
                  </a:cubicBezTo>
                  <a:cubicBezTo>
                    <a:pt x="9873" y="10136"/>
                    <a:pt x="11026" y="9061"/>
                    <a:pt x="12330" y="8181"/>
                  </a:cubicBezTo>
                  <a:cubicBezTo>
                    <a:pt x="12522" y="8044"/>
                    <a:pt x="12587" y="7799"/>
                    <a:pt x="12506" y="7594"/>
                  </a:cubicBezTo>
                  <a:lnTo>
                    <a:pt x="10743" y="3468"/>
                  </a:lnTo>
                  <a:lnTo>
                    <a:pt x="15211" y="1565"/>
                  </a:lnTo>
                  <a:lnTo>
                    <a:pt x="16974" y="5681"/>
                  </a:lnTo>
                  <a:cubicBezTo>
                    <a:pt x="17042" y="5850"/>
                    <a:pt x="17216" y="5965"/>
                    <a:pt x="17407" y="5965"/>
                  </a:cubicBezTo>
                  <a:cubicBezTo>
                    <a:pt x="17443" y="5965"/>
                    <a:pt x="17481" y="5961"/>
                    <a:pt x="17518" y="5952"/>
                  </a:cubicBezTo>
                  <a:cubicBezTo>
                    <a:pt x="18560" y="5731"/>
                    <a:pt x="19619" y="5616"/>
                    <a:pt x="20684" y="5616"/>
                  </a:cubicBezTo>
                  <a:cubicBezTo>
                    <a:pt x="21189" y="5616"/>
                    <a:pt x="21695" y="5642"/>
                    <a:pt x="22202" y="5694"/>
                  </a:cubicBezTo>
                  <a:cubicBezTo>
                    <a:pt x="22220" y="5696"/>
                    <a:pt x="22238" y="5697"/>
                    <a:pt x="22256" y="5697"/>
                  </a:cubicBezTo>
                  <a:cubicBezTo>
                    <a:pt x="22455" y="5697"/>
                    <a:pt x="22644" y="5568"/>
                    <a:pt x="22707" y="5368"/>
                  </a:cubicBezTo>
                  <a:lnTo>
                    <a:pt x="24010" y="1076"/>
                  </a:lnTo>
                  <a:close/>
                  <a:moveTo>
                    <a:pt x="23688" y="1"/>
                  </a:moveTo>
                  <a:cubicBezTo>
                    <a:pt x="23479" y="1"/>
                    <a:pt x="23292" y="129"/>
                    <a:pt x="23235" y="343"/>
                  </a:cubicBezTo>
                  <a:lnTo>
                    <a:pt x="21905" y="4716"/>
                  </a:lnTo>
                  <a:cubicBezTo>
                    <a:pt x="21479" y="4680"/>
                    <a:pt x="21053" y="4662"/>
                    <a:pt x="20628" y="4662"/>
                  </a:cubicBezTo>
                  <a:cubicBezTo>
                    <a:pt x="19643" y="4662"/>
                    <a:pt x="18662" y="4759"/>
                    <a:pt x="17694" y="4948"/>
                  </a:cubicBezTo>
                  <a:lnTo>
                    <a:pt x="15902" y="750"/>
                  </a:lnTo>
                  <a:cubicBezTo>
                    <a:pt x="15846" y="630"/>
                    <a:pt x="15752" y="535"/>
                    <a:pt x="15644" y="493"/>
                  </a:cubicBezTo>
                  <a:cubicBezTo>
                    <a:pt x="15582" y="467"/>
                    <a:pt x="15518" y="454"/>
                    <a:pt x="15455" y="454"/>
                  </a:cubicBezTo>
                  <a:cubicBezTo>
                    <a:pt x="15393" y="454"/>
                    <a:pt x="15331" y="467"/>
                    <a:pt x="15276" y="493"/>
                  </a:cubicBezTo>
                  <a:lnTo>
                    <a:pt x="9928" y="2774"/>
                  </a:lnTo>
                  <a:cubicBezTo>
                    <a:pt x="9684" y="2885"/>
                    <a:pt x="9573" y="3168"/>
                    <a:pt x="9684" y="3413"/>
                  </a:cubicBezTo>
                  <a:lnTo>
                    <a:pt x="11476" y="7610"/>
                  </a:lnTo>
                  <a:cubicBezTo>
                    <a:pt x="10322" y="8425"/>
                    <a:pt x="9289" y="9387"/>
                    <a:pt x="8393" y="10488"/>
                  </a:cubicBezTo>
                  <a:lnTo>
                    <a:pt x="4319" y="8425"/>
                  </a:lnTo>
                  <a:cubicBezTo>
                    <a:pt x="4254" y="8391"/>
                    <a:pt x="4177" y="8373"/>
                    <a:pt x="4099" y="8373"/>
                  </a:cubicBezTo>
                  <a:cubicBezTo>
                    <a:pt x="4049" y="8373"/>
                    <a:pt x="3999" y="8381"/>
                    <a:pt x="3951" y="8396"/>
                  </a:cubicBezTo>
                  <a:cubicBezTo>
                    <a:pt x="3843" y="8438"/>
                    <a:pt x="3736" y="8520"/>
                    <a:pt x="3680" y="8640"/>
                  </a:cubicBezTo>
                  <a:lnTo>
                    <a:pt x="1060" y="13829"/>
                  </a:lnTo>
                  <a:cubicBezTo>
                    <a:pt x="992" y="13936"/>
                    <a:pt x="992" y="14073"/>
                    <a:pt x="1034" y="14194"/>
                  </a:cubicBezTo>
                  <a:cubicBezTo>
                    <a:pt x="1073" y="14318"/>
                    <a:pt x="1155" y="14412"/>
                    <a:pt x="1262" y="14467"/>
                  </a:cubicBezTo>
                  <a:lnTo>
                    <a:pt x="5336" y="16530"/>
                  </a:lnTo>
                  <a:cubicBezTo>
                    <a:pt x="4984" y="17903"/>
                    <a:pt x="4821" y="19301"/>
                    <a:pt x="4834" y="20712"/>
                  </a:cubicBezTo>
                  <a:lnTo>
                    <a:pt x="395" y="21758"/>
                  </a:lnTo>
                  <a:cubicBezTo>
                    <a:pt x="271" y="21787"/>
                    <a:pt x="164" y="21852"/>
                    <a:pt x="95" y="21963"/>
                  </a:cubicBezTo>
                  <a:cubicBezTo>
                    <a:pt x="27" y="22071"/>
                    <a:pt x="1" y="22208"/>
                    <a:pt x="40" y="22328"/>
                  </a:cubicBezTo>
                  <a:lnTo>
                    <a:pt x="1360" y="27993"/>
                  </a:lnTo>
                  <a:cubicBezTo>
                    <a:pt x="1386" y="28113"/>
                    <a:pt x="1468" y="28224"/>
                    <a:pt x="1575" y="28289"/>
                  </a:cubicBezTo>
                  <a:cubicBezTo>
                    <a:pt x="1651" y="28336"/>
                    <a:pt x="1732" y="28357"/>
                    <a:pt x="1815" y="28357"/>
                  </a:cubicBezTo>
                  <a:cubicBezTo>
                    <a:pt x="1853" y="28357"/>
                    <a:pt x="1892" y="28353"/>
                    <a:pt x="1930" y="28344"/>
                  </a:cubicBezTo>
                  <a:lnTo>
                    <a:pt x="6382" y="27311"/>
                  </a:lnTo>
                  <a:cubicBezTo>
                    <a:pt x="6995" y="28589"/>
                    <a:pt x="7767" y="29772"/>
                    <a:pt x="8677" y="30831"/>
                  </a:cubicBezTo>
                  <a:lnTo>
                    <a:pt x="5949" y="34498"/>
                  </a:lnTo>
                  <a:cubicBezTo>
                    <a:pt x="5867" y="34592"/>
                    <a:pt x="5841" y="34713"/>
                    <a:pt x="5854" y="34850"/>
                  </a:cubicBezTo>
                  <a:cubicBezTo>
                    <a:pt x="5867" y="34970"/>
                    <a:pt x="5936" y="35081"/>
                    <a:pt x="6043" y="35162"/>
                  </a:cubicBezTo>
                  <a:lnTo>
                    <a:pt x="10700" y="38653"/>
                  </a:lnTo>
                  <a:cubicBezTo>
                    <a:pt x="10776" y="38705"/>
                    <a:pt x="10869" y="38742"/>
                    <a:pt x="10973" y="38742"/>
                  </a:cubicBezTo>
                  <a:cubicBezTo>
                    <a:pt x="11000" y="38742"/>
                    <a:pt x="11028" y="38740"/>
                    <a:pt x="11056" y="38734"/>
                  </a:cubicBezTo>
                  <a:cubicBezTo>
                    <a:pt x="11176" y="38718"/>
                    <a:pt x="11284" y="38653"/>
                    <a:pt x="11365" y="38555"/>
                  </a:cubicBezTo>
                  <a:lnTo>
                    <a:pt x="14096" y="34889"/>
                  </a:lnTo>
                  <a:cubicBezTo>
                    <a:pt x="14748" y="35188"/>
                    <a:pt x="15413" y="35433"/>
                    <a:pt x="16078" y="35638"/>
                  </a:cubicBezTo>
                  <a:cubicBezTo>
                    <a:pt x="16743" y="35840"/>
                    <a:pt x="17437" y="36003"/>
                    <a:pt x="18144" y="36111"/>
                  </a:cubicBezTo>
                  <a:lnTo>
                    <a:pt x="18388" y="40673"/>
                  </a:lnTo>
                  <a:cubicBezTo>
                    <a:pt x="18402" y="40934"/>
                    <a:pt x="18617" y="41123"/>
                    <a:pt x="18861" y="41123"/>
                  </a:cubicBezTo>
                  <a:lnTo>
                    <a:pt x="18890" y="41123"/>
                  </a:lnTo>
                  <a:lnTo>
                    <a:pt x="24701" y="40810"/>
                  </a:lnTo>
                  <a:cubicBezTo>
                    <a:pt x="24959" y="40797"/>
                    <a:pt x="25164" y="40566"/>
                    <a:pt x="25151" y="40308"/>
                  </a:cubicBezTo>
                  <a:lnTo>
                    <a:pt x="24890" y="35746"/>
                  </a:lnTo>
                  <a:cubicBezTo>
                    <a:pt x="26249" y="35364"/>
                    <a:pt x="27553" y="34807"/>
                    <a:pt x="28775" y="34090"/>
                  </a:cubicBezTo>
                  <a:lnTo>
                    <a:pt x="31897" y="37414"/>
                  </a:lnTo>
                  <a:cubicBezTo>
                    <a:pt x="31979" y="37512"/>
                    <a:pt x="32103" y="37564"/>
                    <a:pt x="32223" y="37564"/>
                  </a:cubicBezTo>
                  <a:cubicBezTo>
                    <a:pt x="32237" y="37566"/>
                    <a:pt x="32251" y="37566"/>
                    <a:pt x="32265" y="37566"/>
                  </a:cubicBezTo>
                  <a:cubicBezTo>
                    <a:pt x="32385" y="37566"/>
                    <a:pt x="32492" y="37517"/>
                    <a:pt x="32565" y="37444"/>
                  </a:cubicBezTo>
                  <a:lnTo>
                    <a:pt x="36815" y="33464"/>
                  </a:lnTo>
                  <a:cubicBezTo>
                    <a:pt x="36910" y="33370"/>
                    <a:pt x="36965" y="33259"/>
                    <a:pt x="36965" y="33126"/>
                  </a:cubicBezTo>
                  <a:cubicBezTo>
                    <a:pt x="36965" y="33002"/>
                    <a:pt x="36923" y="32881"/>
                    <a:pt x="36828" y="32787"/>
                  </a:cubicBezTo>
                  <a:lnTo>
                    <a:pt x="33706" y="29459"/>
                  </a:lnTo>
                  <a:cubicBezTo>
                    <a:pt x="34504" y="28289"/>
                    <a:pt x="35143" y="27028"/>
                    <a:pt x="35606" y="25698"/>
                  </a:cubicBezTo>
                  <a:lnTo>
                    <a:pt x="40143" y="26239"/>
                  </a:lnTo>
                  <a:cubicBezTo>
                    <a:pt x="40161" y="26241"/>
                    <a:pt x="40179" y="26242"/>
                    <a:pt x="40197" y="26242"/>
                  </a:cubicBezTo>
                  <a:cubicBezTo>
                    <a:pt x="40444" y="26242"/>
                    <a:pt x="40647" y="26059"/>
                    <a:pt x="40684" y="25819"/>
                  </a:cubicBezTo>
                  <a:lnTo>
                    <a:pt x="41378" y="20047"/>
                  </a:lnTo>
                  <a:cubicBezTo>
                    <a:pt x="41404" y="19790"/>
                    <a:pt x="41215" y="19545"/>
                    <a:pt x="40957" y="19519"/>
                  </a:cubicBezTo>
                  <a:lnTo>
                    <a:pt x="36421" y="18975"/>
                  </a:lnTo>
                  <a:cubicBezTo>
                    <a:pt x="36284" y="17564"/>
                    <a:pt x="35958" y="16192"/>
                    <a:pt x="35456" y="14875"/>
                  </a:cubicBezTo>
                  <a:lnTo>
                    <a:pt x="39285" y="12375"/>
                  </a:lnTo>
                  <a:cubicBezTo>
                    <a:pt x="39504" y="12225"/>
                    <a:pt x="39572" y="11929"/>
                    <a:pt x="39422" y="11710"/>
                  </a:cubicBezTo>
                  <a:lnTo>
                    <a:pt x="36245" y="6848"/>
                  </a:lnTo>
                  <a:cubicBezTo>
                    <a:pt x="36176" y="6740"/>
                    <a:pt x="36069" y="6659"/>
                    <a:pt x="35945" y="6633"/>
                  </a:cubicBezTo>
                  <a:cubicBezTo>
                    <a:pt x="35909" y="6625"/>
                    <a:pt x="35874" y="6621"/>
                    <a:pt x="35840" y="6621"/>
                  </a:cubicBezTo>
                  <a:cubicBezTo>
                    <a:pt x="35745" y="6621"/>
                    <a:pt x="35659" y="6650"/>
                    <a:pt x="35580" y="6698"/>
                  </a:cubicBezTo>
                  <a:lnTo>
                    <a:pt x="31764" y="9198"/>
                  </a:lnTo>
                  <a:cubicBezTo>
                    <a:pt x="30743" y="8207"/>
                    <a:pt x="29616" y="7366"/>
                    <a:pt x="28381" y="6672"/>
                  </a:cubicBezTo>
                  <a:lnTo>
                    <a:pt x="29714" y="2298"/>
                  </a:lnTo>
                  <a:cubicBezTo>
                    <a:pt x="29779" y="2054"/>
                    <a:pt x="29645" y="1783"/>
                    <a:pt x="29388" y="1702"/>
                  </a:cubicBezTo>
                  <a:lnTo>
                    <a:pt x="23818" y="17"/>
                  </a:lnTo>
                  <a:cubicBezTo>
                    <a:pt x="23774" y="6"/>
                    <a:pt x="23731" y="1"/>
                    <a:pt x="236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39"/>
            <p:cNvSpPr/>
            <p:nvPr/>
          </p:nvSpPr>
          <p:spPr>
            <a:xfrm>
              <a:off x="5879837" y="2276130"/>
              <a:ext cx="137369" cy="701967"/>
            </a:xfrm>
            <a:custGeom>
              <a:rect b="b" l="l" r="r" t="t"/>
              <a:pathLst>
                <a:path extrusionOk="0" h="40937" w="8011">
                  <a:moveTo>
                    <a:pt x="7506" y="0"/>
                  </a:moveTo>
                  <a:cubicBezTo>
                    <a:pt x="7276" y="0"/>
                    <a:pt x="7070" y="167"/>
                    <a:pt x="7020" y="400"/>
                  </a:cubicBezTo>
                  <a:lnTo>
                    <a:pt x="42" y="40379"/>
                  </a:lnTo>
                  <a:cubicBezTo>
                    <a:pt x="0" y="40636"/>
                    <a:pt x="163" y="40881"/>
                    <a:pt x="434" y="40923"/>
                  </a:cubicBezTo>
                  <a:cubicBezTo>
                    <a:pt x="463" y="40936"/>
                    <a:pt x="489" y="40936"/>
                    <a:pt x="515" y="40936"/>
                  </a:cubicBezTo>
                  <a:cubicBezTo>
                    <a:pt x="733" y="40936"/>
                    <a:pt x="939" y="40773"/>
                    <a:pt x="978" y="40542"/>
                  </a:cubicBezTo>
                  <a:lnTo>
                    <a:pt x="7972" y="563"/>
                  </a:lnTo>
                  <a:cubicBezTo>
                    <a:pt x="8011" y="306"/>
                    <a:pt x="7835" y="61"/>
                    <a:pt x="7577" y="6"/>
                  </a:cubicBezTo>
                  <a:cubicBezTo>
                    <a:pt x="7553" y="2"/>
                    <a:pt x="7529" y="0"/>
                    <a:pt x="75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39"/>
            <p:cNvSpPr/>
            <p:nvPr/>
          </p:nvSpPr>
          <p:spPr>
            <a:xfrm>
              <a:off x="5646511" y="2200012"/>
              <a:ext cx="113191" cy="731015"/>
            </a:xfrm>
            <a:custGeom>
              <a:rect b="b" l="l" r="r" t="t"/>
              <a:pathLst>
                <a:path extrusionOk="0" h="42631" w="6601">
                  <a:moveTo>
                    <a:pt x="6078" y="0"/>
                  </a:moveTo>
                  <a:cubicBezTo>
                    <a:pt x="5838" y="0"/>
                    <a:pt x="5645" y="181"/>
                    <a:pt x="5609" y="426"/>
                  </a:cubicBezTo>
                  <a:lnTo>
                    <a:pt x="43" y="42103"/>
                  </a:lnTo>
                  <a:cubicBezTo>
                    <a:pt x="1" y="42360"/>
                    <a:pt x="190" y="42592"/>
                    <a:pt x="450" y="42631"/>
                  </a:cubicBezTo>
                  <a:lnTo>
                    <a:pt x="516" y="42631"/>
                  </a:lnTo>
                  <a:cubicBezTo>
                    <a:pt x="747" y="42631"/>
                    <a:pt x="952" y="42468"/>
                    <a:pt x="991" y="42224"/>
                  </a:cubicBezTo>
                  <a:lnTo>
                    <a:pt x="6561" y="550"/>
                  </a:lnTo>
                  <a:cubicBezTo>
                    <a:pt x="6600" y="289"/>
                    <a:pt x="6411" y="45"/>
                    <a:pt x="6154" y="6"/>
                  </a:cubicBezTo>
                  <a:cubicBezTo>
                    <a:pt x="6128" y="2"/>
                    <a:pt x="6103" y="0"/>
                    <a:pt x="60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09" name="Google Shape;16209;p39"/>
          <p:cNvSpPr/>
          <p:nvPr/>
        </p:nvSpPr>
        <p:spPr>
          <a:xfrm>
            <a:off x="3927825" y="1646300"/>
            <a:ext cx="3877200" cy="27546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6210" name="Google Shape;16210;p39" title="File:Prototype TIM UPS INSA Shell Eco Marathon 2018.jpg ...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045441" y="1813463"/>
            <a:ext cx="3641964" cy="2420277"/>
          </a:xfrm>
          <a:prstGeom prst="rect">
            <a:avLst/>
          </a:prstGeom>
          <a:noFill/>
          <a:ln>
            <a:noFill/>
          </a:ln>
        </p:spPr>
      </p:pic>
      <p:sp>
        <p:nvSpPr>
          <p:cNvPr id="16211" name="Google Shape;16211;p39"/>
          <p:cNvSpPr txBox="1"/>
          <p:nvPr/>
        </p:nvSpPr>
        <p:spPr>
          <a:xfrm>
            <a:off x="4045450" y="4189775"/>
            <a:ext cx="1639500" cy="27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Photo Courtesy of Shell Eco Marathon</a:t>
            </a:r>
            <a:endParaRPr sz="6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15" name="Shape 16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6" name="Google Shape;16216;p40"/>
          <p:cNvSpPr txBox="1"/>
          <p:nvPr>
            <p:ph type="title"/>
          </p:nvPr>
        </p:nvSpPr>
        <p:spPr>
          <a:xfrm>
            <a:off x="720000" y="2427400"/>
            <a:ext cx="63921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900"/>
              <a:t>Current </a:t>
            </a:r>
            <a:r>
              <a:rPr lang="en" sz="4900"/>
              <a:t>Project</a:t>
            </a:r>
            <a:endParaRPr sz="4900"/>
          </a:p>
        </p:txBody>
      </p:sp>
      <p:sp>
        <p:nvSpPr>
          <p:cNvPr id="16217" name="Google Shape;16217;p40"/>
          <p:cNvSpPr txBox="1"/>
          <p:nvPr>
            <p:ph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6218" name="Google Shape;16218;p40"/>
          <p:cNvSpPr txBox="1"/>
          <p:nvPr>
            <p:ph idx="1" type="subTitle"/>
          </p:nvPr>
        </p:nvSpPr>
        <p:spPr>
          <a:xfrm>
            <a:off x="720000" y="3479313"/>
            <a:ext cx="50676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Rebuilding the Chassis, pt. 2 </a:t>
            </a:r>
            <a:endParaRPr/>
          </a:p>
        </p:txBody>
      </p:sp>
      <p:sp>
        <p:nvSpPr>
          <p:cNvPr id="16219" name="Google Shape;16219;p40"/>
          <p:cNvSpPr/>
          <p:nvPr/>
        </p:nvSpPr>
        <p:spPr>
          <a:xfrm flipH="1" rot="10800000">
            <a:off x="2390075" y="4446625"/>
            <a:ext cx="5180700" cy="9567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0" name="Google Shape;16220;p40"/>
          <p:cNvSpPr/>
          <p:nvPr/>
        </p:nvSpPr>
        <p:spPr>
          <a:xfrm>
            <a:off x="4672348" y="4160311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21" name="Google Shape;16221;p40"/>
          <p:cNvGrpSpPr/>
          <p:nvPr/>
        </p:nvGrpSpPr>
        <p:grpSpPr>
          <a:xfrm>
            <a:off x="6164164" y="264950"/>
            <a:ext cx="3478111" cy="3478005"/>
            <a:chOff x="1136350" y="86675"/>
            <a:chExt cx="4941903" cy="4941752"/>
          </a:xfrm>
        </p:grpSpPr>
        <p:sp>
          <p:nvSpPr>
            <p:cNvPr id="16222" name="Google Shape;16222;p40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40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40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40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40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40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40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40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40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40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40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40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40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40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40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40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40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40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40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40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40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40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40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40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40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40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40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40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40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40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40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40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40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40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40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40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40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40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40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40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40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40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40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40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40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40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40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40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40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40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40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40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40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40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40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40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40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40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40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40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40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40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40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40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40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40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40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40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40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40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40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40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40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40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40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40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40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40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40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40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40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40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40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40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40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40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40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12" name="Shape 16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3" name="Google Shape;16313;p41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Before This Summer</a:t>
            </a:r>
            <a:endParaRPr/>
          </a:p>
        </p:txBody>
      </p:sp>
      <p:sp>
        <p:nvSpPr>
          <p:cNvPr id="16314" name="Google Shape;16314;p41"/>
          <p:cNvSpPr txBox="1"/>
          <p:nvPr/>
        </p:nvSpPr>
        <p:spPr>
          <a:xfrm>
            <a:off x="720000" y="1402425"/>
            <a:ext cx="5616000" cy="363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●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Previous vehicle 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No longer adheres to Shell’s safety standards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Needs a complete rebuild before competition ready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●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Revitalization: 2023-2025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Materials testing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Preliminary Chassis Design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Rear Brakes and Suspension system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New Braking system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Poppins"/>
              <a:buChar char="○"/>
            </a:pPr>
            <a:r>
              <a:rPr lang="en" sz="16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Steering components</a:t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15" name="Google Shape;16315;p41"/>
          <p:cNvSpPr/>
          <p:nvPr/>
        </p:nvSpPr>
        <p:spPr>
          <a:xfrm>
            <a:off x="5525025" y="1710200"/>
            <a:ext cx="2448000" cy="24495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16" name="Google Shape;16316;p41"/>
          <p:cNvSpPr/>
          <p:nvPr/>
        </p:nvSpPr>
        <p:spPr>
          <a:xfrm>
            <a:off x="5641475" y="1767350"/>
            <a:ext cx="3036000" cy="23352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16317" name="Google Shape;16317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24450" y="1858675"/>
            <a:ext cx="2870052" cy="2152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21" name="Shape 16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2" name="Google Shape;16322;p42"/>
          <p:cNvSpPr txBox="1"/>
          <p:nvPr>
            <p:ph type="title"/>
          </p:nvPr>
        </p:nvSpPr>
        <p:spPr>
          <a:xfrm>
            <a:off x="720000" y="445025"/>
            <a:ext cx="77040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Progress So Far! </a:t>
            </a:r>
            <a:endParaRPr/>
          </a:p>
        </p:txBody>
      </p:sp>
      <p:pic>
        <p:nvPicPr>
          <p:cNvPr id="16323" name="Google Shape;16323;p42"/>
          <p:cNvPicPr preferRelativeResize="0"/>
          <p:nvPr/>
        </p:nvPicPr>
        <p:blipFill rotWithShape="1">
          <a:blip r:embed="rId3">
            <a:alphaModFix/>
          </a:blip>
          <a:srcRect b="9153" l="4598" r="9454" t="8010"/>
          <a:stretch/>
        </p:blipFill>
        <p:spPr>
          <a:xfrm>
            <a:off x="2017938" y="1200150"/>
            <a:ext cx="5108125" cy="36924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27" name="Shape 16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8" name="Google Shape;16328;p43"/>
          <p:cNvSpPr txBox="1"/>
          <p:nvPr>
            <p:ph type="title"/>
          </p:nvPr>
        </p:nvSpPr>
        <p:spPr>
          <a:xfrm>
            <a:off x="720000" y="445025"/>
            <a:ext cx="8091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Rough Chassis Design Plan </a:t>
            </a:r>
            <a:endParaRPr/>
          </a:p>
        </p:txBody>
      </p:sp>
      <p:pic>
        <p:nvPicPr>
          <p:cNvPr id="16329" name="Google Shape;16329;p43" title="Screenshot 2025-06-17 at 8.01.46 PM.png"/>
          <p:cNvPicPr preferRelativeResize="0"/>
          <p:nvPr/>
        </p:nvPicPr>
        <p:blipFill rotWithShape="1">
          <a:blip r:embed="rId3">
            <a:alphaModFix/>
          </a:blip>
          <a:srcRect b="20078" l="0" r="15775" t="6159"/>
          <a:stretch/>
        </p:blipFill>
        <p:spPr>
          <a:xfrm>
            <a:off x="1337588" y="1442275"/>
            <a:ext cx="6468827" cy="28182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33" name="Shape 16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4" name="Google Shape;16334;p4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3D Printed Clips</a:t>
            </a:r>
            <a:endParaRPr/>
          </a:p>
        </p:txBody>
      </p:sp>
      <p:pic>
        <p:nvPicPr>
          <p:cNvPr id="16335" name="Google Shape;16335;p44" title="Screenshot 2025-06-17 at 8.02.01 PM.png"/>
          <p:cNvPicPr preferRelativeResize="0"/>
          <p:nvPr/>
        </p:nvPicPr>
        <p:blipFill rotWithShape="1">
          <a:blip r:embed="rId3">
            <a:alphaModFix/>
          </a:blip>
          <a:srcRect b="8349" l="0" r="0" t="0"/>
          <a:stretch/>
        </p:blipFill>
        <p:spPr>
          <a:xfrm>
            <a:off x="1150000" y="1767775"/>
            <a:ext cx="3144676" cy="2444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36" name="Google Shape;16336;p44" title="Screenshot 2025-06-17 at 8.02.06 PM.pn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849325" y="1767774"/>
            <a:ext cx="3144676" cy="24449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40" name="Shape 1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1" name="Google Shape;16341;p45"/>
          <p:cNvSpPr txBox="1"/>
          <p:nvPr>
            <p:ph type="title"/>
          </p:nvPr>
        </p:nvSpPr>
        <p:spPr>
          <a:xfrm>
            <a:off x="720000" y="2427400"/>
            <a:ext cx="80622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700"/>
              <a:t>Future Considerations</a:t>
            </a:r>
            <a:endParaRPr sz="3700"/>
          </a:p>
        </p:txBody>
      </p:sp>
      <p:sp>
        <p:nvSpPr>
          <p:cNvPr id="16342" name="Google Shape;16342;p45"/>
          <p:cNvSpPr txBox="1"/>
          <p:nvPr>
            <p:ph idx="2" type="title"/>
          </p:nvPr>
        </p:nvSpPr>
        <p:spPr>
          <a:xfrm>
            <a:off x="720000" y="1296588"/>
            <a:ext cx="1256700" cy="95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6343" name="Google Shape;16343;p45"/>
          <p:cNvSpPr txBox="1"/>
          <p:nvPr>
            <p:ph idx="1" type="subTitle"/>
          </p:nvPr>
        </p:nvSpPr>
        <p:spPr>
          <a:xfrm>
            <a:off x="720000" y="3471913"/>
            <a:ext cx="50676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Rebuilding the rest of the HFCV</a:t>
            </a:r>
            <a:endParaRPr/>
          </a:p>
        </p:txBody>
      </p:sp>
      <p:sp>
        <p:nvSpPr>
          <p:cNvPr id="16344" name="Google Shape;16344;p45"/>
          <p:cNvSpPr/>
          <p:nvPr/>
        </p:nvSpPr>
        <p:spPr>
          <a:xfrm flipH="1" rot="10800000">
            <a:off x="2390075" y="4446625"/>
            <a:ext cx="5180700" cy="9567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5" name="Google Shape;16345;p45"/>
          <p:cNvSpPr/>
          <p:nvPr/>
        </p:nvSpPr>
        <p:spPr>
          <a:xfrm>
            <a:off x="4672348" y="4160311"/>
            <a:ext cx="491917" cy="517164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46" name="Google Shape;16346;p45"/>
          <p:cNvGrpSpPr/>
          <p:nvPr/>
        </p:nvGrpSpPr>
        <p:grpSpPr>
          <a:xfrm>
            <a:off x="6164164" y="264950"/>
            <a:ext cx="3478111" cy="3478005"/>
            <a:chOff x="1136350" y="86675"/>
            <a:chExt cx="4941903" cy="4941752"/>
          </a:xfrm>
        </p:grpSpPr>
        <p:sp>
          <p:nvSpPr>
            <p:cNvPr id="16347" name="Google Shape;16347;p45"/>
            <p:cNvSpPr/>
            <p:nvPr/>
          </p:nvSpPr>
          <p:spPr>
            <a:xfrm>
              <a:off x="2290236" y="1256492"/>
              <a:ext cx="2767668" cy="2601848"/>
            </a:xfrm>
            <a:custGeom>
              <a:rect b="b" l="l" r="r" t="t"/>
              <a:pathLst>
                <a:path extrusionOk="0" h="34457" w="36653">
                  <a:moveTo>
                    <a:pt x="17728" y="598"/>
                  </a:moveTo>
                  <a:cubicBezTo>
                    <a:pt x="19719" y="598"/>
                    <a:pt x="21717" y="965"/>
                    <a:pt x="23632" y="1690"/>
                  </a:cubicBezTo>
                  <a:cubicBezTo>
                    <a:pt x="27785" y="3265"/>
                    <a:pt x="31075" y="6369"/>
                    <a:pt x="32893" y="10413"/>
                  </a:cubicBezTo>
                  <a:cubicBezTo>
                    <a:pt x="36653" y="18775"/>
                    <a:pt x="32906" y="28631"/>
                    <a:pt x="24551" y="32392"/>
                  </a:cubicBezTo>
                  <a:cubicBezTo>
                    <a:pt x="22370" y="33369"/>
                    <a:pt x="20054" y="33861"/>
                    <a:pt x="17733" y="33861"/>
                  </a:cubicBezTo>
                  <a:cubicBezTo>
                    <a:pt x="15742" y="33861"/>
                    <a:pt x="13748" y="33499"/>
                    <a:pt x="11833" y="32771"/>
                  </a:cubicBezTo>
                  <a:cubicBezTo>
                    <a:pt x="7679" y="31196"/>
                    <a:pt x="4397" y="28092"/>
                    <a:pt x="2572" y="24048"/>
                  </a:cubicBezTo>
                  <a:cubicBezTo>
                    <a:pt x="754" y="19999"/>
                    <a:pt x="616" y="15479"/>
                    <a:pt x="2192" y="11332"/>
                  </a:cubicBezTo>
                  <a:cubicBezTo>
                    <a:pt x="3768" y="7178"/>
                    <a:pt x="6872" y="3894"/>
                    <a:pt x="10921" y="2069"/>
                  </a:cubicBezTo>
                  <a:cubicBezTo>
                    <a:pt x="13099" y="1096"/>
                    <a:pt x="15406" y="598"/>
                    <a:pt x="17728" y="598"/>
                  </a:cubicBezTo>
                  <a:close/>
                  <a:moveTo>
                    <a:pt x="17726" y="0"/>
                  </a:moveTo>
                  <a:cubicBezTo>
                    <a:pt x="15324" y="0"/>
                    <a:pt x="12928" y="509"/>
                    <a:pt x="10672" y="1524"/>
                  </a:cubicBezTo>
                  <a:cubicBezTo>
                    <a:pt x="6477" y="3411"/>
                    <a:pt x="3270" y="6818"/>
                    <a:pt x="1638" y="11118"/>
                  </a:cubicBezTo>
                  <a:cubicBezTo>
                    <a:pt x="1" y="15416"/>
                    <a:pt x="145" y="20095"/>
                    <a:pt x="2026" y="24290"/>
                  </a:cubicBezTo>
                  <a:cubicBezTo>
                    <a:pt x="3912" y="28485"/>
                    <a:pt x="7319" y="31693"/>
                    <a:pt x="11619" y="33324"/>
                  </a:cubicBezTo>
                  <a:cubicBezTo>
                    <a:pt x="13609" y="34084"/>
                    <a:pt x="15676" y="34457"/>
                    <a:pt x="17743" y="34457"/>
                  </a:cubicBezTo>
                  <a:cubicBezTo>
                    <a:pt x="20142" y="34457"/>
                    <a:pt x="22539" y="33946"/>
                    <a:pt x="24793" y="32937"/>
                  </a:cubicBezTo>
                  <a:cubicBezTo>
                    <a:pt x="28988" y="31050"/>
                    <a:pt x="32194" y="27643"/>
                    <a:pt x="33833" y="23343"/>
                  </a:cubicBezTo>
                  <a:cubicBezTo>
                    <a:pt x="35464" y="19045"/>
                    <a:pt x="35326" y="14366"/>
                    <a:pt x="33438" y="10171"/>
                  </a:cubicBezTo>
                  <a:cubicBezTo>
                    <a:pt x="31552" y="5976"/>
                    <a:pt x="28145" y="2768"/>
                    <a:pt x="23846" y="1131"/>
                  </a:cubicBezTo>
                  <a:cubicBezTo>
                    <a:pt x="21859" y="376"/>
                    <a:pt x="19790" y="0"/>
                    <a:pt x="17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45"/>
            <p:cNvSpPr/>
            <p:nvPr/>
          </p:nvSpPr>
          <p:spPr>
            <a:xfrm>
              <a:off x="3371629" y="4691867"/>
              <a:ext cx="291771" cy="306344"/>
            </a:xfrm>
            <a:custGeom>
              <a:rect b="b" l="l" r="r" t="t"/>
              <a:pathLst>
                <a:path extrusionOk="0" h="4057" w="3864">
                  <a:moveTo>
                    <a:pt x="3863" y="1"/>
                  </a:moveTo>
                  <a:lnTo>
                    <a:pt x="0" y="3857"/>
                  </a:lnTo>
                  <a:lnTo>
                    <a:pt x="1971" y="4056"/>
                  </a:lnTo>
                  <a:lnTo>
                    <a:pt x="3034" y="2993"/>
                  </a:lnTo>
                  <a:lnTo>
                    <a:pt x="38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45"/>
            <p:cNvSpPr/>
            <p:nvPr/>
          </p:nvSpPr>
          <p:spPr>
            <a:xfrm>
              <a:off x="2162396" y="3506570"/>
              <a:ext cx="322126" cy="335189"/>
            </a:xfrm>
            <a:custGeom>
              <a:rect b="b" l="l" r="r" t="t"/>
              <a:pathLst>
                <a:path extrusionOk="0" h="4439" w="4266">
                  <a:moveTo>
                    <a:pt x="3276" y="1"/>
                  </a:moveTo>
                  <a:lnTo>
                    <a:pt x="0" y="3277"/>
                  </a:lnTo>
                  <a:cubicBezTo>
                    <a:pt x="63" y="3353"/>
                    <a:pt x="125" y="3430"/>
                    <a:pt x="188" y="3506"/>
                  </a:cubicBezTo>
                  <a:cubicBezTo>
                    <a:pt x="291" y="3630"/>
                    <a:pt x="395" y="3755"/>
                    <a:pt x="505" y="3879"/>
                  </a:cubicBezTo>
                  <a:cubicBezTo>
                    <a:pt x="526" y="3899"/>
                    <a:pt x="539" y="3927"/>
                    <a:pt x="561" y="3947"/>
                  </a:cubicBezTo>
                  <a:cubicBezTo>
                    <a:pt x="705" y="4113"/>
                    <a:pt x="858" y="4272"/>
                    <a:pt x="1002" y="4438"/>
                  </a:cubicBezTo>
                  <a:lnTo>
                    <a:pt x="4265" y="1175"/>
                  </a:lnTo>
                  <a:cubicBezTo>
                    <a:pt x="3920" y="795"/>
                    <a:pt x="3588" y="402"/>
                    <a:pt x="3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45"/>
            <p:cNvSpPr/>
            <p:nvPr/>
          </p:nvSpPr>
          <p:spPr>
            <a:xfrm>
              <a:off x="4141917" y="3099490"/>
              <a:ext cx="1301188" cy="1399276"/>
            </a:xfrm>
            <a:custGeom>
              <a:rect b="b" l="l" r="r" t="t"/>
              <a:pathLst>
                <a:path extrusionOk="0" h="18531" w="17232">
                  <a:moveTo>
                    <a:pt x="17232" y="1"/>
                  </a:moveTo>
                  <a:lnTo>
                    <a:pt x="0" y="17232"/>
                  </a:lnTo>
                  <a:lnTo>
                    <a:pt x="871" y="18531"/>
                  </a:lnTo>
                  <a:lnTo>
                    <a:pt x="15890" y="3513"/>
                  </a:lnTo>
                  <a:cubicBezTo>
                    <a:pt x="16042" y="3187"/>
                    <a:pt x="16188" y="2862"/>
                    <a:pt x="16326" y="2531"/>
                  </a:cubicBezTo>
                  <a:cubicBezTo>
                    <a:pt x="16339" y="2502"/>
                    <a:pt x="16346" y="2476"/>
                    <a:pt x="16361" y="2454"/>
                  </a:cubicBezTo>
                  <a:cubicBezTo>
                    <a:pt x="16422" y="2303"/>
                    <a:pt x="16485" y="2144"/>
                    <a:pt x="16547" y="1991"/>
                  </a:cubicBezTo>
                  <a:cubicBezTo>
                    <a:pt x="16547" y="1985"/>
                    <a:pt x="16553" y="1978"/>
                    <a:pt x="16553" y="1963"/>
                  </a:cubicBezTo>
                  <a:cubicBezTo>
                    <a:pt x="16562" y="1957"/>
                    <a:pt x="16562" y="1950"/>
                    <a:pt x="16568" y="1943"/>
                  </a:cubicBezTo>
                  <a:cubicBezTo>
                    <a:pt x="16595" y="1867"/>
                    <a:pt x="16623" y="1797"/>
                    <a:pt x="16651" y="1723"/>
                  </a:cubicBezTo>
                  <a:cubicBezTo>
                    <a:pt x="16686" y="1632"/>
                    <a:pt x="16719" y="1542"/>
                    <a:pt x="16754" y="1452"/>
                  </a:cubicBezTo>
                  <a:cubicBezTo>
                    <a:pt x="16810" y="1293"/>
                    <a:pt x="16865" y="1142"/>
                    <a:pt x="16913" y="983"/>
                  </a:cubicBezTo>
                  <a:cubicBezTo>
                    <a:pt x="16926" y="961"/>
                    <a:pt x="16935" y="935"/>
                    <a:pt x="16948" y="907"/>
                  </a:cubicBezTo>
                  <a:cubicBezTo>
                    <a:pt x="17044" y="603"/>
                    <a:pt x="17142" y="304"/>
                    <a:pt x="17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45"/>
            <p:cNvSpPr/>
            <p:nvPr/>
          </p:nvSpPr>
          <p:spPr>
            <a:xfrm>
              <a:off x="1766869" y="1154401"/>
              <a:ext cx="477978" cy="451021"/>
            </a:xfrm>
            <a:custGeom>
              <a:rect b="b" l="l" r="r" t="t"/>
              <a:pathLst>
                <a:path extrusionOk="0" h="5973" w="6330">
                  <a:moveTo>
                    <a:pt x="4878" y="1"/>
                  </a:moveTo>
                  <a:lnTo>
                    <a:pt x="0" y="4881"/>
                  </a:lnTo>
                  <a:lnTo>
                    <a:pt x="1072" y="5973"/>
                  </a:lnTo>
                  <a:lnTo>
                    <a:pt x="6330" y="713"/>
                  </a:lnTo>
                  <a:lnTo>
                    <a:pt x="48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45"/>
            <p:cNvSpPr/>
            <p:nvPr/>
          </p:nvSpPr>
          <p:spPr>
            <a:xfrm>
              <a:off x="1673915" y="1092784"/>
              <a:ext cx="445207" cy="418174"/>
            </a:xfrm>
            <a:custGeom>
              <a:rect b="b" l="l" r="r" t="t"/>
              <a:pathLst>
                <a:path extrusionOk="0" h="5538" w="5896">
                  <a:moveTo>
                    <a:pt x="4444" y="1"/>
                  </a:moveTo>
                  <a:lnTo>
                    <a:pt x="0" y="4445"/>
                  </a:lnTo>
                  <a:lnTo>
                    <a:pt x="1072" y="5538"/>
                  </a:lnTo>
                  <a:lnTo>
                    <a:pt x="5895" y="712"/>
                  </a:lnTo>
                  <a:lnTo>
                    <a:pt x="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45"/>
            <p:cNvSpPr/>
            <p:nvPr/>
          </p:nvSpPr>
          <p:spPr>
            <a:xfrm>
              <a:off x="1188001" y="2095344"/>
              <a:ext cx="357540" cy="357691"/>
            </a:xfrm>
            <a:custGeom>
              <a:rect b="b" l="l" r="r" t="t"/>
              <a:pathLst>
                <a:path extrusionOk="0" h="4737" w="4735">
                  <a:moveTo>
                    <a:pt x="4735" y="1"/>
                  </a:moveTo>
                  <a:lnTo>
                    <a:pt x="2406" y="160"/>
                  </a:lnTo>
                  <a:lnTo>
                    <a:pt x="243" y="2323"/>
                  </a:lnTo>
                  <a:lnTo>
                    <a:pt x="1" y="4736"/>
                  </a:lnTo>
                  <a:lnTo>
                    <a:pt x="47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45"/>
            <p:cNvSpPr/>
            <p:nvPr/>
          </p:nvSpPr>
          <p:spPr>
            <a:xfrm>
              <a:off x="2451452" y="390909"/>
              <a:ext cx="48175" cy="42890"/>
            </a:xfrm>
            <a:custGeom>
              <a:rect b="b" l="l" r="r" t="t"/>
              <a:pathLst>
                <a:path extrusionOk="0" h="568" w="638">
                  <a:moveTo>
                    <a:pt x="638" y="0"/>
                  </a:moveTo>
                  <a:lnTo>
                    <a:pt x="1" y="290"/>
                  </a:lnTo>
                  <a:lnTo>
                    <a:pt x="70" y="56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45"/>
            <p:cNvSpPr/>
            <p:nvPr/>
          </p:nvSpPr>
          <p:spPr>
            <a:xfrm>
              <a:off x="4217050" y="3411653"/>
              <a:ext cx="1180599" cy="1199401"/>
            </a:xfrm>
            <a:custGeom>
              <a:rect b="b" l="l" r="r" t="t"/>
              <a:pathLst>
                <a:path extrusionOk="0" h="15884" w="15635">
                  <a:moveTo>
                    <a:pt x="14591" y="1"/>
                  </a:moveTo>
                  <a:lnTo>
                    <a:pt x="1" y="14583"/>
                  </a:lnTo>
                  <a:lnTo>
                    <a:pt x="872" y="15883"/>
                  </a:lnTo>
                  <a:lnTo>
                    <a:pt x="6138" y="10617"/>
                  </a:lnTo>
                  <a:lnTo>
                    <a:pt x="5896" y="9698"/>
                  </a:lnTo>
                  <a:cubicBezTo>
                    <a:pt x="6402" y="9373"/>
                    <a:pt x="6899" y="9019"/>
                    <a:pt x="7382" y="8653"/>
                  </a:cubicBezTo>
                  <a:cubicBezTo>
                    <a:pt x="7382" y="8653"/>
                    <a:pt x="7389" y="8646"/>
                    <a:pt x="7397" y="8646"/>
                  </a:cubicBezTo>
                  <a:cubicBezTo>
                    <a:pt x="7410" y="8633"/>
                    <a:pt x="7430" y="8620"/>
                    <a:pt x="7445" y="8605"/>
                  </a:cubicBezTo>
                  <a:cubicBezTo>
                    <a:pt x="7576" y="8502"/>
                    <a:pt x="7707" y="8404"/>
                    <a:pt x="7838" y="8301"/>
                  </a:cubicBezTo>
                  <a:cubicBezTo>
                    <a:pt x="7915" y="8238"/>
                    <a:pt x="7984" y="8177"/>
                    <a:pt x="8061" y="8122"/>
                  </a:cubicBezTo>
                  <a:cubicBezTo>
                    <a:pt x="8135" y="8059"/>
                    <a:pt x="8212" y="7997"/>
                    <a:pt x="8288" y="7928"/>
                  </a:cubicBezTo>
                  <a:cubicBezTo>
                    <a:pt x="8316" y="7906"/>
                    <a:pt x="8336" y="7893"/>
                    <a:pt x="8364" y="7873"/>
                  </a:cubicBezTo>
                  <a:cubicBezTo>
                    <a:pt x="8460" y="7782"/>
                    <a:pt x="8565" y="7699"/>
                    <a:pt x="8661" y="7609"/>
                  </a:cubicBezTo>
                  <a:cubicBezTo>
                    <a:pt x="8683" y="7596"/>
                    <a:pt x="8709" y="7574"/>
                    <a:pt x="8731" y="7555"/>
                  </a:cubicBezTo>
                  <a:cubicBezTo>
                    <a:pt x="9187" y="7153"/>
                    <a:pt x="9628" y="6738"/>
                    <a:pt x="10051" y="6311"/>
                  </a:cubicBezTo>
                  <a:lnTo>
                    <a:pt x="10313" y="6442"/>
                  </a:lnTo>
                  <a:lnTo>
                    <a:pt x="15635" y="1120"/>
                  </a:lnTo>
                  <a:lnTo>
                    <a:pt x="14571" y="42"/>
                  </a:lnTo>
                  <a:cubicBezTo>
                    <a:pt x="14578" y="27"/>
                    <a:pt x="14585" y="14"/>
                    <a:pt x="14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45"/>
            <p:cNvSpPr/>
            <p:nvPr/>
          </p:nvSpPr>
          <p:spPr>
            <a:xfrm>
              <a:off x="3201503" y="3840631"/>
              <a:ext cx="1289182" cy="1140428"/>
            </a:xfrm>
            <a:custGeom>
              <a:rect b="b" l="l" r="r" t="t"/>
              <a:pathLst>
                <a:path extrusionOk="0" h="15103" w="17073">
                  <a:moveTo>
                    <a:pt x="17072" y="1"/>
                  </a:moveTo>
                  <a:lnTo>
                    <a:pt x="17072" y="1"/>
                  </a:lnTo>
                  <a:cubicBezTo>
                    <a:pt x="16256" y="547"/>
                    <a:pt x="15405" y="1038"/>
                    <a:pt x="14521" y="1459"/>
                  </a:cubicBezTo>
                  <a:cubicBezTo>
                    <a:pt x="14493" y="1479"/>
                    <a:pt x="14467" y="1494"/>
                    <a:pt x="14432" y="1507"/>
                  </a:cubicBezTo>
                  <a:cubicBezTo>
                    <a:pt x="14301" y="1570"/>
                    <a:pt x="14176" y="1625"/>
                    <a:pt x="14045" y="1680"/>
                  </a:cubicBezTo>
                  <a:cubicBezTo>
                    <a:pt x="13921" y="1736"/>
                    <a:pt x="13803" y="1791"/>
                    <a:pt x="13685" y="1845"/>
                  </a:cubicBezTo>
                  <a:cubicBezTo>
                    <a:pt x="13650" y="1852"/>
                    <a:pt x="13622" y="1867"/>
                    <a:pt x="13589" y="1880"/>
                  </a:cubicBezTo>
                  <a:cubicBezTo>
                    <a:pt x="13284" y="2011"/>
                    <a:pt x="12974" y="2129"/>
                    <a:pt x="12662" y="2247"/>
                  </a:cubicBezTo>
                  <a:lnTo>
                    <a:pt x="0" y="14902"/>
                  </a:lnTo>
                  <a:lnTo>
                    <a:pt x="1969" y="15102"/>
                  </a:lnTo>
                  <a:lnTo>
                    <a:pt x="6241" y="10831"/>
                  </a:lnTo>
                  <a:lnTo>
                    <a:pt x="7009" y="8046"/>
                  </a:lnTo>
                  <a:cubicBezTo>
                    <a:pt x="7609" y="8011"/>
                    <a:pt x="8211" y="7956"/>
                    <a:pt x="8812" y="7880"/>
                  </a:cubicBezTo>
                  <a:cubicBezTo>
                    <a:pt x="8847" y="7880"/>
                    <a:pt x="8875" y="7873"/>
                    <a:pt x="8903" y="7873"/>
                  </a:cubicBezTo>
                  <a:cubicBezTo>
                    <a:pt x="9019" y="7852"/>
                    <a:pt x="9130" y="7839"/>
                    <a:pt x="9248" y="7824"/>
                  </a:cubicBezTo>
                  <a:lnTo>
                    <a:pt x="17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45"/>
            <p:cNvSpPr/>
            <p:nvPr/>
          </p:nvSpPr>
          <p:spPr>
            <a:xfrm>
              <a:off x="1458331" y="1690379"/>
              <a:ext cx="891471" cy="926508"/>
            </a:xfrm>
            <a:custGeom>
              <a:rect b="b" l="l" r="r" t="t"/>
              <a:pathLst>
                <a:path extrusionOk="0" h="12270" w="11806">
                  <a:moveTo>
                    <a:pt x="11806" y="1"/>
                  </a:moveTo>
                  <a:lnTo>
                    <a:pt x="0" y="11800"/>
                  </a:lnTo>
                  <a:lnTo>
                    <a:pt x="1701" y="12269"/>
                  </a:lnTo>
                  <a:lnTo>
                    <a:pt x="9538" y="4438"/>
                  </a:lnTo>
                  <a:cubicBezTo>
                    <a:pt x="10112" y="2875"/>
                    <a:pt x="10872" y="1383"/>
                    <a:pt x="1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45"/>
            <p:cNvSpPr/>
            <p:nvPr/>
          </p:nvSpPr>
          <p:spPr>
            <a:xfrm>
              <a:off x="5911669" y="2868275"/>
              <a:ext cx="137806" cy="137881"/>
            </a:xfrm>
            <a:custGeom>
              <a:rect b="b" l="l" r="r" t="t"/>
              <a:pathLst>
                <a:path extrusionOk="0" h="1826" w="1825">
                  <a:moveTo>
                    <a:pt x="1825" y="1"/>
                  </a:moveTo>
                  <a:lnTo>
                    <a:pt x="0" y="1825"/>
                  </a:lnTo>
                  <a:lnTo>
                    <a:pt x="1652" y="1716"/>
                  </a:lnTo>
                  <a:lnTo>
                    <a:pt x="1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45"/>
            <p:cNvSpPr/>
            <p:nvPr/>
          </p:nvSpPr>
          <p:spPr>
            <a:xfrm>
              <a:off x="1739685" y="2312061"/>
              <a:ext cx="363807" cy="511958"/>
            </a:xfrm>
            <a:custGeom>
              <a:rect b="b" l="l" r="r" t="t"/>
              <a:pathLst>
                <a:path extrusionOk="0" h="6780" w="4818">
                  <a:moveTo>
                    <a:pt x="4817" y="0"/>
                  </a:moveTo>
                  <a:lnTo>
                    <a:pt x="0" y="4811"/>
                  </a:lnTo>
                  <a:cubicBezTo>
                    <a:pt x="35" y="5342"/>
                    <a:pt x="83" y="5874"/>
                    <a:pt x="153" y="6400"/>
                  </a:cubicBezTo>
                  <a:cubicBezTo>
                    <a:pt x="153" y="6428"/>
                    <a:pt x="159" y="6455"/>
                    <a:pt x="159" y="6489"/>
                  </a:cubicBezTo>
                  <a:cubicBezTo>
                    <a:pt x="173" y="6586"/>
                    <a:pt x="188" y="6683"/>
                    <a:pt x="201" y="6780"/>
                  </a:cubicBezTo>
                  <a:lnTo>
                    <a:pt x="4575" y="2412"/>
                  </a:lnTo>
                  <a:cubicBezTo>
                    <a:pt x="4583" y="2170"/>
                    <a:pt x="4596" y="1928"/>
                    <a:pt x="4616" y="1692"/>
                  </a:cubicBezTo>
                  <a:cubicBezTo>
                    <a:pt x="4616" y="1659"/>
                    <a:pt x="4616" y="1631"/>
                    <a:pt x="4625" y="1596"/>
                  </a:cubicBezTo>
                  <a:cubicBezTo>
                    <a:pt x="4631" y="1458"/>
                    <a:pt x="4651" y="1312"/>
                    <a:pt x="4666" y="1168"/>
                  </a:cubicBezTo>
                  <a:cubicBezTo>
                    <a:pt x="4679" y="1037"/>
                    <a:pt x="4686" y="904"/>
                    <a:pt x="4708" y="773"/>
                  </a:cubicBezTo>
                  <a:cubicBezTo>
                    <a:pt x="4708" y="747"/>
                    <a:pt x="4714" y="712"/>
                    <a:pt x="4714" y="684"/>
                  </a:cubicBezTo>
                  <a:cubicBezTo>
                    <a:pt x="4749" y="456"/>
                    <a:pt x="4776" y="228"/>
                    <a:pt x="48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45"/>
            <p:cNvSpPr/>
            <p:nvPr/>
          </p:nvSpPr>
          <p:spPr>
            <a:xfrm>
              <a:off x="1757959" y="2518735"/>
              <a:ext cx="330960" cy="463480"/>
            </a:xfrm>
            <a:custGeom>
              <a:rect b="b" l="l" r="r" t="t"/>
              <a:pathLst>
                <a:path extrusionOk="0" h="6138" w="4383">
                  <a:moveTo>
                    <a:pt x="4320" y="0"/>
                  </a:moveTo>
                  <a:lnTo>
                    <a:pt x="0" y="4320"/>
                  </a:lnTo>
                  <a:cubicBezTo>
                    <a:pt x="14" y="4388"/>
                    <a:pt x="20" y="4457"/>
                    <a:pt x="35" y="4527"/>
                  </a:cubicBezTo>
                  <a:cubicBezTo>
                    <a:pt x="48" y="4623"/>
                    <a:pt x="62" y="4719"/>
                    <a:pt x="83" y="4811"/>
                  </a:cubicBezTo>
                  <a:cubicBezTo>
                    <a:pt x="111" y="4977"/>
                    <a:pt x="138" y="5134"/>
                    <a:pt x="173" y="5300"/>
                  </a:cubicBezTo>
                  <a:cubicBezTo>
                    <a:pt x="179" y="5328"/>
                    <a:pt x="179" y="5356"/>
                    <a:pt x="186" y="5383"/>
                  </a:cubicBezTo>
                  <a:cubicBezTo>
                    <a:pt x="236" y="5640"/>
                    <a:pt x="291" y="5889"/>
                    <a:pt x="352" y="6138"/>
                  </a:cubicBezTo>
                  <a:lnTo>
                    <a:pt x="4383" y="2107"/>
                  </a:lnTo>
                  <a:cubicBezTo>
                    <a:pt x="4326" y="1410"/>
                    <a:pt x="4306" y="705"/>
                    <a:pt x="43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45"/>
            <p:cNvSpPr/>
            <p:nvPr/>
          </p:nvSpPr>
          <p:spPr>
            <a:xfrm>
              <a:off x="5389812" y="3792077"/>
              <a:ext cx="332017" cy="350291"/>
            </a:xfrm>
            <a:custGeom>
              <a:rect b="b" l="l" r="r" t="t"/>
              <a:pathLst>
                <a:path extrusionOk="0" h="4639" w="4397">
                  <a:moveTo>
                    <a:pt x="3953" y="0"/>
                  </a:moveTo>
                  <a:lnTo>
                    <a:pt x="1" y="3961"/>
                  </a:lnTo>
                  <a:lnTo>
                    <a:pt x="1382" y="4638"/>
                  </a:lnTo>
                  <a:lnTo>
                    <a:pt x="4396" y="45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45"/>
            <p:cNvSpPr/>
            <p:nvPr/>
          </p:nvSpPr>
          <p:spPr>
            <a:xfrm>
              <a:off x="2051772" y="3786943"/>
              <a:ext cx="736449" cy="709265"/>
            </a:xfrm>
            <a:custGeom>
              <a:rect b="b" l="l" r="r" t="t"/>
              <a:pathLst>
                <a:path extrusionOk="0" h="9393" w="9753">
                  <a:moveTo>
                    <a:pt x="8480" y="0"/>
                  </a:moveTo>
                  <a:lnTo>
                    <a:pt x="1" y="8480"/>
                  </a:lnTo>
                  <a:lnTo>
                    <a:pt x="1258" y="9392"/>
                  </a:lnTo>
                  <a:lnTo>
                    <a:pt x="9753" y="891"/>
                  </a:lnTo>
                  <a:cubicBezTo>
                    <a:pt x="9615" y="801"/>
                    <a:pt x="9476" y="712"/>
                    <a:pt x="9338" y="614"/>
                  </a:cubicBezTo>
                  <a:cubicBezTo>
                    <a:pt x="9310" y="601"/>
                    <a:pt x="9283" y="581"/>
                    <a:pt x="9255" y="559"/>
                  </a:cubicBezTo>
                  <a:cubicBezTo>
                    <a:pt x="9137" y="476"/>
                    <a:pt x="9026" y="393"/>
                    <a:pt x="8910" y="310"/>
                  </a:cubicBezTo>
                  <a:cubicBezTo>
                    <a:pt x="8799" y="234"/>
                    <a:pt x="8694" y="158"/>
                    <a:pt x="8591" y="83"/>
                  </a:cubicBezTo>
                  <a:cubicBezTo>
                    <a:pt x="8563" y="62"/>
                    <a:pt x="8537" y="42"/>
                    <a:pt x="8508" y="20"/>
                  </a:cubicBezTo>
                  <a:cubicBezTo>
                    <a:pt x="8502" y="14"/>
                    <a:pt x="8487" y="7"/>
                    <a:pt x="8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45"/>
            <p:cNvSpPr/>
            <p:nvPr/>
          </p:nvSpPr>
          <p:spPr>
            <a:xfrm>
              <a:off x="1536636" y="972797"/>
              <a:ext cx="330507" cy="348705"/>
            </a:xfrm>
            <a:custGeom>
              <a:rect b="b" l="l" r="r" t="t"/>
              <a:pathLst>
                <a:path extrusionOk="0" h="4618" w="4377">
                  <a:moveTo>
                    <a:pt x="3021" y="1"/>
                  </a:moveTo>
                  <a:lnTo>
                    <a:pt x="0" y="4189"/>
                  </a:lnTo>
                  <a:lnTo>
                    <a:pt x="430" y="4617"/>
                  </a:lnTo>
                  <a:lnTo>
                    <a:pt x="4376" y="671"/>
                  </a:lnTo>
                  <a:lnTo>
                    <a:pt x="3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45"/>
            <p:cNvSpPr/>
            <p:nvPr/>
          </p:nvSpPr>
          <p:spPr>
            <a:xfrm>
              <a:off x="5737918" y="1690379"/>
              <a:ext cx="196326" cy="175938"/>
            </a:xfrm>
            <a:custGeom>
              <a:rect b="b" l="l" r="r" t="t"/>
              <a:pathLst>
                <a:path extrusionOk="0" h="2330" w="2600">
                  <a:moveTo>
                    <a:pt x="2329" y="1"/>
                  </a:moveTo>
                  <a:lnTo>
                    <a:pt x="0" y="2330"/>
                  </a:lnTo>
                  <a:lnTo>
                    <a:pt x="2600" y="588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45"/>
            <p:cNvSpPr/>
            <p:nvPr/>
          </p:nvSpPr>
          <p:spPr>
            <a:xfrm>
              <a:off x="1409324" y="2863669"/>
              <a:ext cx="737506" cy="817849"/>
            </a:xfrm>
            <a:custGeom>
              <a:rect b="b" l="l" r="r" t="t"/>
              <a:pathLst>
                <a:path extrusionOk="0" h="10831" w="9767">
                  <a:moveTo>
                    <a:pt x="9338" y="0"/>
                  </a:moveTo>
                  <a:lnTo>
                    <a:pt x="1" y="9338"/>
                  </a:lnTo>
                  <a:lnTo>
                    <a:pt x="671" y="10831"/>
                  </a:lnTo>
                  <a:lnTo>
                    <a:pt x="9766" y="1736"/>
                  </a:lnTo>
                  <a:cubicBezTo>
                    <a:pt x="9600" y="1162"/>
                    <a:pt x="9456" y="581"/>
                    <a:pt x="9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45"/>
            <p:cNvSpPr/>
            <p:nvPr/>
          </p:nvSpPr>
          <p:spPr>
            <a:xfrm>
              <a:off x="1467694" y="3013483"/>
              <a:ext cx="727690" cy="722253"/>
            </a:xfrm>
            <a:custGeom>
              <a:rect b="b" l="l" r="r" t="t"/>
              <a:pathLst>
                <a:path extrusionOk="0" h="9565" w="9637">
                  <a:moveTo>
                    <a:pt x="9069" y="0"/>
                  </a:moveTo>
                  <a:lnTo>
                    <a:pt x="1" y="9067"/>
                  </a:lnTo>
                  <a:lnTo>
                    <a:pt x="223" y="9565"/>
                  </a:lnTo>
                  <a:lnTo>
                    <a:pt x="2179" y="9054"/>
                  </a:lnTo>
                  <a:lnTo>
                    <a:pt x="9637" y="1596"/>
                  </a:lnTo>
                  <a:cubicBezTo>
                    <a:pt x="9421" y="1070"/>
                    <a:pt x="9235" y="539"/>
                    <a:pt x="9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45"/>
            <p:cNvSpPr/>
            <p:nvPr/>
          </p:nvSpPr>
          <p:spPr>
            <a:xfrm>
              <a:off x="1351332" y="2699735"/>
              <a:ext cx="759480" cy="852432"/>
            </a:xfrm>
            <a:custGeom>
              <a:rect b="b" l="l" r="r" t="t"/>
              <a:pathLst>
                <a:path extrusionOk="0" h="11289" w="10058">
                  <a:moveTo>
                    <a:pt x="9788" y="0"/>
                  </a:moveTo>
                  <a:lnTo>
                    <a:pt x="5793" y="3996"/>
                  </a:lnTo>
                  <a:cubicBezTo>
                    <a:pt x="5855" y="4252"/>
                    <a:pt x="5918" y="4500"/>
                    <a:pt x="5986" y="4749"/>
                  </a:cubicBezTo>
                  <a:lnTo>
                    <a:pt x="3111" y="6685"/>
                  </a:lnTo>
                  <a:lnTo>
                    <a:pt x="1" y="9795"/>
                  </a:lnTo>
                  <a:lnTo>
                    <a:pt x="671" y="11288"/>
                  </a:lnTo>
                  <a:lnTo>
                    <a:pt x="10058" y="1901"/>
                  </a:lnTo>
                  <a:cubicBezTo>
                    <a:pt x="9940" y="1272"/>
                    <a:pt x="9851" y="644"/>
                    <a:pt x="9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45"/>
            <p:cNvSpPr/>
            <p:nvPr/>
          </p:nvSpPr>
          <p:spPr>
            <a:xfrm>
              <a:off x="2236547" y="3607831"/>
              <a:ext cx="340852" cy="423385"/>
            </a:xfrm>
            <a:custGeom>
              <a:rect b="b" l="l" r="r" t="t"/>
              <a:pathLst>
                <a:path extrusionOk="0" h="5607" w="4514">
                  <a:moveTo>
                    <a:pt x="3436" y="0"/>
                  </a:moveTo>
                  <a:lnTo>
                    <a:pt x="173" y="3263"/>
                  </a:lnTo>
                  <a:cubicBezTo>
                    <a:pt x="387" y="3484"/>
                    <a:pt x="601" y="3706"/>
                    <a:pt x="823" y="3926"/>
                  </a:cubicBezTo>
                  <a:lnTo>
                    <a:pt x="0" y="5607"/>
                  </a:lnTo>
                  <a:lnTo>
                    <a:pt x="4514" y="1087"/>
                  </a:lnTo>
                  <a:cubicBezTo>
                    <a:pt x="4141" y="740"/>
                    <a:pt x="3781" y="373"/>
                    <a:pt x="34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45"/>
            <p:cNvSpPr/>
            <p:nvPr/>
          </p:nvSpPr>
          <p:spPr>
            <a:xfrm>
              <a:off x="2080995" y="3397004"/>
              <a:ext cx="318426" cy="344024"/>
            </a:xfrm>
            <a:custGeom>
              <a:rect b="b" l="l" r="r" t="t"/>
              <a:pathLst>
                <a:path extrusionOk="0" h="4556" w="4217">
                  <a:moveTo>
                    <a:pt x="3318" y="1"/>
                  </a:moveTo>
                  <a:lnTo>
                    <a:pt x="0" y="3318"/>
                  </a:lnTo>
                  <a:cubicBezTo>
                    <a:pt x="179" y="3560"/>
                    <a:pt x="354" y="3809"/>
                    <a:pt x="539" y="4051"/>
                  </a:cubicBezTo>
                  <a:cubicBezTo>
                    <a:pt x="553" y="4071"/>
                    <a:pt x="574" y="4093"/>
                    <a:pt x="594" y="4119"/>
                  </a:cubicBezTo>
                  <a:cubicBezTo>
                    <a:pt x="692" y="4244"/>
                    <a:pt x="795" y="4376"/>
                    <a:pt x="893" y="4507"/>
                  </a:cubicBezTo>
                  <a:cubicBezTo>
                    <a:pt x="906" y="4521"/>
                    <a:pt x="919" y="4534"/>
                    <a:pt x="934" y="4555"/>
                  </a:cubicBezTo>
                  <a:lnTo>
                    <a:pt x="4217" y="1273"/>
                  </a:lnTo>
                  <a:cubicBezTo>
                    <a:pt x="3898" y="858"/>
                    <a:pt x="3601" y="437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45"/>
            <p:cNvSpPr/>
            <p:nvPr/>
          </p:nvSpPr>
          <p:spPr>
            <a:xfrm>
              <a:off x="4443659" y="4530575"/>
              <a:ext cx="352783" cy="331489"/>
            </a:xfrm>
            <a:custGeom>
              <a:rect b="b" l="l" r="r" t="t"/>
              <a:pathLst>
                <a:path extrusionOk="0" h="4390" w="4672">
                  <a:moveTo>
                    <a:pt x="4222" y="0"/>
                  </a:moveTo>
                  <a:lnTo>
                    <a:pt x="0" y="4230"/>
                  </a:lnTo>
                  <a:lnTo>
                    <a:pt x="110" y="4389"/>
                  </a:lnTo>
                  <a:lnTo>
                    <a:pt x="3545" y="2848"/>
                  </a:lnTo>
                  <a:lnTo>
                    <a:pt x="4671" y="1722"/>
                  </a:lnTo>
                  <a:lnTo>
                    <a:pt x="42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45"/>
            <p:cNvSpPr/>
            <p:nvPr/>
          </p:nvSpPr>
          <p:spPr>
            <a:xfrm>
              <a:off x="1311688" y="688347"/>
              <a:ext cx="2015588" cy="1888279"/>
            </a:xfrm>
            <a:custGeom>
              <a:rect b="b" l="l" r="r" t="t"/>
              <a:pathLst>
                <a:path extrusionOk="0" h="25007" w="26693">
                  <a:moveTo>
                    <a:pt x="26693" y="1"/>
                  </a:moveTo>
                  <a:lnTo>
                    <a:pt x="26687" y="7"/>
                  </a:lnTo>
                  <a:lnTo>
                    <a:pt x="26687" y="7"/>
                  </a:lnTo>
                  <a:cubicBezTo>
                    <a:pt x="26690" y="6"/>
                    <a:pt x="26693" y="5"/>
                    <a:pt x="26693" y="1"/>
                  </a:cubicBezTo>
                  <a:close/>
                  <a:moveTo>
                    <a:pt x="26687" y="7"/>
                  </a:moveTo>
                  <a:cubicBezTo>
                    <a:pt x="26684" y="7"/>
                    <a:pt x="26682" y="7"/>
                    <a:pt x="26680" y="7"/>
                  </a:cubicBezTo>
                  <a:cubicBezTo>
                    <a:pt x="26582" y="22"/>
                    <a:pt x="26492" y="36"/>
                    <a:pt x="26396" y="55"/>
                  </a:cubicBezTo>
                  <a:cubicBezTo>
                    <a:pt x="26230" y="84"/>
                    <a:pt x="26071" y="112"/>
                    <a:pt x="25912" y="147"/>
                  </a:cubicBezTo>
                  <a:cubicBezTo>
                    <a:pt x="25885" y="147"/>
                    <a:pt x="25863" y="153"/>
                    <a:pt x="25844" y="160"/>
                  </a:cubicBezTo>
                  <a:lnTo>
                    <a:pt x="25822" y="160"/>
                  </a:lnTo>
                  <a:cubicBezTo>
                    <a:pt x="25228" y="278"/>
                    <a:pt x="24641" y="415"/>
                    <a:pt x="24060" y="575"/>
                  </a:cubicBezTo>
                  <a:lnTo>
                    <a:pt x="24019" y="512"/>
                  </a:lnTo>
                  <a:lnTo>
                    <a:pt x="6552" y="17978"/>
                  </a:lnTo>
                  <a:cubicBezTo>
                    <a:pt x="6511" y="18123"/>
                    <a:pt x="6478" y="18269"/>
                    <a:pt x="6436" y="18406"/>
                  </a:cubicBezTo>
                  <a:lnTo>
                    <a:pt x="6104" y="18435"/>
                  </a:lnTo>
                  <a:lnTo>
                    <a:pt x="0" y="24537"/>
                  </a:lnTo>
                  <a:lnTo>
                    <a:pt x="1694" y="25007"/>
                  </a:lnTo>
                  <a:lnTo>
                    <a:pt x="14619" y="12082"/>
                  </a:lnTo>
                  <a:cubicBezTo>
                    <a:pt x="15607" y="10824"/>
                    <a:pt x="16747" y="9691"/>
                    <a:pt x="17998" y="8703"/>
                  </a:cubicBezTo>
                  <a:lnTo>
                    <a:pt x="26687" y="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45"/>
            <p:cNvSpPr/>
            <p:nvPr/>
          </p:nvSpPr>
          <p:spPr>
            <a:xfrm>
              <a:off x="5263406" y="3697613"/>
              <a:ext cx="413417" cy="385705"/>
            </a:xfrm>
            <a:custGeom>
              <a:rect b="b" l="l" r="r" t="t"/>
              <a:pathLst>
                <a:path extrusionOk="0" h="5108" w="5475">
                  <a:moveTo>
                    <a:pt x="4397" y="1"/>
                  </a:moveTo>
                  <a:lnTo>
                    <a:pt x="1" y="4396"/>
                  </a:lnTo>
                  <a:lnTo>
                    <a:pt x="1461" y="5108"/>
                  </a:lnTo>
                  <a:lnTo>
                    <a:pt x="5475" y="1092"/>
                  </a:lnTo>
                  <a:lnTo>
                    <a:pt x="43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45"/>
            <p:cNvSpPr/>
            <p:nvPr/>
          </p:nvSpPr>
          <p:spPr>
            <a:xfrm>
              <a:off x="1182791" y="2081828"/>
              <a:ext cx="563682" cy="454117"/>
            </a:xfrm>
            <a:custGeom>
              <a:rect b="b" l="l" r="r" t="t"/>
              <a:pathLst>
                <a:path extrusionOk="0" h="6014" w="7465">
                  <a:moveTo>
                    <a:pt x="7465" y="0"/>
                  </a:moveTo>
                  <a:lnTo>
                    <a:pt x="5142" y="160"/>
                  </a:lnTo>
                  <a:lnTo>
                    <a:pt x="35" y="5267"/>
                  </a:lnTo>
                  <a:lnTo>
                    <a:pt x="0" y="5605"/>
                  </a:lnTo>
                  <a:lnTo>
                    <a:pt x="1458" y="6013"/>
                  </a:lnTo>
                  <a:lnTo>
                    <a:pt x="74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45"/>
            <p:cNvSpPr/>
            <p:nvPr/>
          </p:nvSpPr>
          <p:spPr>
            <a:xfrm>
              <a:off x="4367846" y="4381290"/>
              <a:ext cx="390009" cy="454117"/>
            </a:xfrm>
            <a:custGeom>
              <a:rect b="b" l="l" r="r" t="t"/>
              <a:pathLst>
                <a:path extrusionOk="0" h="6014" w="5165">
                  <a:moveTo>
                    <a:pt x="4715" y="0"/>
                  </a:moveTo>
                  <a:lnTo>
                    <a:pt x="1" y="4714"/>
                  </a:lnTo>
                  <a:lnTo>
                    <a:pt x="872" y="6013"/>
                  </a:lnTo>
                  <a:lnTo>
                    <a:pt x="5165" y="1722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45"/>
            <p:cNvSpPr/>
            <p:nvPr/>
          </p:nvSpPr>
          <p:spPr>
            <a:xfrm>
              <a:off x="4292712" y="4232609"/>
              <a:ext cx="426556" cy="490664"/>
            </a:xfrm>
            <a:custGeom>
              <a:rect b="b" l="l" r="r" t="t"/>
              <a:pathLst>
                <a:path extrusionOk="0" h="6498" w="5649">
                  <a:moveTo>
                    <a:pt x="5199" y="0"/>
                  </a:moveTo>
                  <a:lnTo>
                    <a:pt x="1" y="5197"/>
                  </a:lnTo>
                  <a:lnTo>
                    <a:pt x="871" y="6497"/>
                  </a:lnTo>
                  <a:lnTo>
                    <a:pt x="5649" y="1720"/>
                  </a:lnTo>
                  <a:lnTo>
                    <a:pt x="5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45"/>
            <p:cNvSpPr/>
            <p:nvPr/>
          </p:nvSpPr>
          <p:spPr>
            <a:xfrm>
              <a:off x="3667557" y="111216"/>
              <a:ext cx="46590" cy="49686"/>
            </a:xfrm>
            <a:custGeom>
              <a:rect b="b" l="l" r="r" t="t"/>
              <a:pathLst>
                <a:path extrusionOk="0" h="658" w="617">
                  <a:moveTo>
                    <a:pt x="186" y="0"/>
                  </a:moveTo>
                  <a:lnTo>
                    <a:pt x="1" y="657"/>
                  </a:lnTo>
                  <a:lnTo>
                    <a:pt x="1" y="657"/>
                  </a:lnTo>
                  <a:lnTo>
                    <a:pt x="616" y="42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45"/>
            <p:cNvSpPr/>
            <p:nvPr/>
          </p:nvSpPr>
          <p:spPr>
            <a:xfrm>
              <a:off x="1664476" y="3151291"/>
              <a:ext cx="589809" cy="537480"/>
            </a:xfrm>
            <a:custGeom>
              <a:rect b="b" l="l" r="r" t="t"/>
              <a:pathLst>
                <a:path extrusionOk="0" h="7118" w="7811">
                  <a:moveTo>
                    <a:pt x="7120" y="0"/>
                  </a:moveTo>
                  <a:lnTo>
                    <a:pt x="1" y="7118"/>
                  </a:lnTo>
                  <a:lnTo>
                    <a:pt x="2925" y="6358"/>
                  </a:lnTo>
                  <a:lnTo>
                    <a:pt x="7810" y="1478"/>
                  </a:lnTo>
                  <a:cubicBezTo>
                    <a:pt x="7727" y="1319"/>
                    <a:pt x="7644" y="1161"/>
                    <a:pt x="7570" y="995"/>
                  </a:cubicBezTo>
                  <a:cubicBezTo>
                    <a:pt x="7555" y="967"/>
                    <a:pt x="7535" y="932"/>
                    <a:pt x="7520" y="904"/>
                  </a:cubicBezTo>
                  <a:cubicBezTo>
                    <a:pt x="7459" y="773"/>
                    <a:pt x="7404" y="642"/>
                    <a:pt x="7341" y="511"/>
                  </a:cubicBezTo>
                  <a:cubicBezTo>
                    <a:pt x="7293" y="393"/>
                    <a:pt x="7238" y="275"/>
                    <a:pt x="7188" y="158"/>
                  </a:cubicBezTo>
                  <a:cubicBezTo>
                    <a:pt x="7175" y="124"/>
                    <a:pt x="7162" y="96"/>
                    <a:pt x="7147" y="61"/>
                  </a:cubicBezTo>
                  <a:cubicBezTo>
                    <a:pt x="7140" y="41"/>
                    <a:pt x="7127" y="20"/>
                    <a:pt x="7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45"/>
            <p:cNvSpPr/>
            <p:nvPr/>
          </p:nvSpPr>
          <p:spPr>
            <a:xfrm>
              <a:off x="1917664" y="3278527"/>
              <a:ext cx="404507" cy="355048"/>
            </a:xfrm>
            <a:custGeom>
              <a:rect b="b" l="l" r="r" t="t"/>
              <a:pathLst>
                <a:path extrusionOk="0" h="4702" w="5357">
                  <a:moveTo>
                    <a:pt x="4562" y="0"/>
                  </a:moveTo>
                  <a:lnTo>
                    <a:pt x="0" y="4562"/>
                  </a:lnTo>
                  <a:lnTo>
                    <a:pt x="1659" y="4134"/>
                  </a:lnTo>
                  <a:cubicBezTo>
                    <a:pt x="1783" y="4328"/>
                    <a:pt x="1908" y="4514"/>
                    <a:pt x="2039" y="4701"/>
                  </a:cubicBezTo>
                  <a:lnTo>
                    <a:pt x="5356" y="1375"/>
                  </a:lnTo>
                  <a:cubicBezTo>
                    <a:pt x="5079" y="928"/>
                    <a:pt x="4811" y="471"/>
                    <a:pt x="4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45"/>
            <p:cNvSpPr/>
            <p:nvPr/>
          </p:nvSpPr>
          <p:spPr>
            <a:xfrm>
              <a:off x="5137681" y="3603149"/>
              <a:ext cx="445887" cy="418703"/>
            </a:xfrm>
            <a:custGeom>
              <a:rect b="b" l="l" r="r" t="t"/>
              <a:pathLst>
                <a:path extrusionOk="0" h="5545" w="5905">
                  <a:moveTo>
                    <a:pt x="4833" y="1"/>
                  </a:moveTo>
                  <a:lnTo>
                    <a:pt x="1" y="4825"/>
                  </a:lnTo>
                  <a:lnTo>
                    <a:pt x="1459" y="5544"/>
                  </a:lnTo>
                  <a:lnTo>
                    <a:pt x="5904" y="1092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45"/>
            <p:cNvSpPr/>
            <p:nvPr/>
          </p:nvSpPr>
          <p:spPr>
            <a:xfrm>
              <a:off x="5011955" y="3508760"/>
              <a:ext cx="478658" cy="450946"/>
            </a:xfrm>
            <a:custGeom>
              <a:rect b="b" l="l" r="r" t="t"/>
              <a:pathLst>
                <a:path extrusionOk="0" h="5972" w="6339">
                  <a:moveTo>
                    <a:pt x="5267" y="0"/>
                  </a:moveTo>
                  <a:lnTo>
                    <a:pt x="0" y="5260"/>
                  </a:lnTo>
                  <a:lnTo>
                    <a:pt x="1452" y="5972"/>
                  </a:lnTo>
                  <a:lnTo>
                    <a:pt x="6338" y="1092"/>
                  </a:lnTo>
                  <a:lnTo>
                    <a:pt x="52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45"/>
            <p:cNvSpPr/>
            <p:nvPr/>
          </p:nvSpPr>
          <p:spPr>
            <a:xfrm>
              <a:off x="1605502" y="2062044"/>
              <a:ext cx="560058" cy="595547"/>
            </a:xfrm>
            <a:custGeom>
              <a:rect b="b" l="l" r="r" t="t"/>
              <a:pathLst>
                <a:path extrusionOk="0" h="7887" w="7417">
                  <a:moveTo>
                    <a:pt x="7417" y="0"/>
                  </a:moveTo>
                  <a:lnTo>
                    <a:pt x="1" y="7417"/>
                  </a:lnTo>
                  <a:lnTo>
                    <a:pt x="1694" y="7886"/>
                  </a:lnTo>
                  <a:lnTo>
                    <a:pt x="6657" y="2930"/>
                  </a:lnTo>
                  <a:cubicBezTo>
                    <a:pt x="6836" y="1935"/>
                    <a:pt x="7092" y="954"/>
                    <a:pt x="7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45"/>
            <p:cNvSpPr/>
            <p:nvPr/>
          </p:nvSpPr>
          <p:spPr>
            <a:xfrm>
              <a:off x="4754689" y="4679332"/>
              <a:ext cx="52781" cy="47043"/>
            </a:xfrm>
            <a:custGeom>
              <a:rect b="b" l="l" r="r" t="t"/>
              <a:pathLst>
                <a:path extrusionOk="0" h="623" w="699">
                  <a:moveTo>
                    <a:pt x="615" y="1"/>
                  </a:moveTo>
                  <a:lnTo>
                    <a:pt x="0" y="623"/>
                  </a:lnTo>
                  <a:lnTo>
                    <a:pt x="698" y="304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45"/>
            <p:cNvSpPr/>
            <p:nvPr/>
          </p:nvSpPr>
          <p:spPr>
            <a:xfrm>
              <a:off x="5111101" y="1431527"/>
              <a:ext cx="737506" cy="817924"/>
            </a:xfrm>
            <a:custGeom>
              <a:rect b="b" l="l" r="r" t="t"/>
              <a:pathLst>
                <a:path extrusionOk="0" h="10832" w="9767">
                  <a:moveTo>
                    <a:pt x="9089" y="0"/>
                  </a:moveTo>
                  <a:lnTo>
                    <a:pt x="1" y="9097"/>
                  </a:lnTo>
                  <a:cubicBezTo>
                    <a:pt x="167" y="9671"/>
                    <a:pt x="311" y="10251"/>
                    <a:pt x="429" y="10832"/>
                  </a:cubicBezTo>
                  <a:lnTo>
                    <a:pt x="9766" y="1501"/>
                  </a:lnTo>
                  <a:lnTo>
                    <a:pt x="9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45"/>
            <p:cNvSpPr/>
            <p:nvPr/>
          </p:nvSpPr>
          <p:spPr>
            <a:xfrm>
              <a:off x="4935311" y="1480609"/>
              <a:ext cx="402317" cy="354444"/>
            </a:xfrm>
            <a:custGeom>
              <a:rect b="b" l="l" r="r" t="t"/>
              <a:pathLst>
                <a:path extrusionOk="0" h="4694" w="5328">
                  <a:moveTo>
                    <a:pt x="3324" y="0"/>
                  </a:moveTo>
                  <a:lnTo>
                    <a:pt x="0" y="3318"/>
                  </a:lnTo>
                  <a:cubicBezTo>
                    <a:pt x="282" y="3767"/>
                    <a:pt x="546" y="4224"/>
                    <a:pt x="795" y="4693"/>
                  </a:cubicBezTo>
                  <a:lnTo>
                    <a:pt x="5328" y="160"/>
                  </a:lnTo>
                  <a:lnTo>
                    <a:pt x="3711" y="581"/>
                  </a:lnTo>
                  <a:cubicBezTo>
                    <a:pt x="3586" y="387"/>
                    <a:pt x="3455" y="194"/>
                    <a:pt x="33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45"/>
            <p:cNvSpPr/>
            <p:nvPr/>
          </p:nvSpPr>
          <p:spPr>
            <a:xfrm>
              <a:off x="5062547" y="1379424"/>
              <a:ext cx="727690" cy="720743"/>
            </a:xfrm>
            <a:custGeom>
              <a:rect b="b" l="l" r="r" t="t"/>
              <a:pathLst>
                <a:path extrusionOk="0" h="9545" w="9637">
                  <a:moveTo>
                    <a:pt x="9420" y="0"/>
                  </a:moveTo>
                  <a:lnTo>
                    <a:pt x="7423" y="518"/>
                  </a:lnTo>
                  <a:lnTo>
                    <a:pt x="0" y="7941"/>
                  </a:lnTo>
                  <a:cubicBezTo>
                    <a:pt x="214" y="8466"/>
                    <a:pt x="402" y="9006"/>
                    <a:pt x="568" y="9545"/>
                  </a:cubicBezTo>
                  <a:lnTo>
                    <a:pt x="9636" y="476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45"/>
            <p:cNvSpPr/>
            <p:nvPr/>
          </p:nvSpPr>
          <p:spPr>
            <a:xfrm>
              <a:off x="5003573" y="1426845"/>
              <a:ext cx="587241" cy="535592"/>
            </a:xfrm>
            <a:custGeom>
              <a:rect b="b" l="l" r="r" t="t"/>
              <a:pathLst>
                <a:path extrusionOk="0" h="7093" w="7777">
                  <a:moveTo>
                    <a:pt x="7776" y="1"/>
                  </a:moveTo>
                  <a:lnTo>
                    <a:pt x="4852" y="761"/>
                  </a:lnTo>
                  <a:lnTo>
                    <a:pt x="0" y="5612"/>
                  </a:lnTo>
                  <a:cubicBezTo>
                    <a:pt x="91" y="5778"/>
                    <a:pt x="174" y="5951"/>
                    <a:pt x="257" y="6117"/>
                  </a:cubicBezTo>
                  <a:cubicBezTo>
                    <a:pt x="270" y="6145"/>
                    <a:pt x="284" y="6180"/>
                    <a:pt x="299" y="6208"/>
                  </a:cubicBezTo>
                  <a:cubicBezTo>
                    <a:pt x="353" y="6324"/>
                    <a:pt x="401" y="6442"/>
                    <a:pt x="456" y="6566"/>
                  </a:cubicBezTo>
                  <a:cubicBezTo>
                    <a:pt x="519" y="6697"/>
                    <a:pt x="581" y="6830"/>
                    <a:pt x="637" y="6961"/>
                  </a:cubicBezTo>
                  <a:cubicBezTo>
                    <a:pt x="650" y="6988"/>
                    <a:pt x="664" y="7022"/>
                    <a:pt x="672" y="7051"/>
                  </a:cubicBezTo>
                  <a:cubicBezTo>
                    <a:pt x="678" y="7064"/>
                    <a:pt x="685" y="7079"/>
                    <a:pt x="692" y="7092"/>
                  </a:cubicBezTo>
                  <a:lnTo>
                    <a:pt x="7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45"/>
            <p:cNvSpPr/>
            <p:nvPr/>
          </p:nvSpPr>
          <p:spPr>
            <a:xfrm>
              <a:off x="4679480" y="1079268"/>
              <a:ext cx="345081" cy="426480"/>
            </a:xfrm>
            <a:custGeom>
              <a:rect b="b" l="l" r="r" t="t"/>
              <a:pathLst>
                <a:path extrusionOk="0" h="5648" w="4570">
                  <a:moveTo>
                    <a:pt x="4569" y="1"/>
                  </a:moveTo>
                  <a:lnTo>
                    <a:pt x="1" y="4569"/>
                  </a:lnTo>
                  <a:cubicBezTo>
                    <a:pt x="381" y="4914"/>
                    <a:pt x="741" y="5274"/>
                    <a:pt x="1086" y="5647"/>
                  </a:cubicBezTo>
                  <a:lnTo>
                    <a:pt x="4348" y="2393"/>
                  </a:lnTo>
                  <a:cubicBezTo>
                    <a:pt x="4141" y="2170"/>
                    <a:pt x="3927" y="1956"/>
                    <a:pt x="3711" y="1742"/>
                  </a:cubicBezTo>
                  <a:lnTo>
                    <a:pt x="4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45"/>
            <p:cNvSpPr/>
            <p:nvPr/>
          </p:nvSpPr>
          <p:spPr>
            <a:xfrm>
              <a:off x="4857988" y="1373157"/>
              <a:ext cx="318501" cy="343344"/>
            </a:xfrm>
            <a:custGeom>
              <a:rect b="b" l="l" r="r" t="t"/>
              <a:pathLst>
                <a:path extrusionOk="0" h="4547" w="4218">
                  <a:moveTo>
                    <a:pt x="3283" y="0"/>
                  </a:moveTo>
                  <a:lnTo>
                    <a:pt x="1" y="3276"/>
                  </a:lnTo>
                  <a:cubicBezTo>
                    <a:pt x="319" y="3691"/>
                    <a:pt x="616" y="4119"/>
                    <a:pt x="900" y="4547"/>
                  </a:cubicBezTo>
                  <a:lnTo>
                    <a:pt x="4217" y="1238"/>
                  </a:lnTo>
                  <a:cubicBezTo>
                    <a:pt x="4043" y="995"/>
                    <a:pt x="3870" y="753"/>
                    <a:pt x="3691" y="518"/>
                  </a:cubicBezTo>
                  <a:cubicBezTo>
                    <a:pt x="3678" y="498"/>
                    <a:pt x="3656" y="476"/>
                    <a:pt x="3643" y="450"/>
                  </a:cubicBezTo>
                  <a:cubicBezTo>
                    <a:pt x="3539" y="317"/>
                    <a:pt x="3443" y="193"/>
                    <a:pt x="3338" y="62"/>
                  </a:cubicBezTo>
                  <a:cubicBezTo>
                    <a:pt x="3318" y="42"/>
                    <a:pt x="3305" y="20"/>
                    <a:pt x="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45"/>
            <p:cNvSpPr/>
            <p:nvPr/>
          </p:nvSpPr>
          <p:spPr>
            <a:xfrm>
              <a:off x="1324827" y="3253457"/>
              <a:ext cx="188473" cy="169142"/>
            </a:xfrm>
            <a:custGeom>
              <a:rect b="b" l="l" r="r" t="t"/>
              <a:pathLst>
                <a:path extrusionOk="0" h="2240" w="2496">
                  <a:moveTo>
                    <a:pt x="2495" y="1"/>
                  </a:moveTo>
                  <a:lnTo>
                    <a:pt x="0" y="1681"/>
                  </a:lnTo>
                  <a:lnTo>
                    <a:pt x="249" y="22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45"/>
            <p:cNvSpPr/>
            <p:nvPr/>
          </p:nvSpPr>
          <p:spPr>
            <a:xfrm>
              <a:off x="4772962" y="1272425"/>
              <a:ext cx="322579" cy="335113"/>
            </a:xfrm>
            <a:custGeom>
              <a:rect b="b" l="l" r="r" t="t"/>
              <a:pathLst>
                <a:path extrusionOk="0" h="4438" w="4272">
                  <a:moveTo>
                    <a:pt x="3261" y="1"/>
                  </a:moveTo>
                  <a:lnTo>
                    <a:pt x="0" y="3255"/>
                  </a:lnTo>
                  <a:cubicBezTo>
                    <a:pt x="345" y="3635"/>
                    <a:pt x="677" y="4030"/>
                    <a:pt x="989" y="4438"/>
                  </a:cubicBezTo>
                  <a:lnTo>
                    <a:pt x="4272" y="1153"/>
                  </a:lnTo>
                  <a:cubicBezTo>
                    <a:pt x="4209" y="1085"/>
                    <a:pt x="4154" y="1016"/>
                    <a:pt x="4099" y="946"/>
                  </a:cubicBezTo>
                  <a:cubicBezTo>
                    <a:pt x="3988" y="822"/>
                    <a:pt x="3883" y="697"/>
                    <a:pt x="3774" y="573"/>
                  </a:cubicBezTo>
                  <a:cubicBezTo>
                    <a:pt x="3752" y="546"/>
                    <a:pt x="3739" y="525"/>
                    <a:pt x="3718" y="505"/>
                  </a:cubicBezTo>
                  <a:cubicBezTo>
                    <a:pt x="3567" y="332"/>
                    <a:pt x="3414" y="166"/>
                    <a:pt x="3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45"/>
            <p:cNvSpPr/>
            <p:nvPr/>
          </p:nvSpPr>
          <p:spPr>
            <a:xfrm>
              <a:off x="5155501" y="2289030"/>
              <a:ext cx="363279" cy="511580"/>
            </a:xfrm>
            <a:custGeom>
              <a:rect b="b" l="l" r="r" t="t"/>
              <a:pathLst>
                <a:path extrusionOk="0" h="6775" w="4811">
                  <a:moveTo>
                    <a:pt x="4603" y="0"/>
                  </a:moveTo>
                  <a:lnTo>
                    <a:pt x="242" y="4369"/>
                  </a:lnTo>
                  <a:cubicBezTo>
                    <a:pt x="227" y="4618"/>
                    <a:pt x="214" y="4859"/>
                    <a:pt x="201" y="5107"/>
                  </a:cubicBezTo>
                  <a:cubicBezTo>
                    <a:pt x="194" y="5142"/>
                    <a:pt x="194" y="5177"/>
                    <a:pt x="194" y="5219"/>
                  </a:cubicBezTo>
                  <a:cubicBezTo>
                    <a:pt x="179" y="5343"/>
                    <a:pt x="166" y="5474"/>
                    <a:pt x="153" y="5605"/>
                  </a:cubicBezTo>
                  <a:cubicBezTo>
                    <a:pt x="138" y="5751"/>
                    <a:pt x="125" y="5889"/>
                    <a:pt x="111" y="6028"/>
                  </a:cubicBezTo>
                  <a:cubicBezTo>
                    <a:pt x="103" y="6061"/>
                    <a:pt x="96" y="6096"/>
                    <a:pt x="96" y="6131"/>
                  </a:cubicBezTo>
                  <a:cubicBezTo>
                    <a:pt x="70" y="6345"/>
                    <a:pt x="35" y="6559"/>
                    <a:pt x="0" y="6774"/>
                  </a:cubicBezTo>
                  <a:lnTo>
                    <a:pt x="4811" y="1964"/>
                  </a:lnTo>
                  <a:cubicBezTo>
                    <a:pt x="4776" y="1445"/>
                    <a:pt x="4728" y="927"/>
                    <a:pt x="4658" y="408"/>
                  </a:cubicBezTo>
                  <a:cubicBezTo>
                    <a:pt x="4658" y="373"/>
                    <a:pt x="4651" y="347"/>
                    <a:pt x="4651" y="319"/>
                  </a:cubicBezTo>
                  <a:cubicBezTo>
                    <a:pt x="4638" y="214"/>
                    <a:pt x="4623" y="105"/>
                    <a:pt x="46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45"/>
            <p:cNvSpPr/>
            <p:nvPr/>
          </p:nvSpPr>
          <p:spPr>
            <a:xfrm>
              <a:off x="1209446" y="2109012"/>
              <a:ext cx="134710" cy="135238"/>
            </a:xfrm>
            <a:custGeom>
              <a:rect b="b" l="l" r="r" t="t"/>
              <a:pathLst>
                <a:path extrusionOk="0" h="1791" w="1784">
                  <a:moveTo>
                    <a:pt x="1784" y="0"/>
                  </a:moveTo>
                  <a:lnTo>
                    <a:pt x="166" y="110"/>
                  </a:lnTo>
                  <a:lnTo>
                    <a:pt x="1" y="1790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45"/>
            <p:cNvSpPr/>
            <p:nvPr/>
          </p:nvSpPr>
          <p:spPr>
            <a:xfrm>
              <a:off x="5094337" y="2457118"/>
              <a:ext cx="556962" cy="592376"/>
            </a:xfrm>
            <a:custGeom>
              <a:rect b="b" l="l" r="r" t="t"/>
              <a:pathLst>
                <a:path extrusionOk="0" h="7845" w="7376">
                  <a:moveTo>
                    <a:pt x="5675" y="0"/>
                  </a:moveTo>
                  <a:lnTo>
                    <a:pt x="747" y="4928"/>
                  </a:lnTo>
                  <a:cubicBezTo>
                    <a:pt x="568" y="5917"/>
                    <a:pt x="319" y="6891"/>
                    <a:pt x="1" y="7844"/>
                  </a:cubicBezTo>
                  <a:lnTo>
                    <a:pt x="7376" y="470"/>
                  </a:lnTo>
                  <a:lnTo>
                    <a:pt x="56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45"/>
            <p:cNvSpPr/>
            <p:nvPr/>
          </p:nvSpPr>
          <p:spPr>
            <a:xfrm>
              <a:off x="4913337" y="2497290"/>
              <a:ext cx="884600" cy="920693"/>
            </a:xfrm>
            <a:custGeom>
              <a:rect b="b" l="l" r="r" t="t"/>
              <a:pathLst>
                <a:path extrusionOk="0" h="12193" w="11715">
                  <a:moveTo>
                    <a:pt x="10021" y="1"/>
                  </a:moveTo>
                  <a:lnTo>
                    <a:pt x="2225" y="7797"/>
                  </a:lnTo>
                  <a:cubicBezTo>
                    <a:pt x="1666" y="9344"/>
                    <a:pt x="920" y="10817"/>
                    <a:pt x="1" y="12193"/>
                  </a:cubicBezTo>
                  <a:lnTo>
                    <a:pt x="11715" y="470"/>
                  </a:lnTo>
                  <a:lnTo>
                    <a:pt x="100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45"/>
            <p:cNvSpPr/>
            <p:nvPr/>
          </p:nvSpPr>
          <p:spPr>
            <a:xfrm>
              <a:off x="1816404" y="614875"/>
              <a:ext cx="1299603" cy="1397615"/>
            </a:xfrm>
            <a:custGeom>
              <a:rect b="b" l="l" r="r" t="t"/>
              <a:pathLst>
                <a:path extrusionOk="0" h="18509" w="17211">
                  <a:moveTo>
                    <a:pt x="16340" y="0"/>
                  </a:moveTo>
                  <a:lnTo>
                    <a:pt x="1361" y="14977"/>
                  </a:lnTo>
                  <a:cubicBezTo>
                    <a:pt x="1195" y="15322"/>
                    <a:pt x="1038" y="15667"/>
                    <a:pt x="892" y="16020"/>
                  </a:cubicBezTo>
                  <a:cubicBezTo>
                    <a:pt x="878" y="16049"/>
                    <a:pt x="872" y="16075"/>
                    <a:pt x="857" y="16103"/>
                  </a:cubicBezTo>
                  <a:cubicBezTo>
                    <a:pt x="795" y="16256"/>
                    <a:pt x="732" y="16407"/>
                    <a:pt x="671" y="16559"/>
                  </a:cubicBezTo>
                  <a:cubicBezTo>
                    <a:pt x="636" y="16649"/>
                    <a:pt x="601" y="16739"/>
                    <a:pt x="567" y="16828"/>
                  </a:cubicBezTo>
                  <a:cubicBezTo>
                    <a:pt x="532" y="16919"/>
                    <a:pt x="499" y="17009"/>
                    <a:pt x="470" y="17099"/>
                  </a:cubicBezTo>
                  <a:cubicBezTo>
                    <a:pt x="407" y="17258"/>
                    <a:pt x="353" y="17409"/>
                    <a:pt x="304" y="17568"/>
                  </a:cubicBezTo>
                  <a:cubicBezTo>
                    <a:pt x="291" y="17596"/>
                    <a:pt x="283" y="17616"/>
                    <a:pt x="276" y="17644"/>
                  </a:cubicBezTo>
                  <a:cubicBezTo>
                    <a:pt x="180" y="17935"/>
                    <a:pt x="84" y="18218"/>
                    <a:pt x="1" y="18509"/>
                  </a:cubicBezTo>
                  <a:lnTo>
                    <a:pt x="17211" y="1299"/>
                  </a:lnTo>
                  <a:lnTo>
                    <a:pt x="163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45"/>
            <p:cNvSpPr/>
            <p:nvPr/>
          </p:nvSpPr>
          <p:spPr>
            <a:xfrm>
              <a:off x="5147573" y="1561028"/>
              <a:ext cx="759027" cy="851753"/>
            </a:xfrm>
            <a:custGeom>
              <a:rect b="b" l="l" r="r" t="t"/>
              <a:pathLst>
                <a:path extrusionOk="0" h="11280" w="10052">
                  <a:moveTo>
                    <a:pt x="9381" y="0"/>
                  </a:moveTo>
                  <a:lnTo>
                    <a:pt x="1" y="9386"/>
                  </a:lnTo>
                  <a:cubicBezTo>
                    <a:pt x="118" y="10014"/>
                    <a:pt x="208" y="10643"/>
                    <a:pt x="271" y="11280"/>
                  </a:cubicBezTo>
                  <a:lnTo>
                    <a:pt x="4259" y="7292"/>
                  </a:lnTo>
                  <a:cubicBezTo>
                    <a:pt x="4239" y="7194"/>
                    <a:pt x="4211" y="7098"/>
                    <a:pt x="4189" y="7002"/>
                  </a:cubicBezTo>
                  <a:cubicBezTo>
                    <a:pt x="4148" y="6856"/>
                    <a:pt x="4114" y="6712"/>
                    <a:pt x="4073" y="6566"/>
                  </a:cubicBezTo>
                  <a:lnTo>
                    <a:pt x="6858" y="4693"/>
                  </a:lnTo>
                  <a:lnTo>
                    <a:pt x="10051" y="1500"/>
                  </a:lnTo>
                  <a:lnTo>
                    <a:pt x="93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45"/>
            <p:cNvSpPr/>
            <p:nvPr/>
          </p:nvSpPr>
          <p:spPr>
            <a:xfrm>
              <a:off x="5169471" y="2130910"/>
              <a:ext cx="330507" cy="463027"/>
            </a:xfrm>
            <a:custGeom>
              <a:rect b="b" l="l" r="r" t="t"/>
              <a:pathLst>
                <a:path extrusionOk="0" h="6132" w="4377">
                  <a:moveTo>
                    <a:pt x="4032" y="1"/>
                  </a:moveTo>
                  <a:lnTo>
                    <a:pt x="1" y="4030"/>
                  </a:lnTo>
                  <a:cubicBezTo>
                    <a:pt x="57" y="4728"/>
                    <a:pt x="77" y="5427"/>
                    <a:pt x="64" y="6132"/>
                  </a:cubicBezTo>
                  <a:lnTo>
                    <a:pt x="4377" y="1819"/>
                  </a:lnTo>
                  <a:cubicBezTo>
                    <a:pt x="4370" y="1756"/>
                    <a:pt x="4363" y="1701"/>
                    <a:pt x="4349" y="1638"/>
                  </a:cubicBezTo>
                  <a:cubicBezTo>
                    <a:pt x="4335" y="1542"/>
                    <a:pt x="4322" y="1445"/>
                    <a:pt x="4300" y="1354"/>
                  </a:cubicBezTo>
                  <a:cubicBezTo>
                    <a:pt x="4272" y="1188"/>
                    <a:pt x="4246" y="1031"/>
                    <a:pt x="4211" y="865"/>
                  </a:cubicBezTo>
                  <a:cubicBezTo>
                    <a:pt x="4211" y="837"/>
                    <a:pt x="4204" y="809"/>
                    <a:pt x="4198" y="782"/>
                  </a:cubicBezTo>
                  <a:cubicBezTo>
                    <a:pt x="4189" y="741"/>
                    <a:pt x="4183" y="691"/>
                    <a:pt x="4169" y="649"/>
                  </a:cubicBezTo>
                  <a:cubicBezTo>
                    <a:pt x="4128" y="435"/>
                    <a:pt x="4080" y="215"/>
                    <a:pt x="4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45"/>
            <p:cNvSpPr/>
            <p:nvPr/>
          </p:nvSpPr>
          <p:spPr>
            <a:xfrm>
              <a:off x="1859672" y="502590"/>
              <a:ext cx="1180523" cy="1197287"/>
            </a:xfrm>
            <a:custGeom>
              <a:rect b="b" l="l" r="r" t="t"/>
              <a:pathLst>
                <a:path extrusionOk="0" h="15856" w="15634">
                  <a:moveTo>
                    <a:pt x="14763" y="1"/>
                  </a:moveTo>
                  <a:lnTo>
                    <a:pt x="9505" y="5261"/>
                  </a:lnTo>
                  <a:lnTo>
                    <a:pt x="9754" y="6206"/>
                  </a:lnTo>
                  <a:cubicBezTo>
                    <a:pt x="9629" y="6289"/>
                    <a:pt x="9505" y="6365"/>
                    <a:pt x="9380" y="6455"/>
                  </a:cubicBezTo>
                  <a:cubicBezTo>
                    <a:pt x="9040" y="6684"/>
                    <a:pt x="8702" y="6919"/>
                    <a:pt x="8377" y="7168"/>
                  </a:cubicBezTo>
                  <a:cubicBezTo>
                    <a:pt x="8344" y="7195"/>
                    <a:pt x="8309" y="7223"/>
                    <a:pt x="8267" y="7251"/>
                  </a:cubicBezTo>
                  <a:lnTo>
                    <a:pt x="8261" y="7258"/>
                  </a:lnTo>
                  <a:cubicBezTo>
                    <a:pt x="8239" y="7271"/>
                    <a:pt x="8219" y="7284"/>
                    <a:pt x="8204" y="7299"/>
                  </a:cubicBezTo>
                  <a:cubicBezTo>
                    <a:pt x="8073" y="7402"/>
                    <a:pt x="7942" y="7500"/>
                    <a:pt x="7811" y="7603"/>
                  </a:cubicBezTo>
                  <a:cubicBezTo>
                    <a:pt x="7735" y="7666"/>
                    <a:pt x="7665" y="7727"/>
                    <a:pt x="7589" y="7790"/>
                  </a:cubicBezTo>
                  <a:cubicBezTo>
                    <a:pt x="7514" y="7852"/>
                    <a:pt x="7438" y="7906"/>
                    <a:pt x="7362" y="7969"/>
                  </a:cubicBezTo>
                  <a:cubicBezTo>
                    <a:pt x="7340" y="7989"/>
                    <a:pt x="7314" y="8011"/>
                    <a:pt x="7285" y="8031"/>
                  </a:cubicBezTo>
                  <a:cubicBezTo>
                    <a:pt x="7189" y="8122"/>
                    <a:pt x="7085" y="8205"/>
                    <a:pt x="6989" y="8295"/>
                  </a:cubicBezTo>
                  <a:cubicBezTo>
                    <a:pt x="6967" y="8315"/>
                    <a:pt x="6940" y="8329"/>
                    <a:pt x="6919" y="8349"/>
                  </a:cubicBezTo>
                  <a:cubicBezTo>
                    <a:pt x="6463" y="8751"/>
                    <a:pt x="6028" y="9165"/>
                    <a:pt x="5598" y="9593"/>
                  </a:cubicBezTo>
                  <a:lnTo>
                    <a:pt x="5316" y="9449"/>
                  </a:lnTo>
                  <a:lnTo>
                    <a:pt x="0" y="14764"/>
                  </a:lnTo>
                  <a:lnTo>
                    <a:pt x="1078" y="15855"/>
                  </a:lnTo>
                  <a:lnTo>
                    <a:pt x="15634" y="1300"/>
                  </a:lnTo>
                  <a:lnTo>
                    <a:pt x="147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45"/>
            <p:cNvSpPr/>
            <p:nvPr/>
          </p:nvSpPr>
          <p:spPr>
            <a:xfrm>
              <a:off x="3177943" y="4022764"/>
              <a:ext cx="942591" cy="932246"/>
            </a:xfrm>
            <a:custGeom>
              <a:rect b="b" l="l" r="r" t="t"/>
              <a:pathLst>
                <a:path extrusionOk="0" h="12346" w="12483">
                  <a:moveTo>
                    <a:pt x="12483" y="1"/>
                  </a:moveTo>
                  <a:lnTo>
                    <a:pt x="12483" y="1"/>
                  </a:lnTo>
                  <a:cubicBezTo>
                    <a:pt x="11537" y="319"/>
                    <a:pt x="10562" y="568"/>
                    <a:pt x="9580" y="740"/>
                  </a:cubicBezTo>
                  <a:lnTo>
                    <a:pt x="1" y="10313"/>
                  </a:lnTo>
                  <a:lnTo>
                    <a:pt x="140" y="12345"/>
                  </a:lnTo>
                  <a:lnTo>
                    <a:pt x="12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45"/>
            <p:cNvSpPr/>
            <p:nvPr/>
          </p:nvSpPr>
          <p:spPr>
            <a:xfrm>
              <a:off x="3771913" y="684722"/>
              <a:ext cx="429576" cy="353915"/>
            </a:xfrm>
            <a:custGeom>
              <a:rect b="b" l="l" r="r" t="t"/>
              <a:pathLst>
                <a:path extrusionOk="0" h="4687" w="5689">
                  <a:moveTo>
                    <a:pt x="4418" y="1"/>
                  </a:moveTo>
                  <a:lnTo>
                    <a:pt x="0" y="4425"/>
                  </a:lnTo>
                  <a:cubicBezTo>
                    <a:pt x="55" y="4431"/>
                    <a:pt x="112" y="4431"/>
                    <a:pt x="173" y="4438"/>
                  </a:cubicBezTo>
                  <a:cubicBezTo>
                    <a:pt x="312" y="4451"/>
                    <a:pt x="450" y="4466"/>
                    <a:pt x="588" y="4479"/>
                  </a:cubicBezTo>
                  <a:cubicBezTo>
                    <a:pt x="622" y="4486"/>
                    <a:pt x="651" y="4493"/>
                    <a:pt x="686" y="4493"/>
                  </a:cubicBezTo>
                  <a:cubicBezTo>
                    <a:pt x="1092" y="4549"/>
                    <a:pt x="1500" y="4610"/>
                    <a:pt x="1901" y="4687"/>
                  </a:cubicBezTo>
                  <a:lnTo>
                    <a:pt x="5688" y="906"/>
                  </a:lnTo>
                  <a:cubicBezTo>
                    <a:pt x="5280" y="775"/>
                    <a:pt x="4866" y="657"/>
                    <a:pt x="4459" y="546"/>
                  </a:cubicBezTo>
                  <a:lnTo>
                    <a:pt x="4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45"/>
            <p:cNvSpPr/>
            <p:nvPr/>
          </p:nvSpPr>
          <p:spPr>
            <a:xfrm>
              <a:off x="4578295" y="711302"/>
              <a:ext cx="626809" cy="701488"/>
            </a:xfrm>
            <a:custGeom>
              <a:rect b="b" l="l" r="r" t="t"/>
              <a:pathLst>
                <a:path extrusionOk="0" h="9290" w="8301">
                  <a:moveTo>
                    <a:pt x="8301" y="0"/>
                  </a:moveTo>
                  <a:lnTo>
                    <a:pt x="1" y="8294"/>
                  </a:lnTo>
                  <a:cubicBezTo>
                    <a:pt x="407" y="8613"/>
                    <a:pt x="802" y="8944"/>
                    <a:pt x="1182" y="9289"/>
                  </a:cubicBezTo>
                  <a:lnTo>
                    <a:pt x="6213" y="4252"/>
                  </a:lnTo>
                  <a:lnTo>
                    <a:pt x="83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45"/>
            <p:cNvSpPr/>
            <p:nvPr/>
          </p:nvSpPr>
          <p:spPr>
            <a:xfrm>
              <a:off x="3590309" y="509386"/>
              <a:ext cx="513619" cy="507352"/>
            </a:xfrm>
            <a:custGeom>
              <a:rect b="b" l="l" r="r" t="t"/>
              <a:pathLst>
                <a:path extrusionOk="0" h="6719" w="6802">
                  <a:moveTo>
                    <a:pt x="6663" y="0"/>
                  </a:moveTo>
                  <a:lnTo>
                    <a:pt x="0" y="6664"/>
                  </a:lnTo>
                  <a:cubicBezTo>
                    <a:pt x="171" y="6660"/>
                    <a:pt x="341" y="6658"/>
                    <a:pt x="512" y="6658"/>
                  </a:cubicBezTo>
                  <a:cubicBezTo>
                    <a:pt x="1032" y="6658"/>
                    <a:pt x="1553" y="6675"/>
                    <a:pt x="2074" y="6712"/>
                  </a:cubicBezTo>
                  <a:cubicBezTo>
                    <a:pt x="2087" y="6718"/>
                    <a:pt x="2102" y="6718"/>
                    <a:pt x="2115" y="6718"/>
                  </a:cubicBezTo>
                  <a:lnTo>
                    <a:pt x="6801" y="2026"/>
                  </a:lnTo>
                  <a:lnTo>
                    <a:pt x="66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45"/>
            <p:cNvSpPr/>
            <p:nvPr/>
          </p:nvSpPr>
          <p:spPr>
            <a:xfrm>
              <a:off x="2160885" y="3863586"/>
              <a:ext cx="745812" cy="710851"/>
            </a:xfrm>
            <a:custGeom>
              <a:rect b="b" l="l" r="r" t="t"/>
              <a:pathLst>
                <a:path extrusionOk="0" h="9414" w="9877">
                  <a:moveTo>
                    <a:pt x="8502" y="0"/>
                  </a:moveTo>
                  <a:lnTo>
                    <a:pt x="0" y="8508"/>
                  </a:lnTo>
                  <a:lnTo>
                    <a:pt x="1258" y="9414"/>
                  </a:lnTo>
                  <a:lnTo>
                    <a:pt x="9877" y="795"/>
                  </a:lnTo>
                  <a:cubicBezTo>
                    <a:pt x="9406" y="546"/>
                    <a:pt x="8949" y="284"/>
                    <a:pt x="8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45"/>
            <p:cNvSpPr/>
            <p:nvPr/>
          </p:nvSpPr>
          <p:spPr>
            <a:xfrm>
              <a:off x="2760971" y="133643"/>
              <a:ext cx="1293788" cy="1145638"/>
            </a:xfrm>
            <a:custGeom>
              <a:rect b="b" l="l" r="r" t="t"/>
              <a:pathLst>
                <a:path extrusionOk="0" h="15172" w="17134">
                  <a:moveTo>
                    <a:pt x="15165" y="0"/>
                  </a:moveTo>
                  <a:lnTo>
                    <a:pt x="10935" y="4230"/>
                  </a:lnTo>
                  <a:lnTo>
                    <a:pt x="10154" y="7063"/>
                  </a:lnTo>
                  <a:cubicBezTo>
                    <a:pt x="9553" y="7098"/>
                    <a:pt x="8951" y="7153"/>
                    <a:pt x="8351" y="7229"/>
                  </a:cubicBezTo>
                  <a:cubicBezTo>
                    <a:pt x="8323" y="7229"/>
                    <a:pt x="8294" y="7236"/>
                    <a:pt x="8268" y="7236"/>
                  </a:cubicBezTo>
                  <a:cubicBezTo>
                    <a:pt x="8135" y="7257"/>
                    <a:pt x="8011" y="7270"/>
                    <a:pt x="7880" y="7292"/>
                  </a:cubicBezTo>
                  <a:lnTo>
                    <a:pt x="1" y="15171"/>
                  </a:lnTo>
                  <a:cubicBezTo>
                    <a:pt x="837" y="14597"/>
                    <a:pt x="1722" y="14086"/>
                    <a:pt x="2641" y="13643"/>
                  </a:cubicBezTo>
                  <a:cubicBezTo>
                    <a:pt x="2676" y="13630"/>
                    <a:pt x="2703" y="13615"/>
                    <a:pt x="2731" y="13602"/>
                  </a:cubicBezTo>
                  <a:cubicBezTo>
                    <a:pt x="2855" y="13547"/>
                    <a:pt x="2973" y="13491"/>
                    <a:pt x="3098" y="13436"/>
                  </a:cubicBezTo>
                  <a:cubicBezTo>
                    <a:pt x="3229" y="13381"/>
                    <a:pt x="3353" y="13318"/>
                    <a:pt x="3484" y="13264"/>
                  </a:cubicBezTo>
                  <a:cubicBezTo>
                    <a:pt x="3512" y="13249"/>
                    <a:pt x="3547" y="13242"/>
                    <a:pt x="3574" y="13229"/>
                  </a:cubicBezTo>
                  <a:cubicBezTo>
                    <a:pt x="3864" y="13104"/>
                    <a:pt x="4162" y="12993"/>
                    <a:pt x="4453" y="12884"/>
                  </a:cubicBezTo>
                  <a:lnTo>
                    <a:pt x="17134" y="201"/>
                  </a:lnTo>
                  <a:lnTo>
                    <a:pt x="151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45"/>
            <p:cNvSpPr/>
            <p:nvPr/>
          </p:nvSpPr>
          <p:spPr>
            <a:xfrm>
              <a:off x="3596048" y="116351"/>
              <a:ext cx="288675" cy="303777"/>
            </a:xfrm>
            <a:custGeom>
              <a:rect b="b" l="l" r="r" t="t"/>
              <a:pathLst>
                <a:path extrusionOk="0" h="4023" w="3823">
                  <a:moveTo>
                    <a:pt x="1853" y="0"/>
                  </a:moveTo>
                  <a:lnTo>
                    <a:pt x="830" y="1024"/>
                  </a:lnTo>
                  <a:lnTo>
                    <a:pt x="1" y="4023"/>
                  </a:lnTo>
                  <a:lnTo>
                    <a:pt x="3822" y="201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45"/>
            <p:cNvSpPr/>
            <p:nvPr/>
          </p:nvSpPr>
          <p:spPr>
            <a:xfrm>
              <a:off x="3134147" y="158184"/>
              <a:ext cx="946291" cy="935191"/>
            </a:xfrm>
            <a:custGeom>
              <a:rect b="b" l="l" r="r" t="t"/>
              <a:pathLst>
                <a:path extrusionOk="0" h="12385" w="12532">
                  <a:moveTo>
                    <a:pt x="12393" y="0"/>
                  </a:moveTo>
                  <a:lnTo>
                    <a:pt x="0" y="12385"/>
                  </a:lnTo>
                  <a:cubicBezTo>
                    <a:pt x="954" y="12068"/>
                    <a:pt x="1929" y="11812"/>
                    <a:pt x="2918" y="11638"/>
                  </a:cubicBezTo>
                  <a:lnTo>
                    <a:pt x="12532" y="2026"/>
                  </a:lnTo>
                  <a:lnTo>
                    <a:pt x="12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45"/>
            <p:cNvSpPr/>
            <p:nvPr/>
          </p:nvSpPr>
          <p:spPr>
            <a:xfrm>
              <a:off x="4468729" y="618499"/>
              <a:ext cx="736902" cy="708737"/>
            </a:xfrm>
            <a:custGeom>
              <a:rect b="b" l="l" r="r" t="t"/>
              <a:pathLst>
                <a:path extrusionOk="0" h="9386" w="9759">
                  <a:moveTo>
                    <a:pt x="8501" y="0"/>
                  </a:moveTo>
                  <a:lnTo>
                    <a:pt x="0" y="8495"/>
                  </a:lnTo>
                  <a:cubicBezTo>
                    <a:pt x="144" y="8591"/>
                    <a:pt x="290" y="8680"/>
                    <a:pt x="435" y="8785"/>
                  </a:cubicBezTo>
                  <a:cubicBezTo>
                    <a:pt x="463" y="8798"/>
                    <a:pt x="489" y="8818"/>
                    <a:pt x="518" y="8840"/>
                  </a:cubicBezTo>
                  <a:cubicBezTo>
                    <a:pt x="629" y="8916"/>
                    <a:pt x="738" y="8992"/>
                    <a:pt x="843" y="9075"/>
                  </a:cubicBezTo>
                  <a:cubicBezTo>
                    <a:pt x="961" y="9158"/>
                    <a:pt x="1078" y="9233"/>
                    <a:pt x="1188" y="9316"/>
                  </a:cubicBezTo>
                  <a:cubicBezTo>
                    <a:pt x="1216" y="9337"/>
                    <a:pt x="1236" y="9357"/>
                    <a:pt x="1264" y="9379"/>
                  </a:cubicBezTo>
                  <a:cubicBezTo>
                    <a:pt x="1271" y="9379"/>
                    <a:pt x="1271" y="9385"/>
                    <a:pt x="1277" y="9385"/>
                  </a:cubicBezTo>
                  <a:lnTo>
                    <a:pt x="9759" y="906"/>
                  </a:lnTo>
                  <a:lnTo>
                    <a:pt x="85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45"/>
            <p:cNvSpPr/>
            <p:nvPr/>
          </p:nvSpPr>
          <p:spPr>
            <a:xfrm>
              <a:off x="4350176" y="539666"/>
              <a:ext cx="746341" cy="710927"/>
            </a:xfrm>
            <a:custGeom>
              <a:rect b="b" l="l" r="r" t="t"/>
              <a:pathLst>
                <a:path extrusionOk="0" h="9415" w="9884">
                  <a:moveTo>
                    <a:pt x="8627" y="1"/>
                  </a:moveTo>
                  <a:lnTo>
                    <a:pt x="1" y="8618"/>
                  </a:lnTo>
                  <a:cubicBezTo>
                    <a:pt x="470" y="8867"/>
                    <a:pt x="927" y="9131"/>
                    <a:pt x="1376" y="9414"/>
                  </a:cubicBezTo>
                  <a:lnTo>
                    <a:pt x="9884" y="905"/>
                  </a:lnTo>
                  <a:lnTo>
                    <a:pt x="8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45"/>
            <p:cNvSpPr/>
            <p:nvPr/>
          </p:nvSpPr>
          <p:spPr>
            <a:xfrm>
              <a:off x="2055925" y="3701238"/>
              <a:ext cx="622731" cy="697863"/>
            </a:xfrm>
            <a:custGeom>
              <a:rect b="b" l="l" r="r" t="t"/>
              <a:pathLst>
                <a:path extrusionOk="0" h="9242" w="8247">
                  <a:moveTo>
                    <a:pt x="7072" y="1"/>
                  </a:moveTo>
                  <a:lnTo>
                    <a:pt x="2081" y="4992"/>
                  </a:lnTo>
                  <a:lnTo>
                    <a:pt x="0" y="9242"/>
                  </a:lnTo>
                  <a:lnTo>
                    <a:pt x="8246" y="996"/>
                  </a:lnTo>
                  <a:cubicBezTo>
                    <a:pt x="7845" y="679"/>
                    <a:pt x="7452" y="347"/>
                    <a:pt x="7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45"/>
            <p:cNvSpPr/>
            <p:nvPr/>
          </p:nvSpPr>
          <p:spPr>
            <a:xfrm>
              <a:off x="4222789" y="465061"/>
              <a:ext cx="764690" cy="717647"/>
            </a:xfrm>
            <a:custGeom>
              <a:rect b="b" l="l" r="r" t="t"/>
              <a:pathLst>
                <a:path extrusionOk="0" h="9504" w="10127">
                  <a:moveTo>
                    <a:pt x="8938" y="0"/>
                  </a:moveTo>
                  <a:lnTo>
                    <a:pt x="3491" y="5356"/>
                  </a:lnTo>
                  <a:cubicBezTo>
                    <a:pt x="3484" y="5356"/>
                    <a:pt x="3478" y="5350"/>
                    <a:pt x="3471" y="5343"/>
                  </a:cubicBezTo>
                  <a:lnTo>
                    <a:pt x="1" y="8812"/>
                  </a:lnTo>
                  <a:cubicBezTo>
                    <a:pt x="499" y="9025"/>
                    <a:pt x="996" y="9254"/>
                    <a:pt x="1481" y="9503"/>
                  </a:cubicBezTo>
                  <a:lnTo>
                    <a:pt x="10126" y="856"/>
                  </a:lnTo>
                  <a:lnTo>
                    <a:pt x="89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45"/>
            <p:cNvSpPr/>
            <p:nvPr/>
          </p:nvSpPr>
          <p:spPr>
            <a:xfrm>
              <a:off x="3935243" y="758874"/>
              <a:ext cx="403979" cy="316311"/>
            </a:xfrm>
            <a:custGeom>
              <a:rect b="b" l="l" r="r" t="t"/>
              <a:pathLst>
                <a:path extrusionOk="0" h="4189" w="5350">
                  <a:moveTo>
                    <a:pt x="3761" y="1"/>
                  </a:moveTo>
                  <a:lnTo>
                    <a:pt x="0" y="3759"/>
                  </a:lnTo>
                  <a:cubicBezTo>
                    <a:pt x="588" y="3877"/>
                    <a:pt x="1168" y="4023"/>
                    <a:pt x="1736" y="4189"/>
                  </a:cubicBezTo>
                  <a:lnTo>
                    <a:pt x="5350" y="581"/>
                  </a:lnTo>
                  <a:cubicBezTo>
                    <a:pt x="5274" y="546"/>
                    <a:pt x="5199" y="518"/>
                    <a:pt x="5116" y="483"/>
                  </a:cubicBezTo>
                  <a:cubicBezTo>
                    <a:pt x="5025" y="448"/>
                    <a:pt x="4935" y="415"/>
                    <a:pt x="4846" y="380"/>
                  </a:cubicBezTo>
                  <a:cubicBezTo>
                    <a:pt x="4756" y="346"/>
                    <a:pt x="4667" y="311"/>
                    <a:pt x="4577" y="283"/>
                  </a:cubicBezTo>
                  <a:cubicBezTo>
                    <a:pt x="4424" y="221"/>
                    <a:pt x="4265" y="166"/>
                    <a:pt x="4113" y="117"/>
                  </a:cubicBezTo>
                  <a:cubicBezTo>
                    <a:pt x="4086" y="103"/>
                    <a:pt x="4058" y="97"/>
                    <a:pt x="4030" y="90"/>
                  </a:cubicBezTo>
                  <a:cubicBezTo>
                    <a:pt x="3940" y="55"/>
                    <a:pt x="3850" y="27"/>
                    <a:pt x="3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45"/>
            <p:cNvSpPr/>
            <p:nvPr/>
          </p:nvSpPr>
          <p:spPr>
            <a:xfrm>
              <a:off x="4085057" y="809467"/>
              <a:ext cx="383742" cy="314197"/>
            </a:xfrm>
            <a:custGeom>
              <a:rect b="b" l="l" r="r" t="t"/>
              <a:pathLst>
                <a:path extrusionOk="0" h="4161" w="5082">
                  <a:moveTo>
                    <a:pt x="3595" y="1"/>
                  </a:moveTo>
                  <a:lnTo>
                    <a:pt x="0" y="3594"/>
                  </a:lnTo>
                  <a:cubicBezTo>
                    <a:pt x="539" y="3760"/>
                    <a:pt x="1072" y="3954"/>
                    <a:pt x="1598" y="4161"/>
                  </a:cubicBezTo>
                  <a:lnTo>
                    <a:pt x="5081" y="678"/>
                  </a:lnTo>
                  <a:cubicBezTo>
                    <a:pt x="4617" y="450"/>
                    <a:pt x="4147" y="235"/>
                    <a:pt x="3671" y="36"/>
                  </a:cubicBezTo>
                  <a:cubicBezTo>
                    <a:pt x="3643" y="21"/>
                    <a:pt x="3615" y="14"/>
                    <a:pt x="3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45"/>
            <p:cNvSpPr/>
            <p:nvPr/>
          </p:nvSpPr>
          <p:spPr>
            <a:xfrm>
              <a:off x="3383635" y="333521"/>
              <a:ext cx="708737" cy="698392"/>
            </a:xfrm>
            <a:custGeom>
              <a:rect b="b" l="l" r="r" t="t"/>
              <a:pathLst>
                <a:path extrusionOk="0" h="9249" w="9386">
                  <a:moveTo>
                    <a:pt x="9248" y="0"/>
                  </a:moveTo>
                  <a:lnTo>
                    <a:pt x="0" y="9248"/>
                  </a:lnTo>
                  <a:cubicBezTo>
                    <a:pt x="795" y="9124"/>
                    <a:pt x="1604" y="9041"/>
                    <a:pt x="2412" y="9006"/>
                  </a:cubicBezTo>
                  <a:lnTo>
                    <a:pt x="9386" y="2032"/>
                  </a:lnTo>
                  <a:lnTo>
                    <a:pt x="92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45"/>
            <p:cNvSpPr/>
            <p:nvPr/>
          </p:nvSpPr>
          <p:spPr>
            <a:xfrm>
              <a:off x="3166088" y="4083777"/>
              <a:ext cx="706094" cy="695825"/>
            </a:xfrm>
            <a:custGeom>
              <a:rect b="b" l="l" r="r" t="t"/>
              <a:pathLst>
                <a:path extrusionOk="0" h="9215" w="9351">
                  <a:moveTo>
                    <a:pt x="9350" y="1"/>
                  </a:moveTo>
                  <a:lnTo>
                    <a:pt x="9350" y="1"/>
                  </a:lnTo>
                  <a:cubicBezTo>
                    <a:pt x="8556" y="125"/>
                    <a:pt x="7755" y="208"/>
                    <a:pt x="6945" y="236"/>
                  </a:cubicBezTo>
                  <a:lnTo>
                    <a:pt x="0" y="7183"/>
                  </a:lnTo>
                  <a:lnTo>
                    <a:pt x="138" y="9215"/>
                  </a:lnTo>
                  <a:lnTo>
                    <a:pt x="93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45"/>
            <p:cNvSpPr/>
            <p:nvPr/>
          </p:nvSpPr>
          <p:spPr>
            <a:xfrm>
              <a:off x="2269848" y="3931999"/>
              <a:ext cx="764161" cy="718100"/>
            </a:xfrm>
            <a:custGeom>
              <a:rect b="b" l="l" r="r" t="t"/>
              <a:pathLst>
                <a:path extrusionOk="0" h="9510" w="10120">
                  <a:moveTo>
                    <a:pt x="8641" y="0"/>
                  </a:moveTo>
                  <a:lnTo>
                    <a:pt x="1" y="8639"/>
                  </a:lnTo>
                  <a:lnTo>
                    <a:pt x="1203" y="9510"/>
                  </a:lnTo>
                  <a:lnTo>
                    <a:pt x="6651" y="4154"/>
                  </a:lnTo>
                  <a:lnTo>
                    <a:pt x="6657" y="4154"/>
                  </a:lnTo>
                  <a:lnTo>
                    <a:pt x="10119" y="683"/>
                  </a:lnTo>
                  <a:cubicBezTo>
                    <a:pt x="9621" y="476"/>
                    <a:pt x="9124" y="249"/>
                    <a:pt x="8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45"/>
            <p:cNvSpPr/>
            <p:nvPr/>
          </p:nvSpPr>
          <p:spPr>
            <a:xfrm>
              <a:off x="1580432" y="1031318"/>
              <a:ext cx="412964" cy="385252"/>
            </a:xfrm>
            <a:custGeom>
              <a:rect b="b" l="l" r="r" t="t"/>
              <a:pathLst>
                <a:path extrusionOk="0" h="5102" w="5469">
                  <a:moveTo>
                    <a:pt x="4010" y="0"/>
                  </a:moveTo>
                  <a:lnTo>
                    <a:pt x="1" y="4008"/>
                  </a:lnTo>
                  <a:lnTo>
                    <a:pt x="1079" y="5101"/>
                  </a:lnTo>
                  <a:lnTo>
                    <a:pt x="5468" y="712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45"/>
            <p:cNvSpPr/>
            <p:nvPr/>
          </p:nvSpPr>
          <p:spPr>
            <a:xfrm>
              <a:off x="5710734" y="2659638"/>
              <a:ext cx="360183" cy="360183"/>
            </a:xfrm>
            <a:custGeom>
              <a:rect b="b" l="l" r="r" t="t"/>
              <a:pathLst>
                <a:path extrusionOk="0" h="4770" w="4770">
                  <a:moveTo>
                    <a:pt x="4769" y="0"/>
                  </a:moveTo>
                  <a:lnTo>
                    <a:pt x="0" y="4769"/>
                  </a:lnTo>
                  <a:lnTo>
                    <a:pt x="2323" y="4610"/>
                  </a:lnTo>
                  <a:lnTo>
                    <a:pt x="4521" y="2412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45"/>
            <p:cNvSpPr/>
            <p:nvPr/>
          </p:nvSpPr>
          <p:spPr>
            <a:xfrm>
              <a:off x="5509346" y="2578690"/>
              <a:ext cx="566325" cy="454646"/>
            </a:xfrm>
            <a:custGeom>
              <a:rect b="b" l="l" r="r" t="t"/>
              <a:pathLst>
                <a:path extrusionOk="0" h="6021" w="7500">
                  <a:moveTo>
                    <a:pt x="6020" y="1"/>
                  </a:moveTo>
                  <a:lnTo>
                    <a:pt x="0" y="6020"/>
                  </a:lnTo>
                  <a:lnTo>
                    <a:pt x="2322" y="5861"/>
                  </a:lnTo>
                  <a:lnTo>
                    <a:pt x="7471" y="719"/>
                  </a:lnTo>
                  <a:lnTo>
                    <a:pt x="7499" y="415"/>
                  </a:lnTo>
                  <a:lnTo>
                    <a:pt x="60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45"/>
            <p:cNvSpPr/>
            <p:nvPr/>
          </p:nvSpPr>
          <p:spPr>
            <a:xfrm>
              <a:off x="3055313" y="4075999"/>
              <a:ext cx="429048" cy="351801"/>
            </a:xfrm>
            <a:custGeom>
              <a:rect b="b" l="l" r="r" t="t"/>
              <a:pathLst>
                <a:path extrusionOk="0" h="4659" w="5682">
                  <a:moveTo>
                    <a:pt x="3781" y="1"/>
                  </a:moveTo>
                  <a:lnTo>
                    <a:pt x="1" y="3781"/>
                  </a:lnTo>
                  <a:cubicBezTo>
                    <a:pt x="415" y="3912"/>
                    <a:pt x="837" y="4036"/>
                    <a:pt x="1260" y="4148"/>
                  </a:cubicBezTo>
                  <a:lnTo>
                    <a:pt x="1293" y="4658"/>
                  </a:lnTo>
                  <a:lnTo>
                    <a:pt x="5682" y="269"/>
                  </a:lnTo>
                  <a:cubicBezTo>
                    <a:pt x="5627" y="263"/>
                    <a:pt x="5572" y="256"/>
                    <a:pt x="5516" y="249"/>
                  </a:cubicBezTo>
                  <a:cubicBezTo>
                    <a:pt x="5385" y="236"/>
                    <a:pt x="5254" y="228"/>
                    <a:pt x="5130" y="208"/>
                  </a:cubicBezTo>
                  <a:cubicBezTo>
                    <a:pt x="5095" y="208"/>
                    <a:pt x="5060" y="201"/>
                    <a:pt x="5025" y="201"/>
                  </a:cubicBezTo>
                  <a:cubicBezTo>
                    <a:pt x="4610" y="145"/>
                    <a:pt x="4196" y="77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45"/>
            <p:cNvSpPr/>
            <p:nvPr/>
          </p:nvSpPr>
          <p:spPr>
            <a:xfrm>
              <a:off x="2538667" y="390380"/>
              <a:ext cx="426405" cy="490664"/>
            </a:xfrm>
            <a:custGeom>
              <a:rect b="b" l="l" r="r" t="t"/>
              <a:pathLst>
                <a:path extrusionOk="0" h="6498" w="5647">
                  <a:moveTo>
                    <a:pt x="4776" y="1"/>
                  </a:moveTo>
                  <a:lnTo>
                    <a:pt x="0" y="4769"/>
                  </a:lnTo>
                  <a:lnTo>
                    <a:pt x="450" y="6498"/>
                  </a:lnTo>
                  <a:lnTo>
                    <a:pt x="5647" y="1299"/>
                  </a:lnTo>
                  <a:lnTo>
                    <a:pt x="47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45"/>
            <p:cNvSpPr/>
            <p:nvPr/>
          </p:nvSpPr>
          <p:spPr>
            <a:xfrm>
              <a:off x="2917581" y="4039452"/>
              <a:ext cx="403450" cy="316311"/>
            </a:xfrm>
            <a:custGeom>
              <a:rect b="b" l="l" r="r" t="t"/>
              <a:pathLst>
                <a:path extrusionOk="0" h="4189" w="5343">
                  <a:moveTo>
                    <a:pt x="3608" y="0"/>
                  </a:moveTo>
                  <a:lnTo>
                    <a:pt x="0" y="3608"/>
                  </a:lnTo>
                  <a:cubicBezTo>
                    <a:pt x="83" y="3643"/>
                    <a:pt x="173" y="3678"/>
                    <a:pt x="256" y="3713"/>
                  </a:cubicBezTo>
                  <a:cubicBezTo>
                    <a:pt x="347" y="3747"/>
                    <a:pt x="436" y="3781"/>
                    <a:pt x="526" y="3815"/>
                  </a:cubicBezTo>
                  <a:cubicBezTo>
                    <a:pt x="615" y="3850"/>
                    <a:pt x="705" y="3885"/>
                    <a:pt x="795" y="3913"/>
                  </a:cubicBezTo>
                  <a:cubicBezTo>
                    <a:pt x="954" y="3975"/>
                    <a:pt x="1106" y="4023"/>
                    <a:pt x="1259" y="4079"/>
                  </a:cubicBezTo>
                  <a:cubicBezTo>
                    <a:pt x="1286" y="4092"/>
                    <a:pt x="1314" y="4099"/>
                    <a:pt x="1349" y="4106"/>
                  </a:cubicBezTo>
                  <a:cubicBezTo>
                    <a:pt x="1425" y="4134"/>
                    <a:pt x="1508" y="4162"/>
                    <a:pt x="1583" y="4189"/>
                  </a:cubicBezTo>
                  <a:lnTo>
                    <a:pt x="5343" y="430"/>
                  </a:lnTo>
                  <a:cubicBezTo>
                    <a:pt x="4762" y="312"/>
                    <a:pt x="4182" y="166"/>
                    <a:pt x="3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45"/>
            <p:cNvSpPr/>
            <p:nvPr/>
          </p:nvSpPr>
          <p:spPr>
            <a:xfrm>
              <a:off x="2788155" y="3990445"/>
              <a:ext cx="383591" cy="314197"/>
            </a:xfrm>
            <a:custGeom>
              <a:rect b="b" l="l" r="r" t="t"/>
              <a:pathLst>
                <a:path extrusionOk="0" h="4161" w="5080">
                  <a:moveTo>
                    <a:pt x="3484" y="1"/>
                  </a:moveTo>
                  <a:lnTo>
                    <a:pt x="1" y="3484"/>
                  </a:lnTo>
                  <a:cubicBezTo>
                    <a:pt x="470" y="3718"/>
                    <a:pt x="948" y="3940"/>
                    <a:pt x="1430" y="4139"/>
                  </a:cubicBezTo>
                  <a:cubicBezTo>
                    <a:pt x="1452" y="4148"/>
                    <a:pt x="1472" y="4154"/>
                    <a:pt x="1487" y="4161"/>
                  </a:cubicBezTo>
                  <a:lnTo>
                    <a:pt x="5080" y="573"/>
                  </a:lnTo>
                  <a:cubicBezTo>
                    <a:pt x="4541" y="407"/>
                    <a:pt x="4010" y="215"/>
                    <a:pt x="3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45"/>
            <p:cNvSpPr/>
            <p:nvPr/>
          </p:nvSpPr>
          <p:spPr>
            <a:xfrm>
              <a:off x="3542284" y="4951172"/>
              <a:ext cx="49082" cy="52781"/>
            </a:xfrm>
            <a:custGeom>
              <a:rect b="b" l="l" r="r" t="t"/>
              <a:pathLst>
                <a:path extrusionOk="0" h="699" w="650">
                  <a:moveTo>
                    <a:pt x="650" y="0"/>
                  </a:moveTo>
                  <a:lnTo>
                    <a:pt x="1" y="651"/>
                  </a:lnTo>
                  <a:lnTo>
                    <a:pt x="457" y="699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45"/>
            <p:cNvSpPr/>
            <p:nvPr/>
          </p:nvSpPr>
          <p:spPr>
            <a:xfrm>
              <a:off x="2500081" y="278171"/>
              <a:ext cx="389330" cy="453589"/>
            </a:xfrm>
            <a:custGeom>
              <a:rect b="b" l="l" r="r" t="t"/>
              <a:pathLst>
                <a:path extrusionOk="0" h="6007" w="5156">
                  <a:moveTo>
                    <a:pt x="4285" y="0"/>
                  </a:moveTo>
                  <a:lnTo>
                    <a:pt x="0" y="4285"/>
                  </a:lnTo>
                  <a:lnTo>
                    <a:pt x="450" y="6007"/>
                  </a:lnTo>
                  <a:lnTo>
                    <a:pt x="5156" y="1299"/>
                  </a:lnTo>
                  <a:lnTo>
                    <a:pt x="4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45"/>
            <p:cNvSpPr/>
            <p:nvPr/>
          </p:nvSpPr>
          <p:spPr>
            <a:xfrm>
              <a:off x="2461495" y="252573"/>
              <a:ext cx="352783" cy="330432"/>
            </a:xfrm>
            <a:custGeom>
              <a:rect b="b" l="l" r="r" t="t"/>
              <a:pathLst>
                <a:path extrusionOk="0" h="4376" w="4672">
                  <a:moveTo>
                    <a:pt x="4575" y="1"/>
                  </a:moveTo>
                  <a:lnTo>
                    <a:pt x="1079" y="1577"/>
                  </a:lnTo>
                  <a:lnTo>
                    <a:pt x="1" y="2648"/>
                  </a:lnTo>
                  <a:lnTo>
                    <a:pt x="448" y="4375"/>
                  </a:lnTo>
                  <a:lnTo>
                    <a:pt x="4672" y="153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45"/>
            <p:cNvSpPr/>
            <p:nvPr/>
          </p:nvSpPr>
          <p:spPr>
            <a:xfrm>
              <a:off x="3927994" y="2537990"/>
              <a:ext cx="2017099" cy="1888807"/>
            </a:xfrm>
            <a:custGeom>
              <a:rect b="b" l="l" r="r" t="t"/>
              <a:pathLst>
                <a:path extrusionOk="0" h="25014" w="26713">
                  <a:moveTo>
                    <a:pt x="25013" y="1"/>
                  </a:moveTo>
                  <a:lnTo>
                    <a:pt x="12234" y="12786"/>
                  </a:lnTo>
                  <a:cubicBezTo>
                    <a:pt x="11175" y="14148"/>
                    <a:pt x="9953" y="15371"/>
                    <a:pt x="8598" y="16422"/>
                  </a:cubicBezTo>
                  <a:lnTo>
                    <a:pt x="0" y="25013"/>
                  </a:lnTo>
                  <a:cubicBezTo>
                    <a:pt x="20" y="25013"/>
                    <a:pt x="42" y="25007"/>
                    <a:pt x="55" y="25007"/>
                  </a:cubicBezTo>
                  <a:cubicBezTo>
                    <a:pt x="153" y="24992"/>
                    <a:pt x="249" y="24978"/>
                    <a:pt x="339" y="24958"/>
                  </a:cubicBezTo>
                  <a:cubicBezTo>
                    <a:pt x="505" y="24930"/>
                    <a:pt x="664" y="24902"/>
                    <a:pt x="830" y="24867"/>
                  </a:cubicBezTo>
                  <a:cubicBezTo>
                    <a:pt x="850" y="24867"/>
                    <a:pt x="871" y="24861"/>
                    <a:pt x="899" y="24854"/>
                  </a:cubicBezTo>
                  <a:lnTo>
                    <a:pt x="913" y="24854"/>
                  </a:lnTo>
                  <a:cubicBezTo>
                    <a:pt x="1506" y="24736"/>
                    <a:pt x="2094" y="24599"/>
                    <a:pt x="2674" y="24439"/>
                  </a:cubicBezTo>
                  <a:lnTo>
                    <a:pt x="2702" y="24481"/>
                  </a:lnTo>
                  <a:lnTo>
                    <a:pt x="20196" y="6987"/>
                  </a:lnTo>
                  <a:cubicBezTo>
                    <a:pt x="20231" y="6863"/>
                    <a:pt x="20265" y="6732"/>
                    <a:pt x="20299" y="6608"/>
                  </a:cubicBezTo>
                  <a:lnTo>
                    <a:pt x="20604" y="6588"/>
                  </a:lnTo>
                  <a:lnTo>
                    <a:pt x="26713" y="470"/>
                  </a:lnTo>
                  <a:lnTo>
                    <a:pt x="250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45"/>
            <p:cNvSpPr/>
            <p:nvPr/>
          </p:nvSpPr>
          <p:spPr>
            <a:xfrm>
              <a:off x="3154535" y="4098426"/>
              <a:ext cx="511505" cy="505237"/>
            </a:xfrm>
            <a:custGeom>
              <a:rect b="b" l="l" r="r" t="t"/>
              <a:pathLst>
                <a:path extrusionOk="0" h="6691" w="6774">
                  <a:moveTo>
                    <a:pt x="4658" y="1"/>
                  </a:moveTo>
                  <a:lnTo>
                    <a:pt x="0" y="4658"/>
                  </a:lnTo>
                  <a:lnTo>
                    <a:pt x="131" y="6690"/>
                  </a:lnTo>
                  <a:lnTo>
                    <a:pt x="6773" y="55"/>
                  </a:lnTo>
                  <a:lnTo>
                    <a:pt x="6773" y="55"/>
                  </a:lnTo>
                  <a:cubicBezTo>
                    <a:pt x="6605" y="59"/>
                    <a:pt x="6436" y="61"/>
                    <a:pt x="6268" y="61"/>
                  </a:cubicBezTo>
                  <a:cubicBezTo>
                    <a:pt x="5755" y="61"/>
                    <a:pt x="5244" y="43"/>
                    <a:pt x="4735" y="7"/>
                  </a:cubicBezTo>
                  <a:cubicBezTo>
                    <a:pt x="4706" y="1"/>
                    <a:pt x="4686" y="1"/>
                    <a:pt x="4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45"/>
            <p:cNvSpPr/>
            <p:nvPr/>
          </p:nvSpPr>
          <p:spPr>
            <a:xfrm>
              <a:off x="1136350" y="86675"/>
              <a:ext cx="4941903" cy="4941752"/>
            </a:xfrm>
            <a:custGeom>
              <a:rect b="b" l="l" r="r" t="t"/>
              <a:pathLst>
                <a:path extrusionOk="0" h="65445" w="65447">
                  <a:moveTo>
                    <a:pt x="32761" y="12552"/>
                  </a:moveTo>
                  <a:cubicBezTo>
                    <a:pt x="33258" y="12552"/>
                    <a:pt x="33764" y="12572"/>
                    <a:pt x="34262" y="12607"/>
                  </a:cubicBezTo>
                  <a:lnTo>
                    <a:pt x="34358" y="12620"/>
                  </a:lnTo>
                  <a:cubicBezTo>
                    <a:pt x="34448" y="12627"/>
                    <a:pt x="34544" y="12635"/>
                    <a:pt x="34642" y="12648"/>
                  </a:cubicBezTo>
                  <a:lnTo>
                    <a:pt x="34862" y="12668"/>
                  </a:lnTo>
                  <a:cubicBezTo>
                    <a:pt x="34967" y="12676"/>
                    <a:pt x="35063" y="12690"/>
                    <a:pt x="35166" y="12696"/>
                  </a:cubicBezTo>
                  <a:lnTo>
                    <a:pt x="35257" y="12709"/>
                  </a:lnTo>
                  <a:cubicBezTo>
                    <a:pt x="38415" y="13118"/>
                    <a:pt x="41477" y="14279"/>
                    <a:pt x="44110" y="16068"/>
                  </a:cubicBezTo>
                  <a:lnTo>
                    <a:pt x="44186" y="16125"/>
                  </a:lnTo>
                  <a:cubicBezTo>
                    <a:pt x="44269" y="16180"/>
                    <a:pt x="44345" y="16234"/>
                    <a:pt x="44422" y="16291"/>
                  </a:cubicBezTo>
                  <a:lnTo>
                    <a:pt x="44601" y="16422"/>
                  </a:lnTo>
                  <a:cubicBezTo>
                    <a:pt x="44684" y="16483"/>
                    <a:pt x="44767" y="16540"/>
                    <a:pt x="44850" y="16601"/>
                  </a:cubicBezTo>
                  <a:lnTo>
                    <a:pt x="44926" y="16664"/>
                  </a:lnTo>
                  <a:cubicBezTo>
                    <a:pt x="47456" y="18591"/>
                    <a:pt x="49529" y="21128"/>
                    <a:pt x="50911" y="23997"/>
                  </a:cubicBezTo>
                  <a:lnTo>
                    <a:pt x="50952" y="24080"/>
                  </a:lnTo>
                  <a:cubicBezTo>
                    <a:pt x="50987" y="24163"/>
                    <a:pt x="51029" y="24246"/>
                    <a:pt x="51063" y="24329"/>
                  </a:cubicBezTo>
                  <a:lnTo>
                    <a:pt x="51153" y="24528"/>
                  </a:lnTo>
                  <a:cubicBezTo>
                    <a:pt x="51194" y="24626"/>
                    <a:pt x="51243" y="24729"/>
                    <a:pt x="51284" y="24827"/>
                  </a:cubicBezTo>
                  <a:lnTo>
                    <a:pt x="51319" y="24916"/>
                  </a:lnTo>
                  <a:cubicBezTo>
                    <a:pt x="52550" y="27846"/>
                    <a:pt x="53074" y="31080"/>
                    <a:pt x="52840" y="34254"/>
                  </a:cubicBezTo>
                  <a:lnTo>
                    <a:pt x="52825" y="34356"/>
                  </a:lnTo>
                  <a:cubicBezTo>
                    <a:pt x="52818" y="34448"/>
                    <a:pt x="52812" y="34537"/>
                    <a:pt x="52805" y="34633"/>
                  </a:cubicBezTo>
                  <a:lnTo>
                    <a:pt x="52777" y="34847"/>
                  </a:lnTo>
                  <a:cubicBezTo>
                    <a:pt x="52770" y="34952"/>
                    <a:pt x="52757" y="35055"/>
                    <a:pt x="52749" y="35159"/>
                  </a:cubicBezTo>
                  <a:lnTo>
                    <a:pt x="52735" y="35262"/>
                  </a:lnTo>
                  <a:cubicBezTo>
                    <a:pt x="52327" y="38414"/>
                    <a:pt x="51166" y="41476"/>
                    <a:pt x="49376" y="44102"/>
                  </a:cubicBezTo>
                  <a:lnTo>
                    <a:pt x="49322" y="44185"/>
                  </a:lnTo>
                  <a:cubicBezTo>
                    <a:pt x="49259" y="44276"/>
                    <a:pt x="49197" y="44365"/>
                    <a:pt x="49134" y="44448"/>
                  </a:cubicBezTo>
                  <a:lnTo>
                    <a:pt x="49003" y="44627"/>
                  </a:lnTo>
                  <a:cubicBezTo>
                    <a:pt x="48948" y="44704"/>
                    <a:pt x="48900" y="44773"/>
                    <a:pt x="48844" y="44841"/>
                  </a:cubicBezTo>
                  <a:lnTo>
                    <a:pt x="48789" y="44924"/>
                  </a:lnTo>
                  <a:cubicBezTo>
                    <a:pt x="46853" y="47454"/>
                    <a:pt x="44317" y="49521"/>
                    <a:pt x="41449" y="50911"/>
                  </a:cubicBezTo>
                  <a:lnTo>
                    <a:pt x="41428" y="50917"/>
                  </a:lnTo>
                  <a:cubicBezTo>
                    <a:pt x="41408" y="50931"/>
                    <a:pt x="41386" y="50937"/>
                    <a:pt x="41366" y="50952"/>
                  </a:cubicBezTo>
                  <a:cubicBezTo>
                    <a:pt x="41270" y="50994"/>
                    <a:pt x="41172" y="51035"/>
                    <a:pt x="41076" y="51083"/>
                  </a:cubicBezTo>
                  <a:lnTo>
                    <a:pt x="40875" y="51173"/>
                  </a:lnTo>
                  <a:cubicBezTo>
                    <a:pt x="40792" y="51208"/>
                    <a:pt x="40709" y="51249"/>
                    <a:pt x="40626" y="51284"/>
                  </a:cubicBezTo>
                  <a:lnTo>
                    <a:pt x="40537" y="51317"/>
                  </a:lnTo>
                  <a:cubicBezTo>
                    <a:pt x="38065" y="52353"/>
                    <a:pt x="35384" y="52889"/>
                    <a:pt x="32706" y="52889"/>
                  </a:cubicBezTo>
                  <a:cubicBezTo>
                    <a:pt x="32201" y="52889"/>
                    <a:pt x="31696" y="52870"/>
                    <a:pt x="31193" y="52832"/>
                  </a:cubicBezTo>
                  <a:lnTo>
                    <a:pt x="31158" y="52832"/>
                  </a:lnTo>
                  <a:cubicBezTo>
                    <a:pt x="31137" y="52832"/>
                    <a:pt x="31117" y="52832"/>
                    <a:pt x="31095" y="52825"/>
                  </a:cubicBezTo>
                  <a:cubicBezTo>
                    <a:pt x="30986" y="52818"/>
                    <a:pt x="30881" y="52803"/>
                    <a:pt x="30778" y="52797"/>
                  </a:cubicBezTo>
                  <a:lnTo>
                    <a:pt x="30549" y="52777"/>
                  </a:lnTo>
                  <a:cubicBezTo>
                    <a:pt x="30467" y="52762"/>
                    <a:pt x="30377" y="52755"/>
                    <a:pt x="30287" y="52749"/>
                  </a:cubicBezTo>
                  <a:lnTo>
                    <a:pt x="30190" y="52735"/>
                  </a:lnTo>
                  <a:cubicBezTo>
                    <a:pt x="27031" y="52327"/>
                    <a:pt x="23969" y="51166"/>
                    <a:pt x="21343" y="49376"/>
                  </a:cubicBezTo>
                  <a:lnTo>
                    <a:pt x="21260" y="49320"/>
                  </a:lnTo>
                  <a:cubicBezTo>
                    <a:pt x="21171" y="49259"/>
                    <a:pt x="21088" y="49196"/>
                    <a:pt x="21005" y="49134"/>
                  </a:cubicBezTo>
                  <a:lnTo>
                    <a:pt x="20826" y="49003"/>
                  </a:lnTo>
                  <a:cubicBezTo>
                    <a:pt x="20750" y="48953"/>
                    <a:pt x="20673" y="48899"/>
                    <a:pt x="20604" y="48844"/>
                  </a:cubicBezTo>
                  <a:lnTo>
                    <a:pt x="20521" y="48781"/>
                  </a:lnTo>
                  <a:cubicBezTo>
                    <a:pt x="17991" y="46853"/>
                    <a:pt x="15924" y="44317"/>
                    <a:pt x="14542" y="41448"/>
                  </a:cubicBezTo>
                  <a:lnTo>
                    <a:pt x="14501" y="41365"/>
                  </a:lnTo>
                  <a:cubicBezTo>
                    <a:pt x="14453" y="41262"/>
                    <a:pt x="14405" y="41166"/>
                    <a:pt x="14363" y="41061"/>
                  </a:cubicBezTo>
                  <a:lnTo>
                    <a:pt x="14274" y="40867"/>
                  </a:lnTo>
                  <a:cubicBezTo>
                    <a:pt x="14239" y="40784"/>
                    <a:pt x="14197" y="40701"/>
                    <a:pt x="14163" y="40626"/>
                  </a:cubicBezTo>
                  <a:lnTo>
                    <a:pt x="14128" y="40535"/>
                  </a:lnTo>
                  <a:cubicBezTo>
                    <a:pt x="12897" y="37591"/>
                    <a:pt x="12373" y="34365"/>
                    <a:pt x="12615" y="31185"/>
                  </a:cubicBezTo>
                  <a:lnTo>
                    <a:pt x="12622" y="31095"/>
                  </a:lnTo>
                  <a:cubicBezTo>
                    <a:pt x="12628" y="30984"/>
                    <a:pt x="12642" y="30873"/>
                    <a:pt x="12648" y="30763"/>
                  </a:cubicBezTo>
                  <a:lnTo>
                    <a:pt x="12670" y="30556"/>
                  </a:lnTo>
                  <a:cubicBezTo>
                    <a:pt x="12683" y="30467"/>
                    <a:pt x="12690" y="30369"/>
                    <a:pt x="12705" y="30279"/>
                  </a:cubicBezTo>
                  <a:lnTo>
                    <a:pt x="12711" y="30190"/>
                  </a:lnTo>
                  <a:cubicBezTo>
                    <a:pt x="13119" y="27031"/>
                    <a:pt x="14280" y="23969"/>
                    <a:pt x="16077" y="21335"/>
                  </a:cubicBezTo>
                  <a:lnTo>
                    <a:pt x="16125" y="21260"/>
                  </a:lnTo>
                  <a:cubicBezTo>
                    <a:pt x="16181" y="21184"/>
                    <a:pt x="16236" y="21108"/>
                    <a:pt x="16291" y="21031"/>
                  </a:cubicBezTo>
                  <a:lnTo>
                    <a:pt x="16409" y="20866"/>
                  </a:lnTo>
                  <a:cubicBezTo>
                    <a:pt x="16472" y="20776"/>
                    <a:pt x="16540" y="20686"/>
                    <a:pt x="16603" y="20597"/>
                  </a:cubicBezTo>
                  <a:lnTo>
                    <a:pt x="16664" y="20521"/>
                  </a:lnTo>
                  <a:cubicBezTo>
                    <a:pt x="18593" y="17991"/>
                    <a:pt x="21129" y="15918"/>
                    <a:pt x="23997" y="14534"/>
                  </a:cubicBezTo>
                  <a:lnTo>
                    <a:pt x="24026" y="14527"/>
                  </a:lnTo>
                  <a:cubicBezTo>
                    <a:pt x="24045" y="14514"/>
                    <a:pt x="24067" y="14508"/>
                    <a:pt x="24080" y="14493"/>
                  </a:cubicBezTo>
                  <a:cubicBezTo>
                    <a:pt x="24170" y="14459"/>
                    <a:pt x="24253" y="14418"/>
                    <a:pt x="24342" y="14377"/>
                  </a:cubicBezTo>
                  <a:lnTo>
                    <a:pt x="24543" y="14285"/>
                  </a:lnTo>
                  <a:cubicBezTo>
                    <a:pt x="24633" y="14244"/>
                    <a:pt x="24731" y="14202"/>
                    <a:pt x="24827" y="14161"/>
                  </a:cubicBezTo>
                  <a:lnTo>
                    <a:pt x="24916" y="14128"/>
                  </a:lnTo>
                  <a:cubicBezTo>
                    <a:pt x="27391" y="13091"/>
                    <a:pt x="30080" y="12552"/>
                    <a:pt x="32761" y="12552"/>
                  </a:cubicBezTo>
                  <a:close/>
                  <a:moveTo>
                    <a:pt x="32772" y="11956"/>
                  </a:moveTo>
                  <a:cubicBezTo>
                    <a:pt x="30005" y="11956"/>
                    <a:pt x="27238" y="12507"/>
                    <a:pt x="24682" y="13574"/>
                  </a:cubicBezTo>
                  <a:lnTo>
                    <a:pt x="24654" y="13589"/>
                  </a:lnTo>
                  <a:cubicBezTo>
                    <a:pt x="24633" y="13595"/>
                    <a:pt x="24613" y="13602"/>
                    <a:pt x="24591" y="13609"/>
                  </a:cubicBezTo>
                  <a:cubicBezTo>
                    <a:pt x="24488" y="13657"/>
                    <a:pt x="24392" y="13698"/>
                    <a:pt x="24294" y="13746"/>
                  </a:cubicBezTo>
                  <a:lnTo>
                    <a:pt x="24094" y="13829"/>
                  </a:lnTo>
                  <a:cubicBezTo>
                    <a:pt x="24004" y="13871"/>
                    <a:pt x="23914" y="13912"/>
                    <a:pt x="23832" y="13954"/>
                  </a:cubicBezTo>
                  <a:cubicBezTo>
                    <a:pt x="23803" y="13968"/>
                    <a:pt x="23783" y="13975"/>
                    <a:pt x="23762" y="13988"/>
                  </a:cubicBezTo>
                  <a:lnTo>
                    <a:pt x="23742" y="13995"/>
                  </a:lnTo>
                  <a:cubicBezTo>
                    <a:pt x="20784" y="15420"/>
                    <a:pt x="18172" y="17548"/>
                    <a:pt x="16188" y="20161"/>
                  </a:cubicBezTo>
                  <a:lnTo>
                    <a:pt x="16125" y="20237"/>
                  </a:lnTo>
                  <a:cubicBezTo>
                    <a:pt x="16057" y="20333"/>
                    <a:pt x="15987" y="20423"/>
                    <a:pt x="15924" y="20514"/>
                  </a:cubicBezTo>
                  <a:lnTo>
                    <a:pt x="15808" y="20680"/>
                  </a:lnTo>
                  <a:cubicBezTo>
                    <a:pt x="15745" y="20763"/>
                    <a:pt x="15690" y="20837"/>
                    <a:pt x="15634" y="20914"/>
                  </a:cubicBezTo>
                  <a:lnTo>
                    <a:pt x="15579" y="20997"/>
                  </a:lnTo>
                  <a:cubicBezTo>
                    <a:pt x="13735" y="23707"/>
                    <a:pt x="12539" y="26865"/>
                    <a:pt x="12117" y="30113"/>
                  </a:cubicBezTo>
                  <a:lnTo>
                    <a:pt x="12109" y="30209"/>
                  </a:lnTo>
                  <a:cubicBezTo>
                    <a:pt x="12096" y="30307"/>
                    <a:pt x="12089" y="30404"/>
                    <a:pt x="12076" y="30500"/>
                  </a:cubicBezTo>
                  <a:lnTo>
                    <a:pt x="12054" y="30700"/>
                  </a:lnTo>
                  <a:cubicBezTo>
                    <a:pt x="12048" y="30812"/>
                    <a:pt x="12034" y="30929"/>
                    <a:pt x="12019" y="31047"/>
                  </a:cubicBezTo>
                  <a:lnTo>
                    <a:pt x="12013" y="31143"/>
                  </a:lnTo>
                  <a:cubicBezTo>
                    <a:pt x="11771" y="34413"/>
                    <a:pt x="12310" y="37737"/>
                    <a:pt x="13575" y="40764"/>
                  </a:cubicBezTo>
                  <a:lnTo>
                    <a:pt x="13617" y="40860"/>
                  </a:lnTo>
                  <a:cubicBezTo>
                    <a:pt x="13652" y="40943"/>
                    <a:pt x="13693" y="41026"/>
                    <a:pt x="13726" y="41116"/>
                  </a:cubicBezTo>
                  <a:lnTo>
                    <a:pt x="13818" y="41303"/>
                  </a:lnTo>
                  <a:cubicBezTo>
                    <a:pt x="13859" y="41406"/>
                    <a:pt x="13907" y="41511"/>
                    <a:pt x="13955" y="41622"/>
                  </a:cubicBezTo>
                  <a:lnTo>
                    <a:pt x="14003" y="41711"/>
                  </a:lnTo>
                  <a:cubicBezTo>
                    <a:pt x="15427" y="44662"/>
                    <a:pt x="17556" y="47275"/>
                    <a:pt x="20162" y="49259"/>
                  </a:cubicBezTo>
                  <a:lnTo>
                    <a:pt x="20245" y="49320"/>
                  </a:lnTo>
                  <a:cubicBezTo>
                    <a:pt x="20320" y="49383"/>
                    <a:pt x="20396" y="49438"/>
                    <a:pt x="20479" y="49493"/>
                  </a:cubicBezTo>
                  <a:lnTo>
                    <a:pt x="20652" y="49617"/>
                  </a:lnTo>
                  <a:cubicBezTo>
                    <a:pt x="20735" y="49680"/>
                    <a:pt x="20826" y="49750"/>
                    <a:pt x="20922" y="49811"/>
                  </a:cubicBezTo>
                  <a:lnTo>
                    <a:pt x="21005" y="49866"/>
                  </a:lnTo>
                  <a:cubicBezTo>
                    <a:pt x="23714" y="51712"/>
                    <a:pt x="26859" y="52908"/>
                    <a:pt x="30115" y="53329"/>
                  </a:cubicBezTo>
                  <a:lnTo>
                    <a:pt x="30218" y="53336"/>
                  </a:lnTo>
                  <a:cubicBezTo>
                    <a:pt x="30307" y="53349"/>
                    <a:pt x="30405" y="53357"/>
                    <a:pt x="30495" y="53371"/>
                  </a:cubicBezTo>
                  <a:lnTo>
                    <a:pt x="30709" y="53391"/>
                  </a:lnTo>
                  <a:cubicBezTo>
                    <a:pt x="30820" y="53406"/>
                    <a:pt x="30929" y="53412"/>
                    <a:pt x="31047" y="53425"/>
                  </a:cubicBezTo>
                  <a:lnTo>
                    <a:pt x="31110" y="53425"/>
                  </a:lnTo>
                  <a:lnTo>
                    <a:pt x="31143" y="53432"/>
                  </a:lnTo>
                  <a:cubicBezTo>
                    <a:pt x="31656" y="53467"/>
                    <a:pt x="32173" y="53489"/>
                    <a:pt x="32686" y="53489"/>
                  </a:cubicBezTo>
                  <a:cubicBezTo>
                    <a:pt x="35449" y="53489"/>
                    <a:pt x="38215" y="52935"/>
                    <a:pt x="40764" y="51871"/>
                  </a:cubicBezTo>
                  <a:lnTo>
                    <a:pt x="40862" y="51830"/>
                  </a:lnTo>
                  <a:cubicBezTo>
                    <a:pt x="40952" y="51795"/>
                    <a:pt x="41035" y="51753"/>
                    <a:pt x="41124" y="51712"/>
                  </a:cubicBezTo>
                  <a:lnTo>
                    <a:pt x="41318" y="51629"/>
                  </a:lnTo>
                  <a:cubicBezTo>
                    <a:pt x="41414" y="51581"/>
                    <a:pt x="41519" y="51539"/>
                    <a:pt x="41622" y="51491"/>
                  </a:cubicBezTo>
                  <a:cubicBezTo>
                    <a:pt x="41643" y="51476"/>
                    <a:pt x="41663" y="51470"/>
                    <a:pt x="41691" y="51457"/>
                  </a:cubicBezTo>
                  <a:lnTo>
                    <a:pt x="41711" y="51442"/>
                  </a:lnTo>
                  <a:cubicBezTo>
                    <a:pt x="44662" y="50025"/>
                    <a:pt x="47275" y="47890"/>
                    <a:pt x="49265" y="45284"/>
                  </a:cubicBezTo>
                  <a:lnTo>
                    <a:pt x="49322" y="45201"/>
                  </a:lnTo>
                  <a:cubicBezTo>
                    <a:pt x="49383" y="45125"/>
                    <a:pt x="49431" y="45049"/>
                    <a:pt x="49488" y="44972"/>
                  </a:cubicBezTo>
                  <a:lnTo>
                    <a:pt x="49612" y="44800"/>
                  </a:lnTo>
                  <a:cubicBezTo>
                    <a:pt x="49680" y="44710"/>
                    <a:pt x="49750" y="44621"/>
                    <a:pt x="49813" y="44525"/>
                  </a:cubicBezTo>
                  <a:lnTo>
                    <a:pt x="49867" y="44442"/>
                  </a:lnTo>
                  <a:cubicBezTo>
                    <a:pt x="51712" y="41738"/>
                    <a:pt x="52908" y="38586"/>
                    <a:pt x="53329" y="35338"/>
                  </a:cubicBezTo>
                  <a:lnTo>
                    <a:pt x="53344" y="35227"/>
                  </a:lnTo>
                  <a:cubicBezTo>
                    <a:pt x="53351" y="35124"/>
                    <a:pt x="53364" y="35013"/>
                    <a:pt x="53379" y="34904"/>
                  </a:cubicBezTo>
                  <a:lnTo>
                    <a:pt x="53399" y="34696"/>
                  </a:lnTo>
                  <a:cubicBezTo>
                    <a:pt x="53406" y="34599"/>
                    <a:pt x="53420" y="34502"/>
                    <a:pt x="53427" y="34406"/>
                  </a:cubicBezTo>
                  <a:lnTo>
                    <a:pt x="53427" y="34336"/>
                  </a:lnTo>
                  <a:lnTo>
                    <a:pt x="53434" y="34302"/>
                  </a:lnTo>
                  <a:cubicBezTo>
                    <a:pt x="53676" y="31032"/>
                    <a:pt x="53137" y="27708"/>
                    <a:pt x="51871" y="24681"/>
                  </a:cubicBezTo>
                  <a:lnTo>
                    <a:pt x="51836" y="24591"/>
                  </a:lnTo>
                  <a:cubicBezTo>
                    <a:pt x="51788" y="24487"/>
                    <a:pt x="51740" y="24384"/>
                    <a:pt x="51699" y="24279"/>
                  </a:cubicBezTo>
                  <a:lnTo>
                    <a:pt x="51609" y="24087"/>
                  </a:lnTo>
                  <a:cubicBezTo>
                    <a:pt x="51568" y="23997"/>
                    <a:pt x="51533" y="23914"/>
                    <a:pt x="51491" y="23831"/>
                  </a:cubicBezTo>
                  <a:lnTo>
                    <a:pt x="51450" y="23734"/>
                  </a:lnTo>
                  <a:cubicBezTo>
                    <a:pt x="50027" y="20783"/>
                    <a:pt x="47897" y="18170"/>
                    <a:pt x="45284" y="16186"/>
                  </a:cubicBezTo>
                  <a:lnTo>
                    <a:pt x="45210" y="16125"/>
                  </a:lnTo>
                  <a:cubicBezTo>
                    <a:pt x="45118" y="16062"/>
                    <a:pt x="45035" y="16000"/>
                    <a:pt x="44946" y="15937"/>
                  </a:cubicBezTo>
                  <a:lnTo>
                    <a:pt x="44773" y="15806"/>
                  </a:lnTo>
                  <a:cubicBezTo>
                    <a:pt x="44690" y="15752"/>
                    <a:pt x="44607" y="15689"/>
                    <a:pt x="44531" y="15634"/>
                  </a:cubicBezTo>
                  <a:cubicBezTo>
                    <a:pt x="44511" y="15621"/>
                    <a:pt x="44496" y="15612"/>
                    <a:pt x="44476" y="15599"/>
                  </a:cubicBezTo>
                  <a:lnTo>
                    <a:pt x="44448" y="15579"/>
                  </a:lnTo>
                  <a:cubicBezTo>
                    <a:pt x="41739" y="13733"/>
                    <a:pt x="38588" y="12537"/>
                    <a:pt x="35332" y="12116"/>
                  </a:cubicBezTo>
                  <a:lnTo>
                    <a:pt x="35235" y="12109"/>
                  </a:lnTo>
                  <a:cubicBezTo>
                    <a:pt x="35133" y="12096"/>
                    <a:pt x="35028" y="12081"/>
                    <a:pt x="34925" y="12074"/>
                  </a:cubicBezTo>
                  <a:lnTo>
                    <a:pt x="34703" y="12054"/>
                  </a:lnTo>
                  <a:cubicBezTo>
                    <a:pt x="34607" y="12039"/>
                    <a:pt x="34502" y="12033"/>
                    <a:pt x="34406" y="12019"/>
                  </a:cubicBezTo>
                  <a:lnTo>
                    <a:pt x="34303" y="12013"/>
                  </a:lnTo>
                  <a:cubicBezTo>
                    <a:pt x="33794" y="11975"/>
                    <a:pt x="33283" y="11956"/>
                    <a:pt x="32772" y="11956"/>
                  </a:cubicBezTo>
                  <a:close/>
                  <a:moveTo>
                    <a:pt x="33640" y="642"/>
                  </a:moveTo>
                  <a:lnTo>
                    <a:pt x="38269" y="1113"/>
                  </a:lnTo>
                  <a:lnTo>
                    <a:pt x="38789" y="8702"/>
                  </a:lnTo>
                  <a:lnTo>
                    <a:pt x="38996" y="8757"/>
                  </a:lnTo>
                  <a:cubicBezTo>
                    <a:pt x="39570" y="8909"/>
                    <a:pt x="40150" y="9082"/>
                    <a:pt x="40709" y="9276"/>
                  </a:cubicBezTo>
                  <a:lnTo>
                    <a:pt x="40792" y="9302"/>
                  </a:lnTo>
                  <a:cubicBezTo>
                    <a:pt x="40917" y="9344"/>
                    <a:pt x="41083" y="9400"/>
                    <a:pt x="41249" y="9462"/>
                  </a:cubicBezTo>
                  <a:cubicBezTo>
                    <a:pt x="41318" y="9490"/>
                    <a:pt x="41380" y="9510"/>
                    <a:pt x="41443" y="9538"/>
                  </a:cubicBezTo>
                  <a:lnTo>
                    <a:pt x="41587" y="9593"/>
                  </a:lnTo>
                  <a:cubicBezTo>
                    <a:pt x="41650" y="9614"/>
                    <a:pt x="41718" y="9641"/>
                    <a:pt x="41788" y="9669"/>
                  </a:cubicBezTo>
                  <a:cubicBezTo>
                    <a:pt x="41919" y="9717"/>
                    <a:pt x="42065" y="9780"/>
                    <a:pt x="42237" y="9848"/>
                  </a:cubicBezTo>
                  <a:lnTo>
                    <a:pt x="42320" y="9883"/>
                  </a:lnTo>
                  <a:cubicBezTo>
                    <a:pt x="42866" y="10112"/>
                    <a:pt x="43412" y="10367"/>
                    <a:pt x="43944" y="10636"/>
                  </a:cubicBezTo>
                  <a:lnTo>
                    <a:pt x="44131" y="10734"/>
                  </a:lnTo>
                  <a:lnTo>
                    <a:pt x="49556" y="5398"/>
                  </a:lnTo>
                  <a:lnTo>
                    <a:pt x="53329" y="8121"/>
                  </a:lnTo>
                  <a:lnTo>
                    <a:pt x="49985" y="14949"/>
                  </a:lnTo>
                  <a:lnTo>
                    <a:pt x="50136" y="15101"/>
                  </a:lnTo>
                  <a:cubicBezTo>
                    <a:pt x="50559" y="15523"/>
                    <a:pt x="50974" y="15959"/>
                    <a:pt x="51367" y="16409"/>
                  </a:cubicBezTo>
                  <a:lnTo>
                    <a:pt x="51422" y="16470"/>
                  </a:lnTo>
                  <a:cubicBezTo>
                    <a:pt x="51546" y="16616"/>
                    <a:pt x="51644" y="16732"/>
                    <a:pt x="51734" y="16843"/>
                  </a:cubicBezTo>
                  <a:cubicBezTo>
                    <a:pt x="51782" y="16898"/>
                    <a:pt x="51823" y="16948"/>
                    <a:pt x="51871" y="17002"/>
                  </a:cubicBezTo>
                  <a:lnTo>
                    <a:pt x="51961" y="17120"/>
                  </a:lnTo>
                  <a:cubicBezTo>
                    <a:pt x="52011" y="17175"/>
                    <a:pt x="52052" y="17230"/>
                    <a:pt x="52100" y="17286"/>
                  </a:cubicBezTo>
                  <a:cubicBezTo>
                    <a:pt x="52190" y="17395"/>
                    <a:pt x="52286" y="17520"/>
                    <a:pt x="52397" y="17672"/>
                  </a:cubicBezTo>
                  <a:lnTo>
                    <a:pt x="52452" y="17742"/>
                  </a:lnTo>
                  <a:cubicBezTo>
                    <a:pt x="52812" y="18212"/>
                    <a:pt x="53157" y="18703"/>
                    <a:pt x="53482" y="19200"/>
                  </a:cubicBezTo>
                  <a:lnTo>
                    <a:pt x="53600" y="19379"/>
                  </a:lnTo>
                  <a:lnTo>
                    <a:pt x="60960" y="17472"/>
                  </a:lnTo>
                  <a:lnTo>
                    <a:pt x="62867" y="21723"/>
                  </a:lnTo>
                  <a:lnTo>
                    <a:pt x="56738" y="25842"/>
                  </a:lnTo>
                  <a:lnTo>
                    <a:pt x="56557" y="25966"/>
                  </a:lnTo>
                  <a:lnTo>
                    <a:pt x="56614" y="26174"/>
                  </a:lnTo>
                  <a:cubicBezTo>
                    <a:pt x="56655" y="26311"/>
                    <a:pt x="56697" y="26457"/>
                    <a:pt x="56730" y="26595"/>
                  </a:cubicBezTo>
                  <a:cubicBezTo>
                    <a:pt x="56828" y="26990"/>
                    <a:pt x="56917" y="27390"/>
                    <a:pt x="57000" y="27784"/>
                  </a:cubicBezTo>
                  <a:cubicBezTo>
                    <a:pt x="57007" y="27804"/>
                    <a:pt x="57007" y="27826"/>
                    <a:pt x="57013" y="27854"/>
                  </a:cubicBezTo>
                  <a:cubicBezTo>
                    <a:pt x="57013" y="27867"/>
                    <a:pt x="57020" y="27887"/>
                    <a:pt x="57028" y="27909"/>
                  </a:cubicBezTo>
                  <a:lnTo>
                    <a:pt x="57042" y="27998"/>
                  </a:lnTo>
                  <a:cubicBezTo>
                    <a:pt x="57076" y="28186"/>
                    <a:pt x="57103" y="28337"/>
                    <a:pt x="57131" y="28476"/>
                  </a:cubicBezTo>
                  <a:cubicBezTo>
                    <a:pt x="57144" y="28544"/>
                    <a:pt x="57153" y="28614"/>
                    <a:pt x="57166" y="28675"/>
                  </a:cubicBezTo>
                  <a:lnTo>
                    <a:pt x="57186" y="28834"/>
                  </a:lnTo>
                  <a:cubicBezTo>
                    <a:pt x="57201" y="28904"/>
                    <a:pt x="57214" y="28974"/>
                    <a:pt x="57221" y="29042"/>
                  </a:cubicBezTo>
                  <a:cubicBezTo>
                    <a:pt x="57242" y="29181"/>
                    <a:pt x="57262" y="29332"/>
                    <a:pt x="57290" y="29526"/>
                  </a:cubicBezTo>
                  <a:lnTo>
                    <a:pt x="57297" y="29609"/>
                  </a:lnTo>
                  <a:cubicBezTo>
                    <a:pt x="57373" y="30196"/>
                    <a:pt x="57428" y="30798"/>
                    <a:pt x="57463" y="31392"/>
                  </a:cubicBezTo>
                  <a:lnTo>
                    <a:pt x="57470" y="31606"/>
                  </a:lnTo>
                  <a:lnTo>
                    <a:pt x="64803" y="33638"/>
                  </a:lnTo>
                  <a:lnTo>
                    <a:pt x="64333" y="38269"/>
                  </a:lnTo>
                  <a:lnTo>
                    <a:pt x="56745" y="38780"/>
                  </a:lnTo>
                  <a:lnTo>
                    <a:pt x="56688" y="38994"/>
                  </a:lnTo>
                  <a:cubicBezTo>
                    <a:pt x="56537" y="39568"/>
                    <a:pt x="56365" y="40142"/>
                    <a:pt x="56177" y="40709"/>
                  </a:cubicBezTo>
                  <a:lnTo>
                    <a:pt x="56149" y="40784"/>
                  </a:lnTo>
                  <a:cubicBezTo>
                    <a:pt x="56081" y="40971"/>
                    <a:pt x="56033" y="41116"/>
                    <a:pt x="55983" y="41249"/>
                  </a:cubicBezTo>
                  <a:cubicBezTo>
                    <a:pt x="55957" y="41310"/>
                    <a:pt x="55935" y="41380"/>
                    <a:pt x="55909" y="41441"/>
                  </a:cubicBezTo>
                  <a:lnTo>
                    <a:pt x="55880" y="41517"/>
                  </a:lnTo>
                  <a:cubicBezTo>
                    <a:pt x="55874" y="41545"/>
                    <a:pt x="55859" y="41572"/>
                    <a:pt x="55846" y="41607"/>
                  </a:cubicBezTo>
                  <a:cubicBezTo>
                    <a:pt x="55832" y="41648"/>
                    <a:pt x="55817" y="41690"/>
                    <a:pt x="55804" y="41731"/>
                  </a:cubicBezTo>
                  <a:lnTo>
                    <a:pt x="55784" y="41779"/>
                  </a:lnTo>
                  <a:cubicBezTo>
                    <a:pt x="55728" y="41919"/>
                    <a:pt x="55673" y="42056"/>
                    <a:pt x="55597" y="42235"/>
                  </a:cubicBezTo>
                  <a:lnTo>
                    <a:pt x="55562" y="42312"/>
                  </a:lnTo>
                  <a:cubicBezTo>
                    <a:pt x="55335" y="42858"/>
                    <a:pt x="55079" y="43405"/>
                    <a:pt x="54809" y="43936"/>
                  </a:cubicBezTo>
                  <a:lnTo>
                    <a:pt x="54713" y="44130"/>
                  </a:lnTo>
                  <a:lnTo>
                    <a:pt x="60047" y="49549"/>
                  </a:lnTo>
                  <a:lnTo>
                    <a:pt x="57325" y="53329"/>
                  </a:lnTo>
                  <a:lnTo>
                    <a:pt x="50496" y="49984"/>
                  </a:lnTo>
                  <a:lnTo>
                    <a:pt x="50343" y="50136"/>
                  </a:lnTo>
                  <a:cubicBezTo>
                    <a:pt x="49922" y="50557"/>
                    <a:pt x="49488" y="50972"/>
                    <a:pt x="49038" y="51359"/>
                  </a:cubicBezTo>
                  <a:lnTo>
                    <a:pt x="48907" y="51476"/>
                  </a:lnTo>
                  <a:cubicBezTo>
                    <a:pt x="48831" y="51546"/>
                    <a:pt x="48754" y="51607"/>
                    <a:pt x="48678" y="51677"/>
                  </a:cubicBezTo>
                  <a:cubicBezTo>
                    <a:pt x="48665" y="51684"/>
                    <a:pt x="48652" y="51690"/>
                    <a:pt x="48643" y="51705"/>
                  </a:cubicBezTo>
                  <a:cubicBezTo>
                    <a:pt x="48630" y="51712"/>
                    <a:pt x="48617" y="51725"/>
                    <a:pt x="48602" y="51732"/>
                  </a:cubicBezTo>
                  <a:cubicBezTo>
                    <a:pt x="48547" y="51782"/>
                    <a:pt x="48492" y="51830"/>
                    <a:pt x="48436" y="51871"/>
                  </a:cubicBezTo>
                  <a:lnTo>
                    <a:pt x="48320" y="51967"/>
                  </a:lnTo>
                  <a:cubicBezTo>
                    <a:pt x="48270" y="52009"/>
                    <a:pt x="48215" y="52057"/>
                    <a:pt x="48161" y="52098"/>
                  </a:cubicBezTo>
                  <a:cubicBezTo>
                    <a:pt x="48049" y="52188"/>
                    <a:pt x="47925" y="52286"/>
                    <a:pt x="47772" y="52395"/>
                  </a:cubicBezTo>
                  <a:cubicBezTo>
                    <a:pt x="47766" y="52404"/>
                    <a:pt x="47753" y="52417"/>
                    <a:pt x="47746" y="52424"/>
                  </a:cubicBezTo>
                  <a:lnTo>
                    <a:pt x="47711" y="52452"/>
                  </a:lnTo>
                  <a:cubicBezTo>
                    <a:pt x="47233" y="52810"/>
                    <a:pt x="46744" y="53157"/>
                    <a:pt x="46246" y="53482"/>
                  </a:cubicBezTo>
                  <a:lnTo>
                    <a:pt x="46066" y="53598"/>
                  </a:lnTo>
                  <a:lnTo>
                    <a:pt x="47973" y="60960"/>
                  </a:lnTo>
                  <a:lnTo>
                    <a:pt x="43723" y="62867"/>
                  </a:lnTo>
                  <a:lnTo>
                    <a:pt x="39487" y="56557"/>
                  </a:lnTo>
                  <a:lnTo>
                    <a:pt x="39280" y="56612"/>
                  </a:lnTo>
                  <a:cubicBezTo>
                    <a:pt x="38706" y="56771"/>
                    <a:pt x="38118" y="56909"/>
                    <a:pt x="37538" y="57020"/>
                  </a:cubicBezTo>
                  <a:lnTo>
                    <a:pt x="37516" y="57027"/>
                  </a:lnTo>
                  <a:cubicBezTo>
                    <a:pt x="37510" y="57027"/>
                    <a:pt x="37496" y="57033"/>
                    <a:pt x="37488" y="57033"/>
                  </a:cubicBezTo>
                  <a:lnTo>
                    <a:pt x="37447" y="57040"/>
                  </a:lnTo>
                  <a:cubicBezTo>
                    <a:pt x="37261" y="57075"/>
                    <a:pt x="37108" y="57103"/>
                    <a:pt x="36971" y="57131"/>
                  </a:cubicBezTo>
                  <a:cubicBezTo>
                    <a:pt x="36901" y="57138"/>
                    <a:pt x="36840" y="57151"/>
                    <a:pt x="36770" y="57164"/>
                  </a:cubicBezTo>
                  <a:lnTo>
                    <a:pt x="36611" y="57186"/>
                  </a:lnTo>
                  <a:cubicBezTo>
                    <a:pt x="36543" y="57199"/>
                    <a:pt x="36473" y="57206"/>
                    <a:pt x="36403" y="57221"/>
                  </a:cubicBezTo>
                  <a:cubicBezTo>
                    <a:pt x="36390" y="57221"/>
                    <a:pt x="36377" y="57227"/>
                    <a:pt x="36355" y="57227"/>
                  </a:cubicBezTo>
                  <a:cubicBezTo>
                    <a:pt x="36342" y="57227"/>
                    <a:pt x="36327" y="57234"/>
                    <a:pt x="36307" y="57234"/>
                  </a:cubicBezTo>
                  <a:cubicBezTo>
                    <a:pt x="36211" y="57247"/>
                    <a:pt x="36106" y="57262"/>
                    <a:pt x="36010" y="57275"/>
                  </a:cubicBezTo>
                  <a:lnTo>
                    <a:pt x="35838" y="57297"/>
                  </a:lnTo>
                  <a:cubicBezTo>
                    <a:pt x="35249" y="57372"/>
                    <a:pt x="34648" y="57428"/>
                    <a:pt x="34054" y="57463"/>
                  </a:cubicBezTo>
                  <a:lnTo>
                    <a:pt x="33839" y="57470"/>
                  </a:lnTo>
                  <a:lnTo>
                    <a:pt x="31807" y="64795"/>
                  </a:lnTo>
                  <a:lnTo>
                    <a:pt x="27177" y="64332"/>
                  </a:lnTo>
                  <a:lnTo>
                    <a:pt x="26665" y="56743"/>
                  </a:lnTo>
                  <a:lnTo>
                    <a:pt x="26457" y="56688"/>
                  </a:lnTo>
                  <a:cubicBezTo>
                    <a:pt x="25877" y="56536"/>
                    <a:pt x="25304" y="56363"/>
                    <a:pt x="24737" y="56169"/>
                  </a:cubicBezTo>
                  <a:lnTo>
                    <a:pt x="24654" y="56143"/>
                  </a:lnTo>
                  <a:cubicBezTo>
                    <a:pt x="24475" y="56080"/>
                    <a:pt x="24329" y="56031"/>
                    <a:pt x="24198" y="55983"/>
                  </a:cubicBezTo>
                  <a:cubicBezTo>
                    <a:pt x="24128" y="55955"/>
                    <a:pt x="24067" y="55935"/>
                    <a:pt x="23997" y="55907"/>
                  </a:cubicBezTo>
                  <a:lnTo>
                    <a:pt x="23860" y="55852"/>
                  </a:lnTo>
                  <a:cubicBezTo>
                    <a:pt x="23797" y="55831"/>
                    <a:pt x="23729" y="55804"/>
                    <a:pt x="23666" y="55776"/>
                  </a:cubicBezTo>
                  <a:cubicBezTo>
                    <a:pt x="23528" y="55728"/>
                    <a:pt x="23389" y="55665"/>
                    <a:pt x="23209" y="55597"/>
                  </a:cubicBezTo>
                  <a:lnTo>
                    <a:pt x="23133" y="55562"/>
                  </a:lnTo>
                  <a:cubicBezTo>
                    <a:pt x="22587" y="55333"/>
                    <a:pt x="22042" y="55078"/>
                    <a:pt x="21509" y="54809"/>
                  </a:cubicBezTo>
                  <a:lnTo>
                    <a:pt x="21315" y="54711"/>
                  </a:lnTo>
                  <a:lnTo>
                    <a:pt x="15898" y="60047"/>
                  </a:lnTo>
                  <a:lnTo>
                    <a:pt x="12117" y="57324"/>
                  </a:lnTo>
                  <a:lnTo>
                    <a:pt x="15461" y="50496"/>
                  </a:lnTo>
                  <a:lnTo>
                    <a:pt x="15310" y="50344"/>
                  </a:lnTo>
                  <a:cubicBezTo>
                    <a:pt x="14887" y="49922"/>
                    <a:pt x="14473" y="49486"/>
                    <a:pt x="14086" y="49036"/>
                  </a:cubicBezTo>
                  <a:lnTo>
                    <a:pt x="14032" y="48975"/>
                  </a:lnTo>
                  <a:cubicBezTo>
                    <a:pt x="13907" y="48829"/>
                    <a:pt x="13803" y="48713"/>
                    <a:pt x="13713" y="48602"/>
                  </a:cubicBezTo>
                  <a:cubicBezTo>
                    <a:pt x="13665" y="48547"/>
                    <a:pt x="13617" y="48491"/>
                    <a:pt x="13575" y="48436"/>
                  </a:cubicBezTo>
                  <a:lnTo>
                    <a:pt x="13486" y="48325"/>
                  </a:lnTo>
                  <a:cubicBezTo>
                    <a:pt x="13436" y="48270"/>
                    <a:pt x="13395" y="48215"/>
                    <a:pt x="13346" y="48159"/>
                  </a:cubicBezTo>
                  <a:cubicBezTo>
                    <a:pt x="13264" y="48049"/>
                    <a:pt x="13167" y="47932"/>
                    <a:pt x="13050" y="47772"/>
                  </a:cubicBezTo>
                  <a:lnTo>
                    <a:pt x="13030" y="47744"/>
                  </a:lnTo>
                  <a:cubicBezTo>
                    <a:pt x="13015" y="47731"/>
                    <a:pt x="13008" y="47718"/>
                    <a:pt x="12995" y="47703"/>
                  </a:cubicBezTo>
                  <a:cubicBezTo>
                    <a:pt x="12635" y="47233"/>
                    <a:pt x="12290" y="46742"/>
                    <a:pt x="11965" y="46245"/>
                  </a:cubicBezTo>
                  <a:lnTo>
                    <a:pt x="11847" y="46059"/>
                  </a:lnTo>
                  <a:lnTo>
                    <a:pt x="4487" y="47973"/>
                  </a:lnTo>
                  <a:lnTo>
                    <a:pt x="2579" y="43722"/>
                  </a:lnTo>
                  <a:lnTo>
                    <a:pt x="8889" y="39485"/>
                  </a:lnTo>
                  <a:lnTo>
                    <a:pt x="8833" y="39278"/>
                  </a:lnTo>
                  <a:cubicBezTo>
                    <a:pt x="8675" y="38697"/>
                    <a:pt x="8536" y="38117"/>
                    <a:pt x="8427" y="37530"/>
                  </a:cubicBezTo>
                  <a:lnTo>
                    <a:pt x="8405" y="37447"/>
                  </a:lnTo>
                  <a:cubicBezTo>
                    <a:pt x="8370" y="37259"/>
                    <a:pt x="8344" y="37108"/>
                    <a:pt x="8315" y="36969"/>
                  </a:cubicBezTo>
                  <a:cubicBezTo>
                    <a:pt x="8309" y="36901"/>
                    <a:pt x="8294" y="36831"/>
                    <a:pt x="8287" y="36762"/>
                  </a:cubicBezTo>
                  <a:lnTo>
                    <a:pt x="8261" y="36617"/>
                  </a:lnTo>
                  <a:cubicBezTo>
                    <a:pt x="8246" y="36548"/>
                    <a:pt x="8239" y="36471"/>
                    <a:pt x="8226" y="36403"/>
                  </a:cubicBezTo>
                  <a:cubicBezTo>
                    <a:pt x="8204" y="36264"/>
                    <a:pt x="8184" y="36106"/>
                    <a:pt x="8156" y="35919"/>
                  </a:cubicBezTo>
                  <a:lnTo>
                    <a:pt x="8150" y="35836"/>
                  </a:lnTo>
                  <a:cubicBezTo>
                    <a:pt x="8073" y="35249"/>
                    <a:pt x="8019" y="34647"/>
                    <a:pt x="7990" y="34053"/>
                  </a:cubicBezTo>
                  <a:lnTo>
                    <a:pt x="7977" y="33839"/>
                  </a:lnTo>
                  <a:lnTo>
                    <a:pt x="650" y="31807"/>
                  </a:lnTo>
                  <a:lnTo>
                    <a:pt x="1120" y="27176"/>
                  </a:lnTo>
                  <a:lnTo>
                    <a:pt x="8702" y="26658"/>
                  </a:lnTo>
                  <a:lnTo>
                    <a:pt x="8758" y="26451"/>
                  </a:lnTo>
                  <a:cubicBezTo>
                    <a:pt x="8909" y="25877"/>
                    <a:pt x="9082" y="25296"/>
                    <a:pt x="9276" y="24736"/>
                  </a:cubicBezTo>
                  <a:lnTo>
                    <a:pt x="9304" y="24661"/>
                  </a:lnTo>
                  <a:cubicBezTo>
                    <a:pt x="9365" y="24480"/>
                    <a:pt x="9414" y="24336"/>
                    <a:pt x="9463" y="24196"/>
                  </a:cubicBezTo>
                  <a:cubicBezTo>
                    <a:pt x="9490" y="24128"/>
                    <a:pt x="9511" y="24065"/>
                    <a:pt x="9538" y="24004"/>
                  </a:cubicBezTo>
                  <a:lnTo>
                    <a:pt x="9594" y="23858"/>
                  </a:lnTo>
                  <a:cubicBezTo>
                    <a:pt x="9614" y="23797"/>
                    <a:pt x="9642" y="23727"/>
                    <a:pt x="9671" y="23657"/>
                  </a:cubicBezTo>
                  <a:cubicBezTo>
                    <a:pt x="9719" y="23533"/>
                    <a:pt x="9774" y="23389"/>
                    <a:pt x="9850" y="23209"/>
                  </a:cubicBezTo>
                  <a:lnTo>
                    <a:pt x="9885" y="23127"/>
                  </a:lnTo>
                  <a:cubicBezTo>
                    <a:pt x="10112" y="22579"/>
                    <a:pt x="10367" y="22033"/>
                    <a:pt x="10638" y="21501"/>
                  </a:cubicBezTo>
                  <a:lnTo>
                    <a:pt x="10734" y="21315"/>
                  </a:lnTo>
                  <a:lnTo>
                    <a:pt x="5399" y="15889"/>
                  </a:lnTo>
                  <a:lnTo>
                    <a:pt x="8121" y="12116"/>
                  </a:lnTo>
                  <a:lnTo>
                    <a:pt x="14951" y="15461"/>
                  </a:lnTo>
                  <a:lnTo>
                    <a:pt x="15103" y="15309"/>
                  </a:lnTo>
                  <a:cubicBezTo>
                    <a:pt x="15524" y="14887"/>
                    <a:pt x="15959" y="14473"/>
                    <a:pt x="16409" y="14078"/>
                  </a:cubicBezTo>
                  <a:lnTo>
                    <a:pt x="16526" y="13975"/>
                  </a:lnTo>
                  <a:cubicBezTo>
                    <a:pt x="16609" y="13905"/>
                    <a:pt x="16686" y="13837"/>
                    <a:pt x="16769" y="13768"/>
                  </a:cubicBezTo>
                  <a:cubicBezTo>
                    <a:pt x="16782" y="13761"/>
                    <a:pt x="16795" y="13746"/>
                    <a:pt x="16803" y="13740"/>
                  </a:cubicBezTo>
                  <a:cubicBezTo>
                    <a:pt x="16817" y="13733"/>
                    <a:pt x="16830" y="13720"/>
                    <a:pt x="16845" y="13713"/>
                  </a:cubicBezTo>
                  <a:cubicBezTo>
                    <a:pt x="16900" y="13663"/>
                    <a:pt x="16948" y="13622"/>
                    <a:pt x="17002" y="13580"/>
                  </a:cubicBezTo>
                  <a:lnTo>
                    <a:pt x="17120" y="13477"/>
                  </a:lnTo>
                  <a:cubicBezTo>
                    <a:pt x="17177" y="13436"/>
                    <a:pt x="17231" y="13395"/>
                    <a:pt x="17286" y="13346"/>
                  </a:cubicBezTo>
                  <a:cubicBezTo>
                    <a:pt x="17397" y="13257"/>
                    <a:pt x="17522" y="13166"/>
                    <a:pt x="17674" y="13050"/>
                  </a:cubicBezTo>
                  <a:lnTo>
                    <a:pt x="17742" y="12993"/>
                  </a:lnTo>
                  <a:cubicBezTo>
                    <a:pt x="17757" y="12980"/>
                    <a:pt x="17777" y="12967"/>
                    <a:pt x="17790" y="12952"/>
                  </a:cubicBezTo>
                  <a:cubicBezTo>
                    <a:pt x="17812" y="12938"/>
                    <a:pt x="17825" y="12925"/>
                    <a:pt x="17847" y="12917"/>
                  </a:cubicBezTo>
                  <a:cubicBezTo>
                    <a:pt x="18164" y="12668"/>
                    <a:pt x="18504" y="12434"/>
                    <a:pt x="18835" y="12205"/>
                  </a:cubicBezTo>
                  <a:cubicBezTo>
                    <a:pt x="18951" y="12129"/>
                    <a:pt x="19076" y="12046"/>
                    <a:pt x="19209" y="11963"/>
                  </a:cubicBezTo>
                  <a:lnTo>
                    <a:pt x="19388" y="11847"/>
                  </a:lnTo>
                  <a:lnTo>
                    <a:pt x="17480" y="4485"/>
                  </a:lnTo>
                  <a:lnTo>
                    <a:pt x="21723" y="2578"/>
                  </a:lnTo>
                  <a:lnTo>
                    <a:pt x="25960" y="8888"/>
                  </a:lnTo>
                  <a:lnTo>
                    <a:pt x="26167" y="8833"/>
                  </a:lnTo>
                  <a:cubicBezTo>
                    <a:pt x="26748" y="8674"/>
                    <a:pt x="27328" y="8536"/>
                    <a:pt x="27917" y="8418"/>
                  </a:cubicBezTo>
                  <a:lnTo>
                    <a:pt x="27930" y="8418"/>
                  </a:lnTo>
                  <a:cubicBezTo>
                    <a:pt x="27944" y="8418"/>
                    <a:pt x="27950" y="8412"/>
                    <a:pt x="27965" y="8412"/>
                  </a:cubicBezTo>
                  <a:lnTo>
                    <a:pt x="28000" y="8405"/>
                  </a:lnTo>
                  <a:cubicBezTo>
                    <a:pt x="28186" y="8370"/>
                    <a:pt x="28338" y="8342"/>
                    <a:pt x="28476" y="8314"/>
                  </a:cubicBezTo>
                  <a:cubicBezTo>
                    <a:pt x="28546" y="8307"/>
                    <a:pt x="28622" y="8294"/>
                    <a:pt x="28690" y="8281"/>
                  </a:cubicBezTo>
                  <a:lnTo>
                    <a:pt x="28829" y="8259"/>
                  </a:lnTo>
                  <a:cubicBezTo>
                    <a:pt x="28904" y="8246"/>
                    <a:pt x="28974" y="8239"/>
                    <a:pt x="29043" y="8224"/>
                  </a:cubicBezTo>
                  <a:cubicBezTo>
                    <a:pt x="29063" y="8224"/>
                    <a:pt x="29078" y="8218"/>
                    <a:pt x="29098" y="8218"/>
                  </a:cubicBezTo>
                  <a:cubicBezTo>
                    <a:pt x="29111" y="8211"/>
                    <a:pt x="29126" y="8211"/>
                    <a:pt x="29140" y="8211"/>
                  </a:cubicBezTo>
                  <a:cubicBezTo>
                    <a:pt x="29244" y="8198"/>
                    <a:pt x="29347" y="8183"/>
                    <a:pt x="29451" y="8169"/>
                  </a:cubicBezTo>
                  <a:lnTo>
                    <a:pt x="29609" y="8148"/>
                  </a:lnTo>
                  <a:cubicBezTo>
                    <a:pt x="30198" y="8073"/>
                    <a:pt x="30798" y="8017"/>
                    <a:pt x="31392" y="7982"/>
                  </a:cubicBezTo>
                  <a:lnTo>
                    <a:pt x="31608" y="7975"/>
                  </a:lnTo>
                  <a:lnTo>
                    <a:pt x="33640" y="642"/>
                  </a:lnTo>
                  <a:close/>
                  <a:moveTo>
                    <a:pt x="33197" y="0"/>
                  </a:moveTo>
                  <a:lnTo>
                    <a:pt x="31152" y="7401"/>
                  </a:lnTo>
                  <a:cubicBezTo>
                    <a:pt x="30613" y="7436"/>
                    <a:pt x="30065" y="7484"/>
                    <a:pt x="29534" y="7554"/>
                  </a:cubicBezTo>
                  <a:lnTo>
                    <a:pt x="29375" y="7576"/>
                  </a:lnTo>
                  <a:cubicBezTo>
                    <a:pt x="29264" y="7589"/>
                    <a:pt x="29161" y="7602"/>
                    <a:pt x="29050" y="7617"/>
                  </a:cubicBezTo>
                  <a:cubicBezTo>
                    <a:pt x="29037" y="7624"/>
                    <a:pt x="29015" y="7624"/>
                    <a:pt x="28995" y="7624"/>
                  </a:cubicBezTo>
                  <a:cubicBezTo>
                    <a:pt x="28980" y="7630"/>
                    <a:pt x="28967" y="7630"/>
                    <a:pt x="28954" y="7630"/>
                  </a:cubicBezTo>
                  <a:cubicBezTo>
                    <a:pt x="28884" y="7644"/>
                    <a:pt x="28808" y="7659"/>
                    <a:pt x="28731" y="7672"/>
                  </a:cubicBezTo>
                  <a:lnTo>
                    <a:pt x="28594" y="7692"/>
                  </a:lnTo>
                  <a:cubicBezTo>
                    <a:pt x="28518" y="7707"/>
                    <a:pt x="28448" y="7713"/>
                    <a:pt x="28373" y="7727"/>
                  </a:cubicBezTo>
                  <a:cubicBezTo>
                    <a:pt x="28227" y="7755"/>
                    <a:pt x="28083" y="7783"/>
                    <a:pt x="27882" y="7816"/>
                  </a:cubicBezTo>
                  <a:lnTo>
                    <a:pt x="27854" y="7824"/>
                  </a:lnTo>
                  <a:cubicBezTo>
                    <a:pt x="27841" y="7824"/>
                    <a:pt x="27826" y="7831"/>
                    <a:pt x="27813" y="7831"/>
                  </a:cubicBezTo>
                  <a:lnTo>
                    <a:pt x="27799" y="7838"/>
                  </a:lnTo>
                  <a:cubicBezTo>
                    <a:pt x="27273" y="7941"/>
                    <a:pt x="26741" y="8058"/>
                    <a:pt x="26223" y="8198"/>
                  </a:cubicBezTo>
                  <a:lnTo>
                    <a:pt x="21937" y="1825"/>
                  </a:lnTo>
                  <a:lnTo>
                    <a:pt x="16775" y="4147"/>
                  </a:lnTo>
                  <a:lnTo>
                    <a:pt x="18696" y="11583"/>
                  </a:lnTo>
                  <a:cubicBezTo>
                    <a:pt x="18635" y="11625"/>
                    <a:pt x="18565" y="11666"/>
                    <a:pt x="18495" y="11714"/>
                  </a:cubicBezTo>
                  <a:cubicBezTo>
                    <a:pt x="18157" y="11943"/>
                    <a:pt x="17819" y="12185"/>
                    <a:pt x="17487" y="12434"/>
                  </a:cubicBezTo>
                  <a:cubicBezTo>
                    <a:pt x="17467" y="12454"/>
                    <a:pt x="17445" y="12469"/>
                    <a:pt x="17425" y="12482"/>
                  </a:cubicBezTo>
                  <a:cubicBezTo>
                    <a:pt x="17410" y="12495"/>
                    <a:pt x="17397" y="12510"/>
                    <a:pt x="17376" y="12524"/>
                  </a:cubicBezTo>
                  <a:lnTo>
                    <a:pt x="17362" y="12530"/>
                  </a:lnTo>
                  <a:cubicBezTo>
                    <a:pt x="17356" y="12537"/>
                    <a:pt x="17342" y="12544"/>
                    <a:pt x="17334" y="12552"/>
                  </a:cubicBezTo>
                  <a:lnTo>
                    <a:pt x="17308" y="12572"/>
                  </a:lnTo>
                  <a:cubicBezTo>
                    <a:pt x="17155" y="12690"/>
                    <a:pt x="17031" y="12786"/>
                    <a:pt x="16913" y="12875"/>
                  </a:cubicBezTo>
                  <a:cubicBezTo>
                    <a:pt x="16858" y="12925"/>
                    <a:pt x="16803" y="12973"/>
                    <a:pt x="16747" y="13015"/>
                  </a:cubicBezTo>
                  <a:lnTo>
                    <a:pt x="16623" y="13111"/>
                  </a:lnTo>
                  <a:cubicBezTo>
                    <a:pt x="16568" y="13159"/>
                    <a:pt x="16513" y="13207"/>
                    <a:pt x="16457" y="13249"/>
                  </a:cubicBezTo>
                  <a:lnTo>
                    <a:pt x="16430" y="13277"/>
                  </a:lnTo>
                  <a:cubicBezTo>
                    <a:pt x="16415" y="13290"/>
                    <a:pt x="16402" y="13298"/>
                    <a:pt x="16380" y="13312"/>
                  </a:cubicBezTo>
                  <a:cubicBezTo>
                    <a:pt x="16297" y="13381"/>
                    <a:pt x="16214" y="13456"/>
                    <a:pt x="16140" y="13526"/>
                  </a:cubicBezTo>
                  <a:lnTo>
                    <a:pt x="16049" y="13602"/>
                  </a:lnTo>
                  <a:cubicBezTo>
                    <a:pt x="16042" y="13609"/>
                    <a:pt x="16029" y="13622"/>
                    <a:pt x="16015" y="13630"/>
                  </a:cubicBezTo>
                  <a:cubicBezTo>
                    <a:pt x="15607" y="13988"/>
                    <a:pt x="15213" y="14355"/>
                    <a:pt x="14833" y="14735"/>
                  </a:cubicBezTo>
                  <a:lnTo>
                    <a:pt x="7936" y="11356"/>
                  </a:lnTo>
                  <a:lnTo>
                    <a:pt x="4625" y="15952"/>
                  </a:lnTo>
                  <a:lnTo>
                    <a:pt x="10009" y="21426"/>
                  </a:lnTo>
                  <a:cubicBezTo>
                    <a:pt x="9767" y="21909"/>
                    <a:pt x="9538" y="22407"/>
                    <a:pt x="9331" y="22898"/>
                  </a:cubicBezTo>
                  <a:cubicBezTo>
                    <a:pt x="9324" y="22911"/>
                    <a:pt x="9317" y="22932"/>
                    <a:pt x="9311" y="22946"/>
                  </a:cubicBezTo>
                  <a:lnTo>
                    <a:pt x="9297" y="22981"/>
                  </a:lnTo>
                  <a:cubicBezTo>
                    <a:pt x="9221" y="23168"/>
                    <a:pt x="9165" y="23306"/>
                    <a:pt x="9110" y="23443"/>
                  </a:cubicBezTo>
                  <a:cubicBezTo>
                    <a:pt x="9082" y="23513"/>
                    <a:pt x="9055" y="23583"/>
                    <a:pt x="9034" y="23651"/>
                  </a:cubicBezTo>
                  <a:lnTo>
                    <a:pt x="8979" y="23790"/>
                  </a:lnTo>
                  <a:cubicBezTo>
                    <a:pt x="8951" y="23858"/>
                    <a:pt x="8931" y="23921"/>
                    <a:pt x="8903" y="23989"/>
                  </a:cubicBezTo>
                  <a:cubicBezTo>
                    <a:pt x="8855" y="24128"/>
                    <a:pt x="8800" y="24279"/>
                    <a:pt x="8737" y="24467"/>
                  </a:cubicBezTo>
                  <a:lnTo>
                    <a:pt x="8709" y="24543"/>
                  </a:lnTo>
                  <a:cubicBezTo>
                    <a:pt x="8536" y="25054"/>
                    <a:pt x="8377" y="25573"/>
                    <a:pt x="8233" y="26091"/>
                  </a:cubicBezTo>
                  <a:lnTo>
                    <a:pt x="574" y="26617"/>
                  </a:lnTo>
                  <a:lnTo>
                    <a:pt x="0" y="32250"/>
                  </a:lnTo>
                  <a:lnTo>
                    <a:pt x="7403" y="34302"/>
                  </a:lnTo>
                  <a:cubicBezTo>
                    <a:pt x="7438" y="34834"/>
                    <a:pt x="7486" y="35380"/>
                    <a:pt x="7556" y="35912"/>
                  </a:cubicBezTo>
                  <a:lnTo>
                    <a:pt x="7569" y="35995"/>
                  </a:lnTo>
                  <a:cubicBezTo>
                    <a:pt x="7589" y="36189"/>
                    <a:pt x="7610" y="36347"/>
                    <a:pt x="7639" y="36493"/>
                  </a:cubicBezTo>
                  <a:cubicBezTo>
                    <a:pt x="7645" y="36569"/>
                    <a:pt x="7659" y="36637"/>
                    <a:pt x="7672" y="36713"/>
                  </a:cubicBezTo>
                  <a:lnTo>
                    <a:pt x="7693" y="36859"/>
                  </a:lnTo>
                  <a:cubicBezTo>
                    <a:pt x="7707" y="36927"/>
                    <a:pt x="7713" y="37004"/>
                    <a:pt x="7728" y="37073"/>
                  </a:cubicBezTo>
                  <a:cubicBezTo>
                    <a:pt x="7755" y="37211"/>
                    <a:pt x="7783" y="37370"/>
                    <a:pt x="7818" y="37564"/>
                  </a:cubicBezTo>
                  <a:lnTo>
                    <a:pt x="7824" y="37599"/>
                  </a:lnTo>
                  <a:cubicBezTo>
                    <a:pt x="7831" y="37619"/>
                    <a:pt x="7831" y="37632"/>
                    <a:pt x="7838" y="37647"/>
                  </a:cubicBezTo>
                  <a:cubicBezTo>
                    <a:pt x="7942" y="38172"/>
                    <a:pt x="8060" y="38704"/>
                    <a:pt x="8204" y="39230"/>
                  </a:cubicBezTo>
                  <a:lnTo>
                    <a:pt x="1825" y="43508"/>
                  </a:lnTo>
                  <a:lnTo>
                    <a:pt x="4147" y="48678"/>
                  </a:lnTo>
                  <a:lnTo>
                    <a:pt x="11585" y="46749"/>
                  </a:lnTo>
                  <a:cubicBezTo>
                    <a:pt x="11882" y="47198"/>
                    <a:pt x="12200" y="47641"/>
                    <a:pt x="12517" y="48069"/>
                  </a:cubicBezTo>
                  <a:cubicBezTo>
                    <a:pt x="12532" y="48083"/>
                    <a:pt x="12545" y="48098"/>
                    <a:pt x="12552" y="48111"/>
                  </a:cubicBezTo>
                  <a:lnTo>
                    <a:pt x="12574" y="48139"/>
                  </a:lnTo>
                  <a:cubicBezTo>
                    <a:pt x="12698" y="48298"/>
                    <a:pt x="12794" y="48414"/>
                    <a:pt x="12884" y="48532"/>
                  </a:cubicBezTo>
                  <a:cubicBezTo>
                    <a:pt x="12925" y="48589"/>
                    <a:pt x="12973" y="48643"/>
                    <a:pt x="13021" y="48705"/>
                  </a:cubicBezTo>
                  <a:lnTo>
                    <a:pt x="13104" y="48809"/>
                  </a:lnTo>
                  <a:cubicBezTo>
                    <a:pt x="13154" y="48871"/>
                    <a:pt x="13202" y="48927"/>
                    <a:pt x="13250" y="48988"/>
                  </a:cubicBezTo>
                  <a:cubicBezTo>
                    <a:pt x="13346" y="49099"/>
                    <a:pt x="13451" y="49224"/>
                    <a:pt x="13575" y="49368"/>
                  </a:cubicBezTo>
                  <a:lnTo>
                    <a:pt x="13637" y="49431"/>
                  </a:lnTo>
                  <a:cubicBezTo>
                    <a:pt x="13990" y="49839"/>
                    <a:pt x="14357" y="50232"/>
                    <a:pt x="14737" y="50612"/>
                  </a:cubicBezTo>
                  <a:lnTo>
                    <a:pt x="11356" y="57511"/>
                  </a:lnTo>
                  <a:lnTo>
                    <a:pt x="15952" y="60829"/>
                  </a:lnTo>
                  <a:lnTo>
                    <a:pt x="21426" y="55438"/>
                  </a:lnTo>
                  <a:cubicBezTo>
                    <a:pt x="21911" y="55680"/>
                    <a:pt x="22408" y="55907"/>
                    <a:pt x="22899" y="56114"/>
                  </a:cubicBezTo>
                  <a:cubicBezTo>
                    <a:pt x="22913" y="56121"/>
                    <a:pt x="22932" y="56128"/>
                    <a:pt x="22947" y="56136"/>
                  </a:cubicBezTo>
                  <a:lnTo>
                    <a:pt x="22982" y="56149"/>
                  </a:lnTo>
                  <a:cubicBezTo>
                    <a:pt x="23161" y="56219"/>
                    <a:pt x="23306" y="56280"/>
                    <a:pt x="23445" y="56335"/>
                  </a:cubicBezTo>
                  <a:cubicBezTo>
                    <a:pt x="23513" y="56363"/>
                    <a:pt x="23583" y="56391"/>
                    <a:pt x="23652" y="56411"/>
                  </a:cubicBezTo>
                  <a:lnTo>
                    <a:pt x="23790" y="56468"/>
                  </a:lnTo>
                  <a:cubicBezTo>
                    <a:pt x="23860" y="56494"/>
                    <a:pt x="23921" y="56516"/>
                    <a:pt x="23991" y="56542"/>
                  </a:cubicBezTo>
                  <a:cubicBezTo>
                    <a:pt x="24128" y="56592"/>
                    <a:pt x="24281" y="56647"/>
                    <a:pt x="24460" y="56708"/>
                  </a:cubicBezTo>
                  <a:lnTo>
                    <a:pt x="24550" y="56736"/>
                  </a:lnTo>
                  <a:cubicBezTo>
                    <a:pt x="25056" y="56909"/>
                    <a:pt x="25573" y="57068"/>
                    <a:pt x="26099" y="57214"/>
                  </a:cubicBezTo>
                  <a:lnTo>
                    <a:pt x="26617" y="64871"/>
                  </a:lnTo>
                  <a:lnTo>
                    <a:pt x="32250" y="65445"/>
                  </a:lnTo>
                  <a:lnTo>
                    <a:pt x="34303" y="58043"/>
                  </a:lnTo>
                  <a:cubicBezTo>
                    <a:pt x="34842" y="58009"/>
                    <a:pt x="35381" y="57961"/>
                    <a:pt x="35912" y="57891"/>
                  </a:cubicBezTo>
                  <a:lnTo>
                    <a:pt x="36086" y="57869"/>
                  </a:lnTo>
                  <a:cubicBezTo>
                    <a:pt x="36189" y="57856"/>
                    <a:pt x="36294" y="57843"/>
                    <a:pt x="36397" y="57828"/>
                  </a:cubicBezTo>
                  <a:cubicBezTo>
                    <a:pt x="36418" y="57821"/>
                    <a:pt x="36438" y="57821"/>
                    <a:pt x="36451" y="57815"/>
                  </a:cubicBezTo>
                  <a:lnTo>
                    <a:pt x="36493" y="57808"/>
                  </a:lnTo>
                  <a:cubicBezTo>
                    <a:pt x="36563" y="57801"/>
                    <a:pt x="36639" y="57786"/>
                    <a:pt x="36708" y="57780"/>
                  </a:cubicBezTo>
                  <a:lnTo>
                    <a:pt x="36866" y="57753"/>
                  </a:lnTo>
                  <a:cubicBezTo>
                    <a:pt x="36936" y="57738"/>
                    <a:pt x="37005" y="57732"/>
                    <a:pt x="37073" y="57718"/>
                  </a:cubicBezTo>
                  <a:cubicBezTo>
                    <a:pt x="37219" y="57690"/>
                    <a:pt x="37372" y="57662"/>
                    <a:pt x="37564" y="57629"/>
                  </a:cubicBezTo>
                  <a:lnTo>
                    <a:pt x="37593" y="57621"/>
                  </a:lnTo>
                  <a:cubicBezTo>
                    <a:pt x="37606" y="57621"/>
                    <a:pt x="37621" y="57614"/>
                    <a:pt x="37634" y="57614"/>
                  </a:cubicBezTo>
                  <a:lnTo>
                    <a:pt x="37647" y="57607"/>
                  </a:lnTo>
                  <a:cubicBezTo>
                    <a:pt x="38173" y="57504"/>
                    <a:pt x="38706" y="57387"/>
                    <a:pt x="39230" y="57247"/>
                  </a:cubicBezTo>
                  <a:lnTo>
                    <a:pt x="43509" y="63620"/>
                  </a:lnTo>
                  <a:lnTo>
                    <a:pt x="48678" y="61298"/>
                  </a:lnTo>
                  <a:lnTo>
                    <a:pt x="46751" y="53862"/>
                  </a:lnTo>
                  <a:cubicBezTo>
                    <a:pt x="47200" y="53565"/>
                    <a:pt x="47641" y="53246"/>
                    <a:pt x="48071" y="52921"/>
                  </a:cubicBezTo>
                  <a:lnTo>
                    <a:pt x="48084" y="52915"/>
                  </a:lnTo>
                  <a:cubicBezTo>
                    <a:pt x="48091" y="52908"/>
                    <a:pt x="48104" y="52901"/>
                    <a:pt x="48112" y="52893"/>
                  </a:cubicBezTo>
                  <a:lnTo>
                    <a:pt x="48139" y="52873"/>
                  </a:lnTo>
                  <a:cubicBezTo>
                    <a:pt x="48292" y="52755"/>
                    <a:pt x="48416" y="52659"/>
                    <a:pt x="48534" y="52561"/>
                  </a:cubicBezTo>
                  <a:cubicBezTo>
                    <a:pt x="48589" y="52520"/>
                    <a:pt x="48643" y="52472"/>
                    <a:pt x="48700" y="52430"/>
                  </a:cubicBezTo>
                  <a:lnTo>
                    <a:pt x="48809" y="52341"/>
                  </a:lnTo>
                  <a:cubicBezTo>
                    <a:pt x="48872" y="52293"/>
                    <a:pt x="48934" y="52244"/>
                    <a:pt x="48990" y="52196"/>
                  </a:cubicBezTo>
                  <a:lnTo>
                    <a:pt x="49016" y="52168"/>
                  </a:lnTo>
                  <a:cubicBezTo>
                    <a:pt x="49031" y="52155"/>
                    <a:pt x="49051" y="52147"/>
                    <a:pt x="49066" y="52133"/>
                  </a:cubicBezTo>
                  <a:cubicBezTo>
                    <a:pt x="49141" y="52064"/>
                    <a:pt x="49224" y="51996"/>
                    <a:pt x="49300" y="51926"/>
                  </a:cubicBezTo>
                  <a:lnTo>
                    <a:pt x="49431" y="51808"/>
                  </a:lnTo>
                  <a:cubicBezTo>
                    <a:pt x="49839" y="51457"/>
                    <a:pt x="50234" y="51090"/>
                    <a:pt x="50620" y="50710"/>
                  </a:cubicBezTo>
                  <a:lnTo>
                    <a:pt x="57511" y="54089"/>
                  </a:lnTo>
                  <a:lnTo>
                    <a:pt x="60829" y="49493"/>
                  </a:lnTo>
                  <a:lnTo>
                    <a:pt x="55438" y="44019"/>
                  </a:lnTo>
                  <a:cubicBezTo>
                    <a:pt x="55680" y="43536"/>
                    <a:pt x="55909" y="43038"/>
                    <a:pt x="56116" y="42547"/>
                  </a:cubicBezTo>
                  <a:cubicBezTo>
                    <a:pt x="56123" y="42534"/>
                    <a:pt x="56129" y="42512"/>
                    <a:pt x="56136" y="42499"/>
                  </a:cubicBezTo>
                  <a:lnTo>
                    <a:pt x="56149" y="42464"/>
                  </a:lnTo>
                  <a:cubicBezTo>
                    <a:pt x="56225" y="42285"/>
                    <a:pt x="56282" y="42139"/>
                    <a:pt x="56337" y="42002"/>
                  </a:cubicBezTo>
                  <a:lnTo>
                    <a:pt x="56356" y="41945"/>
                  </a:lnTo>
                  <a:cubicBezTo>
                    <a:pt x="56378" y="41904"/>
                    <a:pt x="56391" y="41856"/>
                    <a:pt x="56413" y="41814"/>
                  </a:cubicBezTo>
                  <a:cubicBezTo>
                    <a:pt x="56420" y="41788"/>
                    <a:pt x="56433" y="41759"/>
                    <a:pt x="56439" y="41725"/>
                  </a:cubicBezTo>
                  <a:lnTo>
                    <a:pt x="56468" y="41655"/>
                  </a:lnTo>
                  <a:cubicBezTo>
                    <a:pt x="56496" y="41587"/>
                    <a:pt x="56522" y="41524"/>
                    <a:pt x="56544" y="41456"/>
                  </a:cubicBezTo>
                  <a:cubicBezTo>
                    <a:pt x="56592" y="41317"/>
                    <a:pt x="56647" y="41166"/>
                    <a:pt x="56710" y="40985"/>
                  </a:cubicBezTo>
                  <a:lnTo>
                    <a:pt x="56738" y="40902"/>
                  </a:lnTo>
                  <a:cubicBezTo>
                    <a:pt x="56917" y="40391"/>
                    <a:pt x="57070" y="39872"/>
                    <a:pt x="57214" y="39354"/>
                  </a:cubicBezTo>
                  <a:lnTo>
                    <a:pt x="64873" y="38828"/>
                  </a:lnTo>
                  <a:lnTo>
                    <a:pt x="65446" y="33195"/>
                  </a:lnTo>
                  <a:lnTo>
                    <a:pt x="58043" y="31143"/>
                  </a:lnTo>
                  <a:cubicBezTo>
                    <a:pt x="58009" y="30604"/>
                    <a:pt x="57961" y="30065"/>
                    <a:pt x="57891" y="29533"/>
                  </a:cubicBezTo>
                  <a:lnTo>
                    <a:pt x="57884" y="29485"/>
                  </a:lnTo>
                  <a:lnTo>
                    <a:pt x="57884" y="29450"/>
                  </a:lnTo>
                  <a:cubicBezTo>
                    <a:pt x="57858" y="29256"/>
                    <a:pt x="57836" y="29098"/>
                    <a:pt x="57816" y="28952"/>
                  </a:cubicBezTo>
                  <a:cubicBezTo>
                    <a:pt x="57801" y="28882"/>
                    <a:pt x="57788" y="28808"/>
                    <a:pt x="57781" y="28738"/>
                  </a:cubicBezTo>
                  <a:lnTo>
                    <a:pt x="57753" y="28586"/>
                  </a:lnTo>
                  <a:cubicBezTo>
                    <a:pt x="57740" y="28509"/>
                    <a:pt x="57733" y="28441"/>
                    <a:pt x="57718" y="28372"/>
                  </a:cubicBezTo>
                  <a:cubicBezTo>
                    <a:pt x="57692" y="28227"/>
                    <a:pt x="57664" y="28075"/>
                    <a:pt x="57629" y="27881"/>
                  </a:cubicBezTo>
                  <a:lnTo>
                    <a:pt x="57622" y="27846"/>
                  </a:lnTo>
                  <a:cubicBezTo>
                    <a:pt x="57615" y="27826"/>
                    <a:pt x="57615" y="27813"/>
                    <a:pt x="57609" y="27798"/>
                  </a:cubicBezTo>
                  <a:cubicBezTo>
                    <a:pt x="57609" y="27778"/>
                    <a:pt x="57601" y="27756"/>
                    <a:pt x="57601" y="27743"/>
                  </a:cubicBezTo>
                  <a:cubicBezTo>
                    <a:pt x="57594" y="27715"/>
                    <a:pt x="57594" y="27688"/>
                    <a:pt x="57587" y="27660"/>
                  </a:cubicBezTo>
                  <a:cubicBezTo>
                    <a:pt x="57504" y="27258"/>
                    <a:pt x="57408" y="26850"/>
                    <a:pt x="57310" y="26451"/>
                  </a:cubicBezTo>
                  <a:cubicBezTo>
                    <a:pt x="57290" y="26374"/>
                    <a:pt x="57269" y="26298"/>
                    <a:pt x="57249" y="26215"/>
                  </a:cubicBezTo>
                  <a:lnTo>
                    <a:pt x="63622" y="21937"/>
                  </a:lnTo>
                  <a:lnTo>
                    <a:pt x="61300" y="16767"/>
                  </a:lnTo>
                  <a:lnTo>
                    <a:pt x="53862" y="18696"/>
                  </a:lnTo>
                  <a:cubicBezTo>
                    <a:pt x="53565" y="18246"/>
                    <a:pt x="53255" y="17804"/>
                    <a:pt x="52929" y="17376"/>
                  </a:cubicBezTo>
                  <a:lnTo>
                    <a:pt x="52873" y="17306"/>
                  </a:lnTo>
                  <a:cubicBezTo>
                    <a:pt x="52757" y="17155"/>
                    <a:pt x="52659" y="17031"/>
                    <a:pt x="52570" y="16913"/>
                  </a:cubicBezTo>
                  <a:cubicBezTo>
                    <a:pt x="52521" y="16856"/>
                    <a:pt x="52473" y="16802"/>
                    <a:pt x="52425" y="16740"/>
                  </a:cubicBezTo>
                  <a:lnTo>
                    <a:pt x="52334" y="16629"/>
                  </a:lnTo>
                  <a:cubicBezTo>
                    <a:pt x="52286" y="16566"/>
                    <a:pt x="52244" y="16511"/>
                    <a:pt x="52196" y="16457"/>
                  </a:cubicBezTo>
                  <a:cubicBezTo>
                    <a:pt x="52100" y="16345"/>
                    <a:pt x="51996" y="16228"/>
                    <a:pt x="51871" y="16077"/>
                  </a:cubicBezTo>
                  <a:lnTo>
                    <a:pt x="51845" y="16049"/>
                  </a:lnTo>
                  <a:cubicBezTo>
                    <a:pt x="51836" y="16035"/>
                    <a:pt x="51823" y="16027"/>
                    <a:pt x="51816" y="16014"/>
                  </a:cubicBezTo>
                  <a:cubicBezTo>
                    <a:pt x="51463" y="15606"/>
                    <a:pt x="51090" y="15213"/>
                    <a:pt x="50710" y="14824"/>
                  </a:cubicBezTo>
                  <a:lnTo>
                    <a:pt x="54091" y="7934"/>
                  </a:lnTo>
                  <a:lnTo>
                    <a:pt x="49494" y="4616"/>
                  </a:lnTo>
                  <a:lnTo>
                    <a:pt x="44020" y="10007"/>
                  </a:lnTo>
                  <a:cubicBezTo>
                    <a:pt x="43536" y="9765"/>
                    <a:pt x="43045" y="9538"/>
                    <a:pt x="42547" y="9331"/>
                  </a:cubicBezTo>
                  <a:lnTo>
                    <a:pt x="42464" y="9296"/>
                  </a:lnTo>
                  <a:cubicBezTo>
                    <a:pt x="42292" y="9226"/>
                    <a:pt x="42141" y="9165"/>
                    <a:pt x="42002" y="9110"/>
                  </a:cubicBezTo>
                  <a:cubicBezTo>
                    <a:pt x="41934" y="9082"/>
                    <a:pt x="41864" y="9054"/>
                    <a:pt x="41801" y="9034"/>
                  </a:cubicBezTo>
                  <a:lnTo>
                    <a:pt x="41657" y="8977"/>
                  </a:lnTo>
                  <a:cubicBezTo>
                    <a:pt x="41587" y="8951"/>
                    <a:pt x="41526" y="8929"/>
                    <a:pt x="41456" y="8903"/>
                  </a:cubicBezTo>
                  <a:cubicBezTo>
                    <a:pt x="41283" y="8840"/>
                    <a:pt x="41117" y="8778"/>
                    <a:pt x="40986" y="8737"/>
                  </a:cubicBezTo>
                  <a:lnTo>
                    <a:pt x="40952" y="8722"/>
                  </a:lnTo>
                  <a:cubicBezTo>
                    <a:pt x="40930" y="8715"/>
                    <a:pt x="40917" y="8709"/>
                    <a:pt x="40903" y="8709"/>
                  </a:cubicBezTo>
                  <a:cubicBezTo>
                    <a:pt x="40391" y="8536"/>
                    <a:pt x="39873" y="8377"/>
                    <a:pt x="39354" y="8231"/>
                  </a:cubicBezTo>
                  <a:lnTo>
                    <a:pt x="38830" y="574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45"/>
            <p:cNvSpPr/>
            <p:nvPr/>
          </p:nvSpPr>
          <p:spPr>
            <a:xfrm>
              <a:off x="3567882" y="2881263"/>
              <a:ext cx="772996" cy="713570"/>
            </a:xfrm>
            <a:custGeom>
              <a:rect b="b" l="l" r="r" t="t"/>
              <a:pathLst>
                <a:path extrusionOk="0" h="9450" w="10237">
                  <a:moveTo>
                    <a:pt x="4865" y="597"/>
                  </a:moveTo>
                  <a:cubicBezTo>
                    <a:pt x="5356" y="597"/>
                    <a:pt x="5854" y="686"/>
                    <a:pt x="6332" y="866"/>
                  </a:cubicBezTo>
                  <a:cubicBezTo>
                    <a:pt x="7360" y="1260"/>
                    <a:pt x="8176" y="2027"/>
                    <a:pt x="8626" y="3037"/>
                  </a:cubicBezTo>
                  <a:cubicBezTo>
                    <a:pt x="9558" y="5110"/>
                    <a:pt x="8633" y="7557"/>
                    <a:pt x="6559" y="8489"/>
                  </a:cubicBezTo>
                  <a:cubicBezTo>
                    <a:pt x="6012" y="8733"/>
                    <a:pt x="5439" y="8848"/>
                    <a:pt x="4875" y="8848"/>
                  </a:cubicBezTo>
                  <a:cubicBezTo>
                    <a:pt x="3297" y="8848"/>
                    <a:pt x="1789" y="7944"/>
                    <a:pt x="1107" y="6416"/>
                  </a:cubicBezTo>
                  <a:cubicBezTo>
                    <a:pt x="651" y="5414"/>
                    <a:pt x="616" y="4294"/>
                    <a:pt x="1009" y="3264"/>
                  </a:cubicBezTo>
                  <a:cubicBezTo>
                    <a:pt x="1404" y="2227"/>
                    <a:pt x="2170" y="1411"/>
                    <a:pt x="3172" y="963"/>
                  </a:cubicBezTo>
                  <a:cubicBezTo>
                    <a:pt x="3711" y="721"/>
                    <a:pt x="4285" y="597"/>
                    <a:pt x="4865" y="597"/>
                  </a:cubicBezTo>
                  <a:close/>
                  <a:moveTo>
                    <a:pt x="4855" y="0"/>
                  </a:moveTo>
                  <a:cubicBezTo>
                    <a:pt x="4199" y="0"/>
                    <a:pt x="3545" y="139"/>
                    <a:pt x="2931" y="416"/>
                  </a:cubicBezTo>
                  <a:cubicBezTo>
                    <a:pt x="1777" y="935"/>
                    <a:pt x="899" y="1867"/>
                    <a:pt x="450" y="3050"/>
                  </a:cubicBezTo>
                  <a:cubicBezTo>
                    <a:pt x="0" y="4225"/>
                    <a:pt x="42" y="5510"/>
                    <a:pt x="559" y="6665"/>
                  </a:cubicBezTo>
                  <a:cubicBezTo>
                    <a:pt x="1341" y="8406"/>
                    <a:pt x="3069" y="9450"/>
                    <a:pt x="4872" y="9450"/>
                  </a:cubicBezTo>
                  <a:cubicBezTo>
                    <a:pt x="5516" y="9450"/>
                    <a:pt x="6173" y="9312"/>
                    <a:pt x="6801" y="9035"/>
                  </a:cubicBezTo>
                  <a:cubicBezTo>
                    <a:pt x="9178" y="7963"/>
                    <a:pt x="10237" y="5165"/>
                    <a:pt x="9172" y="2788"/>
                  </a:cubicBezTo>
                  <a:cubicBezTo>
                    <a:pt x="8654" y="1640"/>
                    <a:pt x="7720" y="756"/>
                    <a:pt x="6539" y="313"/>
                  </a:cubicBezTo>
                  <a:cubicBezTo>
                    <a:pt x="5993" y="104"/>
                    <a:pt x="5423" y="0"/>
                    <a:pt x="4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45"/>
            <p:cNvSpPr/>
            <p:nvPr/>
          </p:nvSpPr>
          <p:spPr>
            <a:xfrm>
              <a:off x="2542896" y="2506653"/>
              <a:ext cx="772920" cy="713570"/>
            </a:xfrm>
            <a:custGeom>
              <a:rect b="b" l="l" r="r" t="t"/>
              <a:pathLst>
                <a:path extrusionOk="0" h="9450" w="10236">
                  <a:moveTo>
                    <a:pt x="5370" y="601"/>
                  </a:moveTo>
                  <a:cubicBezTo>
                    <a:pt x="6946" y="601"/>
                    <a:pt x="8452" y="1507"/>
                    <a:pt x="9137" y="3035"/>
                  </a:cubicBezTo>
                  <a:cubicBezTo>
                    <a:pt x="9587" y="4037"/>
                    <a:pt x="9622" y="5156"/>
                    <a:pt x="9233" y="6193"/>
                  </a:cubicBezTo>
                  <a:cubicBezTo>
                    <a:pt x="8840" y="7223"/>
                    <a:pt x="8072" y="8039"/>
                    <a:pt x="7064" y="8487"/>
                  </a:cubicBezTo>
                  <a:cubicBezTo>
                    <a:pt x="6523" y="8730"/>
                    <a:pt x="5948" y="8852"/>
                    <a:pt x="5371" y="8852"/>
                  </a:cubicBezTo>
                  <a:cubicBezTo>
                    <a:pt x="4879" y="8852"/>
                    <a:pt x="4386" y="8763"/>
                    <a:pt x="3912" y="8585"/>
                  </a:cubicBezTo>
                  <a:cubicBezTo>
                    <a:pt x="2882" y="8190"/>
                    <a:pt x="2066" y="7424"/>
                    <a:pt x="1610" y="6414"/>
                  </a:cubicBezTo>
                  <a:cubicBezTo>
                    <a:pt x="684" y="4340"/>
                    <a:pt x="1610" y="1894"/>
                    <a:pt x="3683" y="961"/>
                  </a:cubicBezTo>
                  <a:cubicBezTo>
                    <a:pt x="4231" y="719"/>
                    <a:pt x="4803" y="601"/>
                    <a:pt x="5370" y="601"/>
                  </a:cubicBezTo>
                  <a:close/>
                  <a:moveTo>
                    <a:pt x="5374" y="1"/>
                  </a:moveTo>
                  <a:cubicBezTo>
                    <a:pt x="4716" y="1"/>
                    <a:pt x="4059" y="140"/>
                    <a:pt x="3443" y="416"/>
                  </a:cubicBezTo>
                  <a:cubicBezTo>
                    <a:pt x="1064" y="1487"/>
                    <a:pt x="1" y="4286"/>
                    <a:pt x="1071" y="6663"/>
                  </a:cubicBezTo>
                  <a:cubicBezTo>
                    <a:pt x="1583" y="7810"/>
                    <a:pt x="2522" y="8695"/>
                    <a:pt x="3698" y="9137"/>
                  </a:cubicBezTo>
                  <a:cubicBezTo>
                    <a:pt x="4244" y="9345"/>
                    <a:pt x="4811" y="9449"/>
                    <a:pt x="5377" y="9449"/>
                  </a:cubicBezTo>
                  <a:cubicBezTo>
                    <a:pt x="6034" y="9449"/>
                    <a:pt x="6690" y="9310"/>
                    <a:pt x="7313" y="9035"/>
                  </a:cubicBezTo>
                  <a:cubicBezTo>
                    <a:pt x="8460" y="8515"/>
                    <a:pt x="9345" y="7583"/>
                    <a:pt x="9794" y="6401"/>
                  </a:cubicBezTo>
                  <a:cubicBezTo>
                    <a:pt x="10235" y="5226"/>
                    <a:pt x="10202" y="3941"/>
                    <a:pt x="9683" y="2786"/>
                  </a:cubicBezTo>
                  <a:cubicBezTo>
                    <a:pt x="9165" y="1638"/>
                    <a:pt x="8231" y="761"/>
                    <a:pt x="7050" y="311"/>
                  </a:cubicBezTo>
                  <a:cubicBezTo>
                    <a:pt x="6507" y="103"/>
                    <a:pt x="5940" y="1"/>
                    <a:pt x="5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45"/>
            <p:cNvSpPr/>
            <p:nvPr/>
          </p:nvSpPr>
          <p:spPr>
            <a:xfrm>
              <a:off x="3503094" y="2446320"/>
              <a:ext cx="240726" cy="222150"/>
            </a:xfrm>
            <a:custGeom>
              <a:rect b="b" l="l" r="r" t="t"/>
              <a:pathLst>
                <a:path extrusionOk="0" h="2942" w="3188">
                  <a:moveTo>
                    <a:pt x="1674" y="599"/>
                  </a:moveTo>
                  <a:cubicBezTo>
                    <a:pt x="1777" y="599"/>
                    <a:pt x="1882" y="619"/>
                    <a:pt x="1978" y="654"/>
                  </a:cubicBezTo>
                  <a:cubicBezTo>
                    <a:pt x="2199" y="737"/>
                    <a:pt x="2371" y="903"/>
                    <a:pt x="2469" y="1117"/>
                  </a:cubicBezTo>
                  <a:cubicBezTo>
                    <a:pt x="2565" y="1324"/>
                    <a:pt x="2572" y="1566"/>
                    <a:pt x="2489" y="1780"/>
                  </a:cubicBezTo>
                  <a:cubicBezTo>
                    <a:pt x="2406" y="2003"/>
                    <a:pt x="2240" y="2175"/>
                    <a:pt x="2026" y="2271"/>
                  </a:cubicBezTo>
                  <a:cubicBezTo>
                    <a:pt x="1915" y="2319"/>
                    <a:pt x="1795" y="2344"/>
                    <a:pt x="1674" y="2344"/>
                  </a:cubicBezTo>
                  <a:cubicBezTo>
                    <a:pt x="1568" y="2344"/>
                    <a:pt x="1462" y="2325"/>
                    <a:pt x="1363" y="2286"/>
                  </a:cubicBezTo>
                  <a:cubicBezTo>
                    <a:pt x="1142" y="2203"/>
                    <a:pt x="969" y="2044"/>
                    <a:pt x="878" y="1830"/>
                  </a:cubicBezTo>
                  <a:cubicBezTo>
                    <a:pt x="679" y="1394"/>
                    <a:pt x="872" y="876"/>
                    <a:pt x="1314" y="676"/>
                  </a:cubicBezTo>
                  <a:cubicBezTo>
                    <a:pt x="1426" y="627"/>
                    <a:pt x="1550" y="599"/>
                    <a:pt x="1674" y="599"/>
                  </a:cubicBezTo>
                  <a:close/>
                  <a:moveTo>
                    <a:pt x="1667" y="1"/>
                  </a:moveTo>
                  <a:cubicBezTo>
                    <a:pt x="1462" y="1"/>
                    <a:pt x="1258" y="45"/>
                    <a:pt x="1066" y="130"/>
                  </a:cubicBezTo>
                  <a:cubicBezTo>
                    <a:pt x="326" y="468"/>
                    <a:pt x="1" y="1339"/>
                    <a:pt x="333" y="2079"/>
                  </a:cubicBezTo>
                  <a:cubicBezTo>
                    <a:pt x="492" y="2437"/>
                    <a:pt x="782" y="2708"/>
                    <a:pt x="1149" y="2845"/>
                  </a:cubicBezTo>
                  <a:cubicBezTo>
                    <a:pt x="1321" y="2915"/>
                    <a:pt x="1494" y="2941"/>
                    <a:pt x="1674" y="2941"/>
                  </a:cubicBezTo>
                  <a:cubicBezTo>
                    <a:pt x="1874" y="2941"/>
                    <a:pt x="2081" y="2900"/>
                    <a:pt x="2275" y="2810"/>
                  </a:cubicBezTo>
                  <a:cubicBezTo>
                    <a:pt x="2635" y="2651"/>
                    <a:pt x="2904" y="2361"/>
                    <a:pt x="3043" y="1996"/>
                  </a:cubicBezTo>
                  <a:cubicBezTo>
                    <a:pt x="3187" y="1629"/>
                    <a:pt x="3174" y="1228"/>
                    <a:pt x="3015" y="868"/>
                  </a:cubicBezTo>
                  <a:cubicBezTo>
                    <a:pt x="2849" y="510"/>
                    <a:pt x="2559" y="239"/>
                    <a:pt x="2192" y="102"/>
                  </a:cubicBezTo>
                  <a:cubicBezTo>
                    <a:pt x="2022" y="34"/>
                    <a:pt x="1844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45"/>
            <p:cNvSpPr/>
            <p:nvPr/>
          </p:nvSpPr>
          <p:spPr>
            <a:xfrm>
              <a:off x="3903906" y="1895013"/>
              <a:ext cx="811581" cy="713418"/>
            </a:xfrm>
            <a:custGeom>
              <a:rect b="b" l="l" r="r" t="t"/>
              <a:pathLst>
                <a:path extrusionOk="0" h="9448" w="10748">
                  <a:moveTo>
                    <a:pt x="5372" y="602"/>
                  </a:moveTo>
                  <a:cubicBezTo>
                    <a:pt x="6941" y="602"/>
                    <a:pt x="8447" y="1507"/>
                    <a:pt x="9139" y="3035"/>
                  </a:cubicBezTo>
                  <a:cubicBezTo>
                    <a:pt x="10071" y="5109"/>
                    <a:pt x="9139" y="7555"/>
                    <a:pt x="7065" y="8487"/>
                  </a:cubicBezTo>
                  <a:cubicBezTo>
                    <a:pt x="6520" y="8731"/>
                    <a:pt x="5948" y="8846"/>
                    <a:pt x="5385" y="8846"/>
                  </a:cubicBezTo>
                  <a:cubicBezTo>
                    <a:pt x="3809" y="8846"/>
                    <a:pt x="2300" y="7942"/>
                    <a:pt x="1611" y="6414"/>
                  </a:cubicBezTo>
                  <a:cubicBezTo>
                    <a:pt x="679" y="4341"/>
                    <a:pt x="1611" y="1894"/>
                    <a:pt x="3685" y="962"/>
                  </a:cubicBezTo>
                  <a:cubicBezTo>
                    <a:pt x="4231" y="713"/>
                    <a:pt x="4805" y="602"/>
                    <a:pt x="5372" y="602"/>
                  </a:cubicBezTo>
                  <a:close/>
                  <a:moveTo>
                    <a:pt x="5367" y="1"/>
                  </a:moveTo>
                  <a:cubicBezTo>
                    <a:pt x="4720" y="1"/>
                    <a:pt x="4063" y="134"/>
                    <a:pt x="3436" y="414"/>
                  </a:cubicBezTo>
                  <a:cubicBezTo>
                    <a:pt x="1066" y="1486"/>
                    <a:pt x="1" y="4286"/>
                    <a:pt x="1066" y="6656"/>
                  </a:cubicBezTo>
                  <a:cubicBezTo>
                    <a:pt x="1583" y="7811"/>
                    <a:pt x="2517" y="8688"/>
                    <a:pt x="3698" y="9138"/>
                  </a:cubicBezTo>
                  <a:cubicBezTo>
                    <a:pt x="4246" y="9345"/>
                    <a:pt x="4811" y="9448"/>
                    <a:pt x="5378" y="9448"/>
                  </a:cubicBezTo>
                  <a:cubicBezTo>
                    <a:pt x="6035" y="9448"/>
                    <a:pt x="6692" y="9310"/>
                    <a:pt x="7314" y="9027"/>
                  </a:cubicBezTo>
                  <a:cubicBezTo>
                    <a:pt x="9685" y="7962"/>
                    <a:pt x="10748" y="5163"/>
                    <a:pt x="9685" y="2786"/>
                  </a:cubicBezTo>
                  <a:cubicBezTo>
                    <a:pt x="8896" y="1035"/>
                    <a:pt x="7170" y="1"/>
                    <a:pt x="5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45"/>
            <p:cNvSpPr/>
            <p:nvPr/>
          </p:nvSpPr>
          <p:spPr>
            <a:xfrm>
              <a:off x="2917581" y="1520252"/>
              <a:ext cx="811581" cy="713570"/>
            </a:xfrm>
            <a:custGeom>
              <a:rect b="b" l="l" r="r" t="t"/>
              <a:pathLst>
                <a:path extrusionOk="0" h="9450" w="10748">
                  <a:moveTo>
                    <a:pt x="5371" y="602"/>
                  </a:moveTo>
                  <a:cubicBezTo>
                    <a:pt x="5869" y="602"/>
                    <a:pt x="6360" y="691"/>
                    <a:pt x="6836" y="872"/>
                  </a:cubicBezTo>
                  <a:cubicBezTo>
                    <a:pt x="7866" y="1259"/>
                    <a:pt x="8682" y="2033"/>
                    <a:pt x="9138" y="3035"/>
                  </a:cubicBezTo>
                  <a:cubicBezTo>
                    <a:pt x="10070" y="5109"/>
                    <a:pt x="9138" y="7555"/>
                    <a:pt x="7065" y="8487"/>
                  </a:cubicBezTo>
                  <a:cubicBezTo>
                    <a:pt x="6518" y="8734"/>
                    <a:pt x="5946" y="8850"/>
                    <a:pt x="5382" y="8850"/>
                  </a:cubicBezTo>
                  <a:cubicBezTo>
                    <a:pt x="3807" y="8850"/>
                    <a:pt x="2298" y="7941"/>
                    <a:pt x="1611" y="6414"/>
                  </a:cubicBezTo>
                  <a:cubicBezTo>
                    <a:pt x="678" y="4341"/>
                    <a:pt x="1611" y="1894"/>
                    <a:pt x="3684" y="962"/>
                  </a:cubicBezTo>
                  <a:cubicBezTo>
                    <a:pt x="4223" y="719"/>
                    <a:pt x="4797" y="602"/>
                    <a:pt x="5371" y="602"/>
                  </a:cubicBezTo>
                  <a:close/>
                  <a:moveTo>
                    <a:pt x="5372" y="1"/>
                  </a:moveTo>
                  <a:cubicBezTo>
                    <a:pt x="4713" y="1"/>
                    <a:pt x="4056" y="140"/>
                    <a:pt x="3435" y="416"/>
                  </a:cubicBezTo>
                  <a:cubicBezTo>
                    <a:pt x="1065" y="1487"/>
                    <a:pt x="0" y="4286"/>
                    <a:pt x="1065" y="6663"/>
                  </a:cubicBezTo>
                  <a:cubicBezTo>
                    <a:pt x="1853" y="8413"/>
                    <a:pt x="3581" y="9450"/>
                    <a:pt x="5378" y="9450"/>
                  </a:cubicBezTo>
                  <a:cubicBezTo>
                    <a:pt x="6028" y="9450"/>
                    <a:pt x="6683" y="9317"/>
                    <a:pt x="7314" y="9035"/>
                  </a:cubicBezTo>
                  <a:cubicBezTo>
                    <a:pt x="9684" y="7963"/>
                    <a:pt x="10747" y="5163"/>
                    <a:pt x="9684" y="2786"/>
                  </a:cubicBezTo>
                  <a:cubicBezTo>
                    <a:pt x="9165" y="1638"/>
                    <a:pt x="8232" y="761"/>
                    <a:pt x="7050" y="311"/>
                  </a:cubicBezTo>
                  <a:cubicBezTo>
                    <a:pt x="6504" y="104"/>
                    <a:pt x="5937" y="1"/>
                    <a:pt x="5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37" name="Shape 16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8" name="Google Shape;16438;p46"/>
          <p:cNvSpPr txBox="1"/>
          <p:nvPr>
            <p:ph type="title"/>
          </p:nvPr>
        </p:nvSpPr>
        <p:spPr>
          <a:xfrm>
            <a:off x="872400" y="436725"/>
            <a:ext cx="77040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Next Year (or so)</a:t>
            </a:r>
            <a:endParaRPr/>
          </a:p>
        </p:txBody>
      </p:sp>
      <p:sp>
        <p:nvSpPr>
          <p:cNvPr id="16439" name="Google Shape;16439;p46"/>
          <p:cNvSpPr txBox="1"/>
          <p:nvPr>
            <p:ph idx="3" type="subTitle"/>
          </p:nvPr>
        </p:nvSpPr>
        <p:spPr>
          <a:xfrm>
            <a:off x="1526075" y="2407200"/>
            <a:ext cx="1908300" cy="6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Chassis + Cowl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Mechanical Components</a:t>
            </a:r>
            <a:endParaRPr/>
          </a:p>
        </p:txBody>
      </p:sp>
      <p:sp>
        <p:nvSpPr>
          <p:cNvPr id="16440" name="Google Shape;16440;p46"/>
          <p:cNvSpPr txBox="1"/>
          <p:nvPr>
            <p:ph idx="4" type="subTitle"/>
          </p:nvPr>
        </p:nvSpPr>
        <p:spPr>
          <a:xfrm>
            <a:off x="433425" y="2043900"/>
            <a:ext cx="40359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Putting it all together</a:t>
            </a:r>
            <a:endParaRPr/>
          </a:p>
        </p:txBody>
      </p:sp>
      <p:sp>
        <p:nvSpPr>
          <p:cNvPr id="16441" name="Google Shape;16441;p46"/>
          <p:cNvSpPr txBox="1"/>
          <p:nvPr>
            <p:ph idx="7" type="subTitle"/>
          </p:nvPr>
        </p:nvSpPr>
        <p:spPr>
          <a:xfrm>
            <a:off x="5902416" y="2449061"/>
            <a:ext cx="1965900" cy="6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Transport Team and Car to Indiana</a:t>
            </a:r>
            <a:endParaRPr/>
          </a:p>
        </p:txBody>
      </p:sp>
      <p:sp>
        <p:nvSpPr>
          <p:cNvPr id="16442" name="Google Shape;16442;p46"/>
          <p:cNvSpPr txBox="1"/>
          <p:nvPr>
            <p:ph idx="8" type="subTitle"/>
          </p:nvPr>
        </p:nvSpPr>
        <p:spPr>
          <a:xfrm>
            <a:off x="5583978" y="2090838"/>
            <a:ext cx="2602800" cy="4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Compete</a:t>
            </a:r>
            <a:endParaRPr/>
          </a:p>
        </p:txBody>
      </p:sp>
      <p:sp>
        <p:nvSpPr>
          <p:cNvPr id="16443" name="Google Shape;16443;p46"/>
          <p:cNvSpPr txBox="1"/>
          <p:nvPr>
            <p:ph idx="9" type="subTitle"/>
          </p:nvPr>
        </p:nvSpPr>
        <p:spPr>
          <a:xfrm>
            <a:off x="3741453" y="3781657"/>
            <a:ext cx="19659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Testing entire system to the Shell Eco Marathon Requirements</a:t>
            </a:r>
            <a:endParaRPr/>
          </a:p>
        </p:txBody>
      </p:sp>
      <p:sp>
        <p:nvSpPr>
          <p:cNvPr id="16444" name="Google Shape;16444;p46"/>
          <p:cNvSpPr txBox="1"/>
          <p:nvPr>
            <p:ph idx="13" type="subTitle"/>
          </p:nvPr>
        </p:nvSpPr>
        <p:spPr>
          <a:xfrm>
            <a:off x="3109800" y="3008575"/>
            <a:ext cx="3229200" cy="89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Testing </a:t>
            </a:r>
            <a:endParaRPr/>
          </a:p>
        </p:txBody>
      </p:sp>
      <p:grpSp>
        <p:nvGrpSpPr>
          <p:cNvPr id="16445" name="Google Shape;16445;p46"/>
          <p:cNvGrpSpPr/>
          <p:nvPr/>
        </p:nvGrpSpPr>
        <p:grpSpPr>
          <a:xfrm>
            <a:off x="-82682" y="-115991"/>
            <a:ext cx="1310641" cy="1310995"/>
            <a:chOff x="7033950" y="-293650"/>
            <a:chExt cx="2687391" cy="2688118"/>
          </a:xfrm>
        </p:grpSpPr>
        <p:sp>
          <p:nvSpPr>
            <p:cNvPr id="16446" name="Google Shape;16446;p46"/>
            <p:cNvSpPr/>
            <p:nvPr/>
          </p:nvSpPr>
          <p:spPr>
            <a:xfrm>
              <a:off x="7310925" y="-16052"/>
              <a:ext cx="2133338" cy="2132715"/>
            </a:xfrm>
            <a:custGeom>
              <a:rect b="b" l="l" r="r" t="t"/>
              <a:pathLst>
                <a:path extrusionOk="0" h="20536" w="20542">
                  <a:moveTo>
                    <a:pt x="11140" y="7388"/>
                  </a:moveTo>
                  <a:cubicBezTo>
                    <a:pt x="11110" y="7388"/>
                    <a:pt x="11083" y="7403"/>
                    <a:pt x="11066" y="7431"/>
                  </a:cubicBezTo>
                  <a:cubicBezTo>
                    <a:pt x="11066" y="7439"/>
                    <a:pt x="11060" y="7453"/>
                    <a:pt x="11060" y="7459"/>
                  </a:cubicBezTo>
                  <a:cubicBezTo>
                    <a:pt x="11060" y="7487"/>
                    <a:pt x="11073" y="7514"/>
                    <a:pt x="11101" y="7529"/>
                  </a:cubicBezTo>
                  <a:cubicBezTo>
                    <a:pt x="11108" y="7529"/>
                    <a:pt x="11114" y="7536"/>
                    <a:pt x="11121" y="7536"/>
                  </a:cubicBezTo>
                  <a:lnTo>
                    <a:pt x="11136" y="7536"/>
                  </a:lnTo>
                  <a:cubicBezTo>
                    <a:pt x="11169" y="7536"/>
                    <a:pt x="11204" y="7507"/>
                    <a:pt x="11204" y="7473"/>
                  </a:cubicBezTo>
                  <a:lnTo>
                    <a:pt x="11204" y="7459"/>
                  </a:lnTo>
                  <a:cubicBezTo>
                    <a:pt x="11204" y="7431"/>
                    <a:pt x="11184" y="7405"/>
                    <a:pt x="11156" y="7390"/>
                  </a:cubicBezTo>
                  <a:cubicBezTo>
                    <a:pt x="11150" y="7389"/>
                    <a:pt x="11145" y="7388"/>
                    <a:pt x="11140" y="7388"/>
                  </a:cubicBezTo>
                  <a:close/>
                  <a:moveTo>
                    <a:pt x="11312" y="7448"/>
                  </a:moveTo>
                  <a:cubicBezTo>
                    <a:pt x="11282" y="7448"/>
                    <a:pt x="11249" y="7467"/>
                    <a:pt x="11239" y="7494"/>
                  </a:cubicBezTo>
                  <a:lnTo>
                    <a:pt x="11239" y="7522"/>
                  </a:lnTo>
                  <a:cubicBezTo>
                    <a:pt x="11239" y="7549"/>
                    <a:pt x="11252" y="7577"/>
                    <a:pt x="11287" y="7590"/>
                  </a:cubicBezTo>
                  <a:lnTo>
                    <a:pt x="11293" y="7597"/>
                  </a:lnTo>
                  <a:lnTo>
                    <a:pt x="11322" y="7597"/>
                  </a:lnTo>
                  <a:cubicBezTo>
                    <a:pt x="11350" y="7597"/>
                    <a:pt x="11376" y="7584"/>
                    <a:pt x="11391" y="7555"/>
                  </a:cubicBezTo>
                  <a:cubicBezTo>
                    <a:pt x="11398" y="7542"/>
                    <a:pt x="11398" y="7536"/>
                    <a:pt x="11398" y="7529"/>
                  </a:cubicBezTo>
                  <a:cubicBezTo>
                    <a:pt x="11398" y="7501"/>
                    <a:pt x="11376" y="7473"/>
                    <a:pt x="11350" y="7459"/>
                  </a:cubicBezTo>
                  <a:lnTo>
                    <a:pt x="11335" y="7453"/>
                  </a:lnTo>
                  <a:cubicBezTo>
                    <a:pt x="11328" y="7450"/>
                    <a:pt x="11320" y="7448"/>
                    <a:pt x="11312" y="7448"/>
                  </a:cubicBezTo>
                  <a:close/>
                  <a:moveTo>
                    <a:pt x="10262" y="3883"/>
                  </a:moveTo>
                  <a:cubicBezTo>
                    <a:pt x="10884" y="3883"/>
                    <a:pt x="11510" y="3975"/>
                    <a:pt x="12103" y="4155"/>
                  </a:cubicBezTo>
                  <a:lnTo>
                    <a:pt x="10900" y="7328"/>
                  </a:lnTo>
                  <a:cubicBezTo>
                    <a:pt x="10695" y="7282"/>
                    <a:pt x="10487" y="7259"/>
                    <a:pt x="10280" y="7259"/>
                  </a:cubicBezTo>
                  <a:cubicBezTo>
                    <a:pt x="10117" y="7259"/>
                    <a:pt x="9955" y="7273"/>
                    <a:pt x="9794" y="7300"/>
                  </a:cubicBezTo>
                  <a:cubicBezTo>
                    <a:pt x="9421" y="7356"/>
                    <a:pt x="9069" y="7487"/>
                    <a:pt x="8751" y="7673"/>
                  </a:cubicBezTo>
                  <a:lnTo>
                    <a:pt x="6607" y="5041"/>
                  </a:lnTo>
                  <a:cubicBezTo>
                    <a:pt x="7347" y="4522"/>
                    <a:pt x="8211" y="4155"/>
                    <a:pt x="9096" y="3989"/>
                  </a:cubicBezTo>
                  <a:lnTo>
                    <a:pt x="9124" y="3982"/>
                  </a:lnTo>
                  <a:cubicBezTo>
                    <a:pt x="9159" y="3982"/>
                    <a:pt x="9187" y="3976"/>
                    <a:pt x="9213" y="3969"/>
                  </a:cubicBezTo>
                  <a:lnTo>
                    <a:pt x="9283" y="3963"/>
                  </a:lnTo>
                  <a:cubicBezTo>
                    <a:pt x="9318" y="3956"/>
                    <a:pt x="9344" y="3948"/>
                    <a:pt x="9379" y="3941"/>
                  </a:cubicBezTo>
                  <a:lnTo>
                    <a:pt x="9414" y="3941"/>
                  </a:lnTo>
                  <a:cubicBezTo>
                    <a:pt x="9694" y="3902"/>
                    <a:pt x="9978" y="3883"/>
                    <a:pt x="10262" y="3883"/>
                  </a:cubicBezTo>
                  <a:close/>
                  <a:moveTo>
                    <a:pt x="10252" y="3741"/>
                  </a:moveTo>
                  <a:cubicBezTo>
                    <a:pt x="9964" y="3741"/>
                    <a:pt x="9677" y="3759"/>
                    <a:pt x="9394" y="3797"/>
                  </a:cubicBezTo>
                  <a:lnTo>
                    <a:pt x="9359" y="3803"/>
                  </a:lnTo>
                  <a:cubicBezTo>
                    <a:pt x="9325" y="3803"/>
                    <a:pt x="9290" y="3810"/>
                    <a:pt x="9261" y="3817"/>
                  </a:cubicBezTo>
                  <a:lnTo>
                    <a:pt x="9193" y="3823"/>
                  </a:lnTo>
                  <a:cubicBezTo>
                    <a:pt x="9159" y="3832"/>
                    <a:pt x="9130" y="3838"/>
                    <a:pt x="9104" y="3845"/>
                  </a:cubicBezTo>
                  <a:lnTo>
                    <a:pt x="9069" y="3851"/>
                  </a:lnTo>
                  <a:cubicBezTo>
                    <a:pt x="8135" y="4024"/>
                    <a:pt x="7230" y="4412"/>
                    <a:pt x="6457" y="4964"/>
                  </a:cubicBezTo>
                  <a:cubicBezTo>
                    <a:pt x="6442" y="4978"/>
                    <a:pt x="6428" y="4999"/>
                    <a:pt x="6428" y="5019"/>
                  </a:cubicBezTo>
                  <a:cubicBezTo>
                    <a:pt x="6428" y="5034"/>
                    <a:pt x="6428" y="5054"/>
                    <a:pt x="6442" y="5076"/>
                  </a:cubicBezTo>
                  <a:lnTo>
                    <a:pt x="8674" y="7813"/>
                  </a:lnTo>
                  <a:cubicBezTo>
                    <a:pt x="8689" y="7832"/>
                    <a:pt x="8709" y="7839"/>
                    <a:pt x="8737" y="7839"/>
                  </a:cubicBezTo>
                  <a:cubicBezTo>
                    <a:pt x="8744" y="7839"/>
                    <a:pt x="8757" y="7839"/>
                    <a:pt x="8772" y="7832"/>
                  </a:cubicBezTo>
                  <a:cubicBezTo>
                    <a:pt x="9089" y="7632"/>
                    <a:pt x="9442" y="7501"/>
                    <a:pt x="9816" y="7439"/>
                  </a:cubicBezTo>
                  <a:cubicBezTo>
                    <a:pt x="9964" y="7417"/>
                    <a:pt x="10113" y="7406"/>
                    <a:pt x="10262" y="7406"/>
                  </a:cubicBezTo>
                  <a:cubicBezTo>
                    <a:pt x="10486" y="7406"/>
                    <a:pt x="10708" y="7431"/>
                    <a:pt x="10929" y="7481"/>
                  </a:cubicBezTo>
                  <a:cubicBezTo>
                    <a:pt x="10934" y="7482"/>
                    <a:pt x="10939" y="7482"/>
                    <a:pt x="10944" y="7482"/>
                  </a:cubicBezTo>
                  <a:cubicBezTo>
                    <a:pt x="10972" y="7482"/>
                    <a:pt x="10999" y="7467"/>
                    <a:pt x="11011" y="7439"/>
                  </a:cubicBezTo>
                  <a:lnTo>
                    <a:pt x="12269" y="4128"/>
                  </a:lnTo>
                  <a:cubicBezTo>
                    <a:pt x="12275" y="4114"/>
                    <a:pt x="12275" y="4094"/>
                    <a:pt x="12269" y="4072"/>
                  </a:cubicBezTo>
                  <a:cubicBezTo>
                    <a:pt x="12262" y="4059"/>
                    <a:pt x="12241" y="4046"/>
                    <a:pt x="12221" y="4039"/>
                  </a:cubicBezTo>
                  <a:cubicBezTo>
                    <a:pt x="11588" y="3841"/>
                    <a:pt x="10918" y="3741"/>
                    <a:pt x="10252" y="3741"/>
                  </a:cubicBezTo>
                  <a:close/>
                  <a:moveTo>
                    <a:pt x="8574" y="7802"/>
                  </a:moveTo>
                  <a:cubicBezTo>
                    <a:pt x="8561" y="7802"/>
                    <a:pt x="8548" y="7805"/>
                    <a:pt x="8537" y="7813"/>
                  </a:cubicBezTo>
                  <a:cubicBezTo>
                    <a:pt x="8515" y="7826"/>
                    <a:pt x="8495" y="7846"/>
                    <a:pt x="8495" y="7874"/>
                  </a:cubicBezTo>
                  <a:cubicBezTo>
                    <a:pt x="8495" y="7915"/>
                    <a:pt x="8530" y="7950"/>
                    <a:pt x="8571" y="7950"/>
                  </a:cubicBezTo>
                  <a:cubicBezTo>
                    <a:pt x="8585" y="7950"/>
                    <a:pt x="8606" y="7944"/>
                    <a:pt x="8613" y="7929"/>
                  </a:cubicBezTo>
                  <a:cubicBezTo>
                    <a:pt x="8633" y="7915"/>
                    <a:pt x="8639" y="7896"/>
                    <a:pt x="8639" y="7874"/>
                  </a:cubicBezTo>
                  <a:cubicBezTo>
                    <a:pt x="8639" y="7867"/>
                    <a:pt x="8639" y="7854"/>
                    <a:pt x="8633" y="7839"/>
                  </a:cubicBezTo>
                  <a:cubicBezTo>
                    <a:pt x="8624" y="7816"/>
                    <a:pt x="8599" y="7802"/>
                    <a:pt x="8574" y="7802"/>
                  </a:cubicBezTo>
                  <a:close/>
                  <a:moveTo>
                    <a:pt x="8422" y="7915"/>
                  </a:moveTo>
                  <a:cubicBezTo>
                    <a:pt x="8405" y="7915"/>
                    <a:pt x="8390" y="7920"/>
                    <a:pt x="8377" y="7929"/>
                  </a:cubicBezTo>
                  <a:lnTo>
                    <a:pt x="8364" y="7944"/>
                  </a:lnTo>
                  <a:cubicBezTo>
                    <a:pt x="8349" y="7957"/>
                    <a:pt x="8336" y="7978"/>
                    <a:pt x="8336" y="7998"/>
                  </a:cubicBezTo>
                  <a:cubicBezTo>
                    <a:pt x="8336" y="8012"/>
                    <a:pt x="8343" y="8033"/>
                    <a:pt x="8357" y="8046"/>
                  </a:cubicBezTo>
                  <a:cubicBezTo>
                    <a:pt x="8371" y="8061"/>
                    <a:pt x="8391" y="8068"/>
                    <a:pt x="8412" y="8068"/>
                  </a:cubicBezTo>
                  <a:cubicBezTo>
                    <a:pt x="8425" y="8068"/>
                    <a:pt x="8447" y="8068"/>
                    <a:pt x="8460" y="8053"/>
                  </a:cubicBezTo>
                  <a:lnTo>
                    <a:pt x="8467" y="8046"/>
                  </a:lnTo>
                  <a:cubicBezTo>
                    <a:pt x="8502" y="8020"/>
                    <a:pt x="8502" y="7970"/>
                    <a:pt x="8482" y="7944"/>
                  </a:cubicBezTo>
                  <a:cubicBezTo>
                    <a:pt x="8466" y="7924"/>
                    <a:pt x="8443" y="7915"/>
                    <a:pt x="8422" y="7915"/>
                  </a:cubicBezTo>
                  <a:close/>
                  <a:moveTo>
                    <a:pt x="12967" y="4480"/>
                  </a:moveTo>
                  <a:cubicBezTo>
                    <a:pt x="13790" y="4860"/>
                    <a:pt x="14528" y="5427"/>
                    <a:pt x="15124" y="6112"/>
                  </a:cubicBezTo>
                  <a:lnTo>
                    <a:pt x="15143" y="6139"/>
                  </a:lnTo>
                  <a:cubicBezTo>
                    <a:pt x="15158" y="6160"/>
                    <a:pt x="15178" y="6180"/>
                    <a:pt x="15200" y="6202"/>
                  </a:cubicBezTo>
                  <a:lnTo>
                    <a:pt x="15241" y="6257"/>
                  </a:lnTo>
                  <a:cubicBezTo>
                    <a:pt x="15261" y="6285"/>
                    <a:pt x="15283" y="6311"/>
                    <a:pt x="15303" y="6333"/>
                  </a:cubicBezTo>
                  <a:lnTo>
                    <a:pt x="15324" y="6361"/>
                  </a:lnTo>
                  <a:cubicBezTo>
                    <a:pt x="15877" y="7073"/>
                    <a:pt x="16278" y="7915"/>
                    <a:pt x="16485" y="8800"/>
                  </a:cubicBezTo>
                  <a:lnTo>
                    <a:pt x="13133" y="9339"/>
                  </a:lnTo>
                  <a:cubicBezTo>
                    <a:pt x="12904" y="8620"/>
                    <a:pt x="12421" y="8027"/>
                    <a:pt x="11758" y="7653"/>
                  </a:cubicBezTo>
                  <a:lnTo>
                    <a:pt x="12967" y="4480"/>
                  </a:lnTo>
                  <a:close/>
                  <a:moveTo>
                    <a:pt x="12929" y="4309"/>
                  </a:moveTo>
                  <a:cubicBezTo>
                    <a:pt x="12919" y="4309"/>
                    <a:pt x="12908" y="4311"/>
                    <a:pt x="12897" y="4314"/>
                  </a:cubicBezTo>
                  <a:cubicBezTo>
                    <a:pt x="12878" y="4321"/>
                    <a:pt x="12863" y="4336"/>
                    <a:pt x="12856" y="4356"/>
                  </a:cubicBezTo>
                  <a:lnTo>
                    <a:pt x="11599" y="7660"/>
                  </a:lnTo>
                  <a:cubicBezTo>
                    <a:pt x="11592" y="7695"/>
                    <a:pt x="11605" y="7736"/>
                    <a:pt x="11634" y="7750"/>
                  </a:cubicBezTo>
                  <a:cubicBezTo>
                    <a:pt x="12304" y="8116"/>
                    <a:pt x="12795" y="8717"/>
                    <a:pt x="13015" y="9443"/>
                  </a:cubicBezTo>
                  <a:cubicBezTo>
                    <a:pt x="13022" y="9478"/>
                    <a:pt x="13050" y="9498"/>
                    <a:pt x="13085" y="9498"/>
                  </a:cubicBezTo>
                  <a:cubicBezTo>
                    <a:pt x="13085" y="9498"/>
                    <a:pt x="13092" y="9498"/>
                    <a:pt x="13098" y="9491"/>
                  </a:cubicBezTo>
                  <a:lnTo>
                    <a:pt x="16588" y="8932"/>
                  </a:lnTo>
                  <a:cubicBezTo>
                    <a:pt x="16610" y="8924"/>
                    <a:pt x="16623" y="8917"/>
                    <a:pt x="16636" y="8897"/>
                  </a:cubicBezTo>
                  <a:cubicBezTo>
                    <a:pt x="16643" y="8882"/>
                    <a:pt x="16651" y="8863"/>
                    <a:pt x="16643" y="8841"/>
                  </a:cubicBezTo>
                  <a:cubicBezTo>
                    <a:pt x="16436" y="7915"/>
                    <a:pt x="16021" y="7025"/>
                    <a:pt x="15434" y="6270"/>
                  </a:cubicBezTo>
                  <a:lnTo>
                    <a:pt x="15420" y="6243"/>
                  </a:lnTo>
                  <a:cubicBezTo>
                    <a:pt x="15399" y="6215"/>
                    <a:pt x="15372" y="6195"/>
                    <a:pt x="15351" y="6167"/>
                  </a:cubicBezTo>
                  <a:lnTo>
                    <a:pt x="15309" y="6112"/>
                  </a:lnTo>
                  <a:cubicBezTo>
                    <a:pt x="15289" y="6091"/>
                    <a:pt x="15268" y="6063"/>
                    <a:pt x="15255" y="6043"/>
                  </a:cubicBezTo>
                  <a:lnTo>
                    <a:pt x="15233" y="6014"/>
                  </a:lnTo>
                  <a:cubicBezTo>
                    <a:pt x="14611" y="5296"/>
                    <a:pt x="13823" y="4709"/>
                    <a:pt x="12961" y="4314"/>
                  </a:cubicBezTo>
                  <a:cubicBezTo>
                    <a:pt x="12950" y="4311"/>
                    <a:pt x="12939" y="4309"/>
                    <a:pt x="12929" y="4309"/>
                  </a:cubicBezTo>
                  <a:close/>
                  <a:moveTo>
                    <a:pt x="13133" y="9523"/>
                  </a:moveTo>
                  <a:cubicBezTo>
                    <a:pt x="13126" y="9523"/>
                    <a:pt x="13119" y="9524"/>
                    <a:pt x="13111" y="9526"/>
                  </a:cubicBezTo>
                  <a:cubicBezTo>
                    <a:pt x="13070" y="9533"/>
                    <a:pt x="13050" y="9574"/>
                    <a:pt x="13057" y="9609"/>
                  </a:cubicBezTo>
                  <a:lnTo>
                    <a:pt x="13063" y="9637"/>
                  </a:lnTo>
                  <a:cubicBezTo>
                    <a:pt x="13070" y="9664"/>
                    <a:pt x="13105" y="9692"/>
                    <a:pt x="13133" y="9692"/>
                  </a:cubicBezTo>
                  <a:cubicBezTo>
                    <a:pt x="13140" y="9692"/>
                    <a:pt x="13146" y="9692"/>
                    <a:pt x="13153" y="9685"/>
                  </a:cubicBezTo>
                  <a:cubicBezTo>
                    <a:pt x="13188" y="9679"/>
                    <a:pt x="13216" y="9644"/>
                    <a:pt x="13209" y="9602"/>
                  </a:cubicBezTo>
                  <a:lnTo>
                    <a:pt x="13201" y="9581"/>
                  </a:lnTo>
                  <a:cubicBezTo>
                    <a:pt x="13190" y="9547"/>
                    <a:pt x="13165" y="9523"/>
                    <a:pt x="13133" y="9523"/>
                  </a:cubicBezTo>
                  <a:close/>
                  <a:moveTo>
                    <a:pt x="13188" y="9913"/>
                  </a:moveTo>
                  <a:cubicBezTo>
                    <a:pt x="13146" y="9919"/>
                    <a:pt x="13118" y="9954"/>
                    <a:pt x="13118" y="9996"/>
                  </a:cubicBezTo>
                  <a:lnTo>
                    <a:pt x="13126" y="10017"/>
                  </a:lnTo>
                  <a:cubicBezTo>
                    <a:pt x="13126" y="10052"/>
                    <a:pt x="13160" y="10078"/>
                    <a:pt x="13194" y="10078"/>
                  </a:cubicBezTo>
                  <a:lnTo>
                    <a:pt x="13201" y="10078"/>
                  </a:lnTo>
                  <a:cubicBezTo>
                    <a:pt x="13243" y="10078"/>
                    <a:pt x="13271" y="10044"/>
                    <a:pt x="13271" y="10002"/>
                  </a:cubicBezTo>
                  <a:lnTo>
                    <a:pt x="13264" y="9982"/>
                  </a:lnTo>
                  <a:cubicBezTo>
                    <a:pt x="13264" y="9941"/>
                    <a:pt x="13229" y="9913"/>
                    <a:pt x="13188" y="9913"/>
                  </a:cubicBezTo>
                  <a:close/>
                  <a:moveTo>
                    <a:pt x="7353" y="10457"/>
                  </a:moveTo>
                  <a:cubicBezTo>
                    <a:pt x="7349" y="10457"/>
                    <a:pt x="7345" y="10458"/>
                    <a:pt x="7341" y="10458"/>
                  </a:cubicBezTo>
                  <a:cubicBezTo>
                    <a:pt x="7299" y="10458"/>
                    <a:pt x="7271" y="10493"/>
                    <a:pt x="7271" y="10535"/>
                  </a:cubicBezTo>
                  <a:lnTo>
                    <a:pt x="7279" y="10541"/>
                  </a:lnTo>
                  <a:lnTo>
                    <a:pt x="7279" y="10556"/>
                  </a:lnTo>
                  <a:cubicBezTo>
                    <a:pt x="7279" y="10598"/>
                    <a:pt x="7312" y="10624"/>
                    <a:pt x="7347" y="10624"/>
                  </a:cubicBezTo>
                  <a:lnTo>
                    <a:pt x="7354" y="10624"/>
                  </a:lnTo>
                  <a:cubicBezTo>
                    <a:pt x="7395" y="10618"/>
                    <a:pt x="7424" y="10583"/>
                    <a:pt x="7424" y="10541"/>
                  </a:cubicBezTo>
                  <a:lnTo>
                    <a:pt x="7417" y="10521"/>
                  </a:lnTo>
                  <a:cubicBezTo>
                    <a:pt x="7417" y="10484"/>
                    <a:pt x="7389" y="10457"/>
                    <a:pt x="7353" y="10457"/>
                  </a:cubicBezTo>
                  <a:close/>
                  <a:moveTo>
                    <a:pt x="5889" y="5621"/>
                  </a:moveTo>
                  <a:lnTo>
                    <a:pt x="8039" y="8254"/>
                  </a:lnTo>
                  <a:cubicBezTo>
                    <a:pt x="7528" y="8814"/>
                    <a:pt x="7258" y="9533"/>
                    <a:pt x="7264" y="10286"/>
                  </a:cubicBezTo>
                  <a:lnTo>
                    <a:pt x="3912" y="10832"/>
                  </a:lnTo>
                  <a:cubicBezTo>
                    <a:pt x="3829" y="9927"/>
                    <a:pt x="3947" y="9000"/>
                    <a:pt x="4252" y="8151"/>
                  </a:cubicBezTo>
                  <a:lnTo>
                    <a:pt x="4259" y="8116"/>
                  </a:lnTo>
                  <a:cubicBezTo>
                    <a:pt x="4265" y="8095"/>
                    <a:pt x="4279" y="8068"/>
                    <a:pt x="4285" y="8040"/>
                  </a:cubicBezTo>
                  <a:lnTo>
                    <a:pt x="4313" y="7978"/>
                  </a:lnTo>
                  <a:cubicBezTo>
                    <a:pt x="4327" y="7944"/>
                    <a:pt x="4335" y="7909"/>
                    <a:pt x="4348" y="7881"/>
                  </a:cubicBezTo>
                  <a:lnTo>
                    <a:pt x="4362" y="7854"/>
                  </a:lnTo>
                  <a:cubicBezTo>
                    <a:pt x="4708" y="7016"/>
                    <a:pt x="5232" y="6243"/>
                    <a:pt x="5889" y="5621"/>
                  </a:cubicBezTo>
                  <a:close/>
                  <a:moveTo>
                    <a:pt x="5902" y="5441"/>
                  </a:moveTo>
                  <a:cubicBezTo>
                    <a:pt x="5883" y="5441"/>
                    <a:pt x="5861" y="5449"/>
                    <a:pt x="5848" y="5462"/>
                  </a:cubicBezTo>
                  <a:cubicBezTo>
                    <a:pt x="5149" y="6112"/>
                    <a:pt x="4590" y="6914"/>
                    <a:pt x="4224" y="7798"/>
                  </a:cubicBezTo>
                  <a:lnTo>
                    <a:pt x="4217" y="7826"/>
                  </a:lnTo>
                  <a:cubicBezTo>
                    <a:pt x="4202" y="7854"/>
                    <a:pt x="4189" y="7887"/>
                    <a:pt x="4176" y="7922"/>
                  </a:cubicBezTo>
                  <a:lnTo>
                    <a:pt x="4154" y="7985"/>
                  </a:lnTo>
                  <a:cubicBezTo>
                    <a:pt x="4141" y="8012"/>
                    <a:pt x="4134" y="8040"/>
                    <a:pt x="4119" y="8068"/>
                  </a:cubicBezTo>
                  <a:lnTo>
                    <a:pt x="4113" y="8103"/>
                  </a:lnTo>
                  <a:cubicBezTo>
                    <a:pt x="3796" y="8994"/>
                    <a:pt x="3678" y="9976"/>
                    <a:pt x="3774" y="10923"/>
                  </a:cubicBezTo>
                  <a:cubicBezTo>
                    <a:pt x="3774" y="10943"/>
                    <a:pt x="3788" y="10956"/>
                    <a:pt x="3803" y="10971"/>
                  </a:cubicBezTo>
                  <a:cubicBezTo>
                    <a:pt x="3816" y="10984"/>
                    <a:pt x="3829" y="10984"/>
                    <a:pt x="3844" y="10984"/>
                  </a:cubicBezTo>
                  <a:lnTo>
                    <a:pt x="3857" y="10984"/>
                  </a:lnTo>
                  <a:lnTo>
                    <a:pt x="7347" y="10425"/>
                  </a:lnTo>
                  <a:cubicBezTo>
                    <a:pt x="7382" y="10417"/>
                    <a:pt x="7410" y="10384"/>
                    <a:pt x="7410" y="10349"/>
                  </a:cubicBezTo>
                  <a:cubicBezTo>
                    <a:pt x="7389" y="9587"/>
                    <a:pt x="7666" y="8863"/>
                    <a:pt x="8183" y="8310"/>
                  </a:cubicBezTo>
                  <a:cubicBezTo>
                    <a:pt x="8211" y="8282"/>
                    <a:pt x="8211" y="8241"/>
                    <a:pt x="8192" y="8212"/>
                  </a:cubicBezTo>
                  <a:lnTo>
                    <a:pt x="5959" y="5469"/>
                  </a:lnTo>
                  <a:cubicBezTo>
                    <a:pt x="5944" y="5455"/>
                    <a:pt x="5924" y="5449"/>
                    <a:pt x="5902" y="5441"/>
                  </a:cubicBezTo>
                  <a:close/>
                  <a:moveTo>
                    <a:pt x="7414" y="10850"/>
                  </a:moveTo>
                  <a:cubicBezTo>
                    <a:pt x="7408" y="10850"/>
                    <a:pt x="7402" y="10851"/>
                    <a:pt x="7395" y="10853"/>
                  </a:cubicBezTo>
                  <a:cubicBezTo>
                    <a:pt x="7354" y="10860"/>
                    <a:pt x="7327" y="10901"/>
                    <a:pt x="7341" y="10936"/>
                  </a:cubicBezTo>
                  <a:lnTo>
                    <a:pt x="7341" y="10949"/>
                  </a:lnTo>
                  <a:lnTo>
                    <a:pt x="7341" y="10956"/>
                  </a:lnTo>
                  <a:cubicBezTo>
                    <a:pt x="7354" y="10991"/>
                    <a:pt x="7382" y="11019"/>
                    <a:pt x="7417" y="11019"/>
                  </a:cubicBezTo>
                  <a:cubicBezTo>
                    <a:pt x="7417" y="11019"/>
                    <a:pt x="7424" y="11012"/>
                    <a:pt x="7430" y="11012"/>
                  </a:cubicBezTo>
                  <a:cubicBezTo>
                    <a:pt x="7472" y="11006"/>
                    <a:pt x="7493" y="10964"/>
                    <a:pt x="7487" y="10929"/>
                  </a:cubicBezTo>
                  <a:lnTo>
                    <a:pt x="7478" y="10908"/>
                  </a:lnTo>
                  <a:cubicBezTo>
                    <a:pt x="7473" y="10874"/>
                    <a:pt x="7444" y="10850"/>
                    <a:pt x="7414" y="10850"/>
                  </a:cubicBezTo>
                  <a:close/>
                  <a:moveTo>
                    <a:pt x="10273" y="8221"/>
                  </a:moveTo>
                  <a:cubicBezTo>
                    <a:pt x="11258" y="8221"/>
                    <a:pt x="12127" y="8937"/>
                    <a:pt x="12289" y="9941"/>
                  </a:cubicBezTo>
                  <a:cubicBezTo>
                    <a:pt x="12470" y="11054"/>
                    <a:pt x="11708" y="12110"/>
                    <a:pt x="10597" y="12291"/>
                  </a:cubicBezTo>
                  <a:cubicBezTo>
                    <a:pt x="10489" y="12308"/>
                    <a:pt x="10380" y="12316"/>
                    <a:pt x="10273" y="12316"/>
                  </a:cubicBezTo>
                  <a:cubicBezTo>
                    <a:pt x="9845" y="12316"/>
                    <a:pt x="9430" y="12185"/>
                    <a:pt x="9076" y="11925"/>
                  </a:cubicBezTo>
                  <a:cubicBezTo>
                    <a:pt x="8633" y="11606"/>
                    <a:pt x="8343" y="11137"/>
                    <a:pt x="8253" y="10598"/>
                  </a:cubicBezTo>
                  <a:cubicBezTo>
                    <a:pt x="8163" y="10059"/>
                    <a:pt x="8294" y="9519"/>
                    <a:pt x="8613" y="9070"/>
                  </a:cubicBezTo>
                  <a:cubicBezTo>
                    <a:pt x="8938" y="8627"/>
                    <a:pt x="9407" y="8337"/>
                    <a:pt x="9947" y="8247"/>
                  </a:cubicBezTo>
                  <a:cubicBezTo>
                    <a:pt x="10056" y="8230"/>
                    <a:pt x="10165" y="8221"/>
                    <a:pt x="10273" y="8221"/>
                  </a:cubicBezTo>
                  <a:close/>
                  <a:moveTo>
                    <a:pt x="10278" y="8081"/>
                  </a:moveTo>
                  <a:cubicBezTo>
                    <a:pt x="10162" y="8081"/>
                    <a:pt x="10044" y="8090"/>
                    <a:pt x="9925" y="8109"/>
                  </a:cubicBezTo>
                  <a:cubicBezTo>
                    <a:pt x="9344" y="8199"/>
                    <a:pt x="8840" y="8509"/>
                    <a:pt x="8495" y="8987"/>
                  </a:cubicBezTo>
                  <a:cubicBezTo>
                    <a:pt x="8157" y="9463"/>
                    <a:pt x="8017" y="10044"/>
                    <a:pt x="8109" y="10618"/>
                  </a:cubicBezTo>
                  <a:cubicBezTo>
                    <a:pt x="8205" y="11191"/>
                    <a:pt x="8515" y="11702"/>
                    <a:pt x="8993" y="12042"/>
                  </a:cubicBezTo>
                  <a:cubicBezTo>
                    <a:pt x="9366" y="12318"/>
                    <a:pt x="9816" y="12464"/>
                    <a:pt x="10272" y="12464"/>
                  </a:cubicBezTo>
                  <a:cubicBezTo>
                    <a:pt x="10389" y="12464"/>
                    <a:pt x="10506" y="12449"/>
                    <a:pt x="10623" y="12429"/>
                  </a:cubicBezTo>
                  <a:cubicBezTo>
                    <a:pt x="11813" y="12241"/>
                    <a:pt x="12629" y="11115"/>
                    <a:pt x="12435" y="9919"/>
                  </a:cubicBezTo>
                  <a:cubicBezTo>
                    <a:pt x="12260" y="8844"/>
                    <a:pt x="11330" y="8081"/>
                    <a:pt x="10278" y="8081"/>
                  </a:cubicBezTo>
                  <a:close/>
                  <a:moveTo>
                    <a:pt x="12131" y="12467"/>
                  </a:moveTo>
                  <a:cubicBezTo>
                    <a:pt x="12115" y="12467"/>
                    <a:pt x="12101" y="12473"/>
                    <a:pt x="12090" y="12484"/>
                  </a:cubicBezTo>
                  <a:lnTo>
                    <a:pt x="12075" y="12490"/>
                  </a:lnTo>
                  <a:cubicBezTo>
                    <a:pt x="12061" y="12505"/>
                    <a:pt x="12048" y="12525"/>
                    <a:pt x="12048" y="12553"/>
                  </a:cubicBezTo>
                  <a:cubicBezTo>
                    <a:pt x="12048" y="12567"/>
                    <a:pt x="12055" y="12582"/>
                    <a:pt x="12068" y="12595"/>
                  </a:cubicBezTo>
                  <a:cubicBezTo>
                    <a:pt x="12081" y="12615"/>
                    <a:pt x="12103" y="12623"/>
                    <a:pt x="12123" y="12623"/>
                  </a:cubicBezTo>
                  <a:cubicBezTo>
                    <a:pt x="12138" y="12623"/>
                    <a:pt x="12151" y="12615"/>
                    <a:pt x="12164" y="12608"/>
                  </a:cubicBezTo>
                  <a:lnTo>
                    <a:pt x="12179" y="12595"/>
                  </a:lnTo>
                  <a:cubicBezTo>
                    <a:pt x="12214" y="12573"/>
                    <a:pt x="12214" y="12525"/>
                    <a:pt x="12193" y="12499"/>
                  </a:cubicBezTo>
                  <a:cubicBezTo>
                    <a:pt x="12176" y="12478"/>
                    <a:pt x="12153" y="12467"/>
                    <a:pt x="12131" y="12467"/>
                  </a:cubicBezTo>
                  <a:close/>
                  <a:moveTo>
                    <a:pt x="11969" y="12590"/>
                  </a:moveTo>
                  <a:cubicBezTo>
                    <a:pt x="11955" y="12590"/>
                    <a:pt x="11941" y="12594"/>
                    <a:pt x="11930" y="12601"/>
                  </a:cubicBezTo>
                  <a:cubicBezTo>
                    <a:pt x="11909" y="12615"/>
                    <a:pt x="11902" y="12643"/>
                    <a:pt x="11902" y="12664"/>
                  </a:cubicBezTo>
                  <a:cubicBezTo>
                    <a:pt x="11902" y="12678"/>
                    <a:pt x="11902" y="12691"/>
                    <a:pt x="11909" y="12706"/>
                  </a:cubicBezTo>
                  <a:cubicBezTo>
                    <a:pt x="11924" y="12726"/>
                    <a:pt x="11950" y="12732"/>
                    <a:pt x="11972" y="12732"/>
                  </a:cubicBezTo>
                  <a:cubicBezTo>
                    <a:pt x="11985" y="12732"/>
                    <a:pt x="11998" y="12732"/>
                    <a:pt x="12013" y="12726"/>
                  </a:cubicBezTo>
                  <a:cubicBezTo>
                    <a:pt x="12013" y="12719"/>
                    <a:pt x="12020" y="12719"/>
                    <a:pt x="12020" y="12719"/>
                  </a:cubicBezTo>
                  <a:cubicBezTo>
                    <a:pt x="12040" y="12706"/>
                    <a:pt x="12048" y="12684"/>
                    <a:pt x="12048" y="12664"/>
                  </a:cubicBezTo>
                  <a:cubicBezTo>
                    <a:pt x="12048" y="12643"/>
                    <a:pt x="12040" y="12630"/>
                    <a:pt x="12027" y="12615"/>
                  </a:cubicBezTo>
                  <a:cubicBezTo>
                    <a:pt x="12015" y="12599"/>
                    <a:pt x="11992" y="12590"/>
                    <a:pt x="11969" y="12590"/>
                  </a:cubicBezTo>
                  <a:close/>
                  <a:moveTo>
                    <a:pt x="9222" y="12936"/>
                  </a:moveTo>
                  <a:cubicBezTo>
                    <a:pt x="9190" y="12936"/>
                    <a:pt x="9162" y="12954"/>
                    <a:pt x="9152" y="12981"/>
                  </a:cubicBezTo>
                  <a:cubicBezTo>
                    <a:pt x="9152" y="12996"/>
                    <a:pt x="9145" y="13003"/>
                    <a:pt x="9145" y="13009"/>
                  </a:cubicBezTo>
                  <a:cubicBezTo>
                    <a:pt x="9145" y="13038"/>
                    <a:pt x="9165" y="13064"/>
                    <a:pt x="9193" y="13079"/>
                  </a:cubicBezTo>
                  <a:lnTo>
                    <a:pt x="9207" y="13086"/>
                  </a:lnTo>
                  <a:cubicBezTo>
                    <a:pt x="9213" y="13086"/>
                    <a:pt x="9228" y="13092"/>
                    <a:pt x="9235" y="13092"/>
                  </a:cubicBezTo>
                  <a:cubicBezTo>
                    <a:pt x="9261" y="13092"/>
                    <a:pt x="9290" y="13071"/>
                    <a:pt x="9303" y="13044"/>
                  </a:cubicBezTo>
                  <a:lnTo>
                    <a:pt x="9303" y="13016"/>
                  </a:lnTo>
                  <a:cubicBezTo>
                    <a:pt x="9311" y="12988"/>
                    <a:pt x="9290" y="12961"/>
                    <a:pt x="9261" y="12946"/>
                  </a:cubicBezTo>
                  <a:lnTo>
                    <a:pt x="9248" y="12940"/>
                  </a:lnTo>
                  <a:cubicBezTo>
                    <a:pt x="9239" y="12937"/>
                    <a:pt x="9231" y="12936"/>
                    <a:pt x="9222" y="12936"/>
                  </a:cubicBezTo>
                  <a:close/>
                  <a:moveTo>
                    <a:pt x="9415" y="13002"/>
                  </a:moveTo>
                  <a:cubicBezTo>
                    <a:pt x="9378" y="13002"/>
                    <a:pt x="9344" y="13027"/>
                    <a:pt x="9338" y="13064"/>
                  </a:cubicBezTo>
                  <a:lnTo>
                    <a:pt x="9338" y="13079"/>
                  </a:lnTo>
                  <a:cubicBezTo>
                    <a:pt x="9338" y="13106"/>
                    <a:pt x="9359" y="13134"/>
                    <a:pt x="9386" y="13147"/>
                  </a:cubicBezTo>
                  <a:lnTo>
                    <a:pt x="9407" y="13147"/>
                  </a:lnTo>
                  <a:cubicBezTo>
                    <a:pt x="9442" y="13147"/>
                    <a:pt x="9469" y="13134"/>
                    <a:pt x="9477" y="13099"/>
                  </a:cubicBezTo>
                  <a:cubicBezTo>
                    <a:pt x="9484" y="13092"/>
                    <a:pt x="9484" y="13086"/>
                    <a:pt x="9484" y="13079"/>
                  </a:cubicBezTo>
                  <a:cubicBezTo>
                    <a:pt x="9484" y="13051"/>
                    <a:pt x="9469" y="13023"/>
                    <a:pt x="9436" y="13009"/>
                  </a:cubicBezTo>
                  <a:cubicBezTo>
                    <a:pt x="9436" y="13009"/>
                    <a:pt x="9427" y="13009"/>
                    <a:pt x="9427" y="13003"/>
                  </a:cubicBezTo>
                  <a:cubicBezTo>
                    <a:pt x="9423" y="13002"/>
                    <a:pt x="9419" y="13002"/>
                    <a:pt x="9415" y="13002"/>
                  </a:cubicBezTo>
                  <a:close/>
                  <a:moveTo>
                    <a:pt x="16630" y="9705"/>
                  </a:moveTo>
                  <a:cubicBezTo>
                    <a:pt x="16713" y="10611"/>
                    <a:pt x="16595" y="11536"/>
                    <a:pt x="16298" y="12387"/>
                  </a:cubicBezTo>
                  <a:lnTo>
                    <a:pt x="16285" y="12422"/>
                  </a:lnTo>
                  <a:cubicBezTo>
                    <a:pt x="16278" y="12449"/>
                    <a:pt x="16263" y="12484"/>
                    <a:pt x="16250" y="12512"/>
                  </a:cubicBezTo>
                  <a:lnTo>
                    <a:pt x="16222" y="12582"/>
                  </a:lnTo>
                  <a:cubicBezTo>
                    <a:pt x="16215" y="12608"/>
                    <a:pt x="16208" y="12636"/>
                    <a:pt x="16195" y="12656"/>
                  </a:cubicBezTo>
                  <a:lnTo>
                    <a:pt x="16180" y="12684"/>
                  </a:lnTo>
                  <a:cubicBezTo>
                    <a:pt x="15842" y="13520"/>
                    <a:pt x="15309" y="14295"/>
                    <a:pt x="14652" y="14917"/>
                  </a:cubicBezTo>
                  <a:lnTo>
                    <a:pt x="12511" y="12283"/>
                  </a:lnTo>
                  <a:cubicBezTo>
                    <a:pt x="13015" y="11724"/>
                    <a:pt x="13284" y="11006"/>
                    <a:pt x="13277" y="10251"/>
                  </a:cubicBezTo>
                  <a:lnTo>
                    <a:pt x="16630" y="9705"/>
                  </a:lnTo>
                  <a:close/>
                  <a:moveTo>
                    <a:pt x="16702" y="9551"/>
                  </a:moveTo>
                  <a:cubicBezTo>
                    <a:pt x="16696" y="9551"/>
                    <a:pt x="16690" y="9552"/>
                    <a:pt x="16684" y="9554"/>
                  </a:cubicBezTo>
                  <a:lnTo>
                    <a:pt x="13194" y="10113"/>
                  </a:lnTo>
                  <a:cubicBezTo>
                    <a:pt x="13160" y="10120"/>
                    <a:pt x="13133" y="10155"/>
                    <a:pt x="13133" y="10190"/>
                  </a:cubicBezTo>
                  <a:cubicBezTo>
                    <a:pt x="13153" y="10949"/>
                    <a:pt x="12884" y="11676"/>
                    <a:pt x="12358" y="12228"/>
                  </a:cubicBezTo>
                  <a:cubicBezTo>
                    <a:pt x="12330" y="12256"/>
                    <a:pt x="12330" y="12298"/>
                    <a:pt x="12352" y="12324"/>
                  </a:cubicBezTo>
                  <a:lnTo>
                    <a:pt x="14591" y="15070"/>
                  </a:lnTo>
                  <a:cubicBezTo>
                    <a:pt x="14598" y="15083"/>
                    <a:pt x="14619" y="15096"/>
                    <a:pt x="14639" y="15096"/>
                  </a:cubicBezTo>
                  <a:lnTo>
                    <a:pt x="14646" y="15096"/>
                  </a:lnTo>
                  <a:cubicBezTo>
                    <a:pt x="14661" y="15096"/>
                    <a:pt x="14681" y="15090"/>
                    <a:pt x="14694" y="15076"/>
                  </a:cubicBezTo>
                  <a:cubicBezTo>
                    <a:pt x="15392" y="14426"/>
                    <a:pt x="15960" y="13625"/>
                    <a:pt x="16320" y="12739"/>
                  </a:cubicBezTo>
                  <a:lnTo>
                    <a:pt x="16333" y="12713"/>
                  </a:lnTo>
                  <a:cubicBezTo>
                    <a:pt x="16339" y="12684"/>
                    <a:pt x="16353" y="12656"/>
                    <a:pt x="16361" y="12630"/>
                  </a:cubicBezTo>
                  <a:lnTo>
                    <a:pt x="16388" y="12567"/>
                  </a:lnTo>
                  <a:cubicBezTo>
                    <a:pt x="16402" y="12532"/>
                    <a:pt x="16409" y="12505"/>
                    <a:pt x="16422" y="12470"/>
                  </a:cubicBezTo>
                  <a:lnTo>
                    <a:pt x="16436" y="12436"/>
                  </a:lnTo>
                  <a:cubicBezTo>
                    <a:pt x="16747" y="11536"/>
                    <a:pt x="16865" y="10563"/>
                    <a:pt x="16767" y="9616"/>
                  </a:cubicBezTo>
                  <a:cubicBezTo>
                    <a:pt x="16767" y="9596"/>
                    <a:pt x="16761" y="9581"/>
                    <a:pt x="16741" y="9568"/>
                  </a:cubicBezTo>
                  <a:cubicBezTo>
                    <a:pt x="16730" y="9558"/>
                    <a:pt x="16717" y="9551"/>
                    <a:pt x="16702" y="9551"/>
                  </a:cubicBezTo>
                  <a:close/>
                  <a:moveTo>
                    <a:pt x="7410" y="11198"/>
                  </a:moveTo>
                  <a:cubicBezTo>
                    <a:pt x="7638" y="11918"/>
                    <a:pt x="8129" y="12512"/>
                    <a:pt x="8785" y="12885"/>
                  </a:cubicBezTo>
                  <a:lnTo>
                    <a:pt x="7576" y="16057"/>
                  </a:lnTo>
                  <a:cubicBezTo>
                    <a:pt x="6753" y="15677"/>
                    <a:pt x="6014" y="15111"/>
                    <a:pt x="5426" y="14426"/>
                  </a:cubicBezTo>
                  <a:lnTo>
                    <a:pt x="5405" y="14406"/>
                  </a:lnTo>
                  <a:cubicBezTo>
                    <a:pt x="5378" y="14378"/>
                    <a:pt x="5357" y="14350"/>
                    <a:pt x="5337" y="14323"/>
                  </a:cubicBezTo>
                  <a:lnTo>
                    <a:pt x="5295" y="14267"/>
                  </a:lnTo>
                  <a:cubicBezTo>
                    <a:pt x="5274" y="14247"/>
                    <a:pt x="5261" y="14225"/>
                    <a:pt x="5239" y="14205"/>
                  </a:cubicBezTo>
                  <a:lnTo>
                    <a:pt x="5219" y="14177"/>
                  </a:lnTo>
                  <a:cubicBezTo>
                    <a:pt x="4673" y="13466"/>
                    <a:pt x="4265" y="12623"/>
                    <a:pt x="4058" y="11737"/>
                  </a:cubicBezTo>
                  <a:lnTo>
                    <a:pt x="7410" y="11198"/>
                  </a:lnTo>
                  <a:close/>
                  <a:moveTo>
                    <a:pt x="7467" y="11045"/>
                  </a:moveTo>
                  <a:cubicBezTo>
                    <a:pt x="7462" y="11045"/>
                    <a:pt x="7457" y="11046"/>
                    <a:pt x="7452" y="11047"/>
                  </a:cubicBezTo>
                  <a:lnTo>
                    <a:pt x="3962" y="11606"/>
                  </a:lnTo>
                  <a:cubicBezTo>
                    <a:pt x="3940" y="11613"/>
                    <a:pt x="3920" y="11619"/>
                    <a:pt x="3905" y="11641"/>
                  </a:cubicBezTo>
                  <a:cubicBezTo>
                    <a:pt x="3899" y="11654"/>
                    <a:pt x="3892" y="11676"/>
                    <a:pt x="3899" y="11696"/>
                  </a:cubicBezTo>
                  <a:cubicBezTo>
                    <a:pt x="4106" y="12623"/>
                    <a:pt x="4527" y="13514"/>
                    <a:pt x="5108" y="14267"/>
                  </a:cubicBezTo>
                  <a:lnTo>
                    <a:pt x="5130" y="14295"/>
                  </a:lnTo>
                  <a:cubicBezTo>
                    <a:pt x="5143" y="14315"/>
                    <a:pt x="5164" y="14343"/>
                    <a:pt x="5184" y="14365"/>
                  </a:cubicBezTo>
                  <a:lnTo>
                    <a:pt x="5226" y="14419"/>
                  </a:lnTo>
                  <a:cubicBezTo>
                    <a:pt x="5247" y="14439"/>
                    <a:pt x="5267" y="14468"/>
                    <a:pt x="5295" y="14496"/>
                  </a:cubicBezTo>
                  <a:lnTo>
                    <a:pt x="5315" y="14522"/>
                  </a:lnTo>
                  <a:cubicBezTo>
                    <a:pt x="5931" y="15242"/>
                    <a:pt x="6719" y="15829"/>
                    <a:pt x="7589" y="16223"/>
                  </a:cubicBezTo>
                  <a:cubicBezTo>
                    <a:pt x="7596" y="16231"/>
                    <a:pt x="7611" y="16231"/>
                    <a:pt x="7618" y="16231"/>
                  </a:cubicBezTo>
                  <a:cubicBezTo>
                    <a:pt x="7624" y="16231"/>
                    <a:pt x="7638" y="16231"/>
                    <a:pt x="7644" y="16223"/>
                  </a:cubicBezTo>
                  <a:cubicBezTo>
                    <a:pt x="7666" y="16216"/>
                    <a:pt x="7679" y="16203"/>
                    <a:pt x="7686" y="16181"/>
                  </a:cubicBezTo>
                  <a:lnTo>
                    <a:pt x="8945" y="12878"/>
                  </a:lnTo>
                  <a:cubicBezTo>
                    <a:pt x="8951" y="12850"/>
                    <a:pt x="8951" y="12822"/>
                    <a:pt x="8923" y="12802"/>
                  </a:cubicBezTo>
                  <a:cubicBezTo>
                    <a:pt x="8923" y="12795"/>
                    <a:pt x="8916" y="12789"/>
                    <a:pt x="8910" y="12789"/>
                  </a:cubicBezTo>
                  <a:cubicBezTo>
                    <a:pt x="8240" y="12422"/>
                    <a:pt x="7749" y="11820"/>
                    <a:pt x="7528" y="11095"/>
                  </a:cubicBezTo>
                  <a:cubicBezTo>
                    <a:pt x="7521" y="11065"/>
                    <a:pt x="7496" y="11045"/>
                    <a:pt x="7467" y="11045"/>
                  </a:cubicBezTo>
                  <a:close/>
                  <a:moveTo>
                    <a:pt x="11791" y="12864"/>
                  </a:moveTo>
                  <a:lnTo>
                    <a:pt x="13941" y="15498"/>
                  </a:lnTo>
                  <a:cubicBezTo>
                    <a:pt x="13194" y="16015"/>
                    <a:pt x="12338" y="16382"/>
                    <a:pt x="11446" y="16548"/>
                  </a:cubicBezTo>
                  <a:lnTo>
                    <a:pt x="11418" y="16554"/>
                  </a:lnTo>
                  <a:cubicBezTo>
                    <a:pt x="11385" y="16563"/>
                    <a:pt x="11350" y="16563"/>
                    <a:pt x="11315" y="16569"/>
                  </a:cubicBezTo>
                  <a:lnTo>
                    <a:pt x="11245" y="16582"/>
                  </a:lnTo>
                  <a:cubicBezTo>
                    <a:pt x="11219" y="16582"/>
                    <a:pt x="11191" y="16589"/>
                    <a:pt x="11162" y="16596"/>
                  </a:cubicBezTo>
                  <a:lnTo>
                    <a:pt x="11136" y="16596"/>
                  </a:lnTo>
                  <a:cubicBezTo>
                    <a:pt x="10851" y="16635"/>
                    <a:pt x="10563" y="16655"/>
                    <a:pt x="10275" y="16655"/>
                  </a:cubicBezTo>
                  <a:cubicBezTo>
                    <a:pt x="9653" y="16655"/>
                    <a:pt x="9030" y="16564"/>
                    <a:pt x="8440" y="16388"/>
                  </a:cubicBezTo>
                  <a:lnTo>
                    <a:pt x="9643" y="13210"/>
                  </a:lnTo>
                  <a:cubicBezTo>
                    <a:pt x="9846" y="13256"/>
                    <a:pt x="10052" y="13279"/>
                    <a:pt x="10259" y="13279"/>
                  </a:cubicBezTo>
                  <a:cubicBezTo>
                    <a:pt x="10424" y="13279"/>
                    <a:pt x="10589" y="13265"/>
                    <a:pt x="10754" y="13237"/>
                  </a:cubicBezTo>
                  <a:cubicBezTo>
                    <a:pt x="11121" y="13182"/>
                    <a:pt x="11474" y="13058"/>
                    <a:pt x="11791" y="12864"/>
                  </a:cubicBezTo>
                  <a:close/>
                  <a:moveTo>
                    <a:pt x="11815" y="12700"/>
                  </a:moveTo>
                  <a:cubicBezTo>
                    <a:pt x="11800" y="12700"/>
                    <a:pt x="11785" y="12704"/>
                    <a:pt x="11771" y="12713"/>
                  </a:cubicBezTo>
                  <a:cubicBezTo>
                    <a:pt x="11453" y="12905"/>
                    <a:pt x="11101" y="13038"/>
                    <a:pt x="10728" y="13099"/>
                  </a:cubicBezTo>
                  <a:cubicBezTo>
                    <a:pt x="10578" y="13121"/>
                    <a:pt x="10429" y="13132"/>
                    <a:pt x="10280" y="13132"/>
                  </a:cubicBezTo>
                  <a:cubicBezTo>
                    <a:pt x="10057" y="13132"/>
                    <a:pt x="9835" y="13107"/>
                    <a:pt x="9615" y="13058"/>
                  </a:cubicBezTo>
                  <a:cubicBezTo>
                    <a:pt x="9610" y="13057"/>
                    <a:pt x="9606" y="13056"/>
                    <a:pt x="9601" y="13056"/>
                  </a:cubicBezTo>
                  <a:cubicBezTo>
                    <a:pt x="9570" y="13056"/>
                    <a:pt x="9538" y="13075"/>
                    <a:pt x="9532" y="13106"/>
                  </a:cubicBezTo>
                  <a:lnTo>
                    <a:pt x="8275" y="16410"/>
                  </a:lnTo>
                  <a:cubicBezTo>
                    <a:pt x="8266" y="16423"/>
                    <a:pt x="8266" y="16445"/>
                    <a:pt x="8275" y="16465"/>
                  </a:cubicBezTo>
                  <a:cubicBezTo>
                    <a:pt x="8288" y="16486"/>
                    <a:pt x="8301" y="16500"/>
                    <a:pt x="8323" y="16500"/>
                  </a:cubicBezTo>
                  <a:cubicBezTo>
                    <a:pt x="8951" y="16700"/>
                    <a:pt x="9621" y="16796"/>
                    <a:pt x="10285" y="16796"/>
                  </a:cubicBezTo>
                  <a:cubicBezTo>
                    <a:pt x="10575" y="16796"/>
                    <a:pt x="10866" y="16783"/>
                    <a:pt x="11149" y="16742"/>
                  </a:cubicBezTo>
                  <a:lnTo>
                    <a:pt x="11184" y="16735"/>
                  </a:lnTo>
                  <a:cubicBezTo>
                    <a:pt x="11211" y="16735"/>
                    <a:pt x="11245" y="16728"/>
                    <a:pt x="11274" y="16720"/>
                  </a:cubicBezTo>
                  <a:lnTo>
                    <a:pt x="11335" y="16713"/>
                  </a:lnTo>
                  <a:cubicBezTo>
                    <a:pt x="11370" y="16707"/>
                    <a:pt x="11411" y="16700"/>
                    <a:pt x="11446" y="16694"/>
                  </a:cubicBezTo>
                  <a:lnTo>
                    <a:pt x="11474" y="16694"/>
                  </a:lnTo>
                  <a:cubicBezTo>
                    <a:pt x="12406" y="16513"/>
                    <a:pt x="13312" y="16126"/>
                    <a:pt x="14087" y="15574"/>
                  </a:cubicBezTo>
                  <a:cubicBezTo>
                    <a:pt x="14100" y="15559"/>
                    <a:pt x="14113" y="15539"/>
                    <a:pt x="14113" y="15518"/>
                  </a:cubicBezTo>
                  <a:cubicBezTo>
                    <a:pt x="14122" y="15504"/>
                    <a:pt x="14113" y="15484"/>
                    <a:pt x="14100" y="15463"/>
                  </a:cubicBezTo>
                  <a:lnTo>
                    <a:pt x="11867" y="12726"/>
                  </a:lnTo>
                  <a:cubicBezTo>
                    <a:pt x="11855" y="12709"/>
                    <a:pt x="11836" y="12700"/>
                    <a:pt x="11815" y="12700"/>
                  </a:cubicBezTo>
                  <a:close/>
                  <a:moveTo>
                    <a:pt x="9401" y="154"/>
                  </a:moveTo>
                  <a:lnTo>
                    <a:pt x="10161" y="2380"/>
                  </a:lnTo>
                  <a:cubicBezTo>
                    <a:pt x="10167" y="2407"/>
                    <a:pt x="10195" y="2428"/>
                    <a:pt x="10230" y="2428"/>
                  </a:cubicBezTo>
                  <a:cubicBezTo>
                    <a:pt x="10416" y="2428"/>
                    <a:pt x="10610" y="2435"/>
                    <a:pt x="10796" y="2448"/>
                  </a:cubicBezTo>
                  <a:lnTo>
                    <a:pt x="10824" y="2448"/>
                  </a:lnTo>
                  <a:cubicBezTo>
                    <a:pt x="10872" y="2455"/>
                    <a:pt x="10929" y="2455"/>
                    <a:pt x="10977" y="2463"/>
                  </a:cubicBezTo>
                  <a:cubicBezTo>
                    <a:pt x="10997" y="2463"/>
                    <a:pt x="11018" y="2470"/>
                    <a:pt x="11045" y="2470"/>
                  </a:cubicBezTo>
                  <a:lnTo>
                    <a:pt x="11094" y="2476"/>
                  </a:lnTo>
                  <a:cubicBezTo>
                    <a:pt x="11114" y="2476"/>
                    <a:pt x="11136" y="2476"/>
                    <a:pt x="11156" y="2483"/>
                  </a:cubicBezTo>
                  <a:cubicBezTo>
                    <a:pt x="11211" y="2483"/>
                    <a:pt x="11260" y="2490"/>
                    <a:pt x="11308" y="2496"/>
                  </a:cubicBezTo>
                  <a:lnTo>
                    <a:pt x="11335" y="2505"/>
                  </a:lnTo>
                  <a:cubicBezTo>
                    <a:pt x="11426" y="2518"/>
                    <a:pt x="11501" y="2524"/>
                    <a:pt x="11570" y="2538"/>
                  </a:cubicBezTo>
                  <a:cubicBezTo>
                    <a:pt x="11675" y="2553"/>
                    <a:pt x="11778" y="2573"/>
                    <a:pt x="11896" y="2601"/>
                  </a:cubicBezTo>
                  <a:cubicBezTo>
                    <a:pt x="11902" y="2602"/>
                    <a:pt x="11907" y="2602"/>
                    <a:pt x="11913" y="2602"/>
                  </a:cubicBezTo>
                  <a:cubicBezTo>
                    <a:pt x="11939" y="2602"/>
                    <a:pt x="11960" y="2589"/>
                    <a:pt x="11972" y="2566"/>
                  </a:cubicBezTo>
                  <a:lnTo>
                    <a:pt x="13168" y="541"/>
                  </a:lnTo>
                  <a:lnTo>
                    <a:pt x="14578" y="1080"/>
                  </a:lnTo>
                  <a:lnTo>
                    <a:pt x="14122" y="3382"/>
                  </a:lnTo>
                  <a:cubicBezTo>
                    <a:pt x="14113" y="3417"/>
                    <a:pt x="14128" y="3443"/>
                    <a:pt x="14155" y="3458"/>
                  </a:cubicBezTo>
                  <a:cubicBezTo>
                    <a:pt x="14321" y="3555"/>
                    <a:pt x="14480" y="3651"/>
                    <a:pt x="14639" y="3755"/>
                  </a:cubicBezTo>
                  <a:lnTo>
                    <a:pt x="14661" y="3775"/>
                  </a:lnTo>
                  <a:cubicBezTo>
                    <a:pt x="14702" y="3803"/>
                    <a:pt x="14744" y="3832"/>
                    <a:pt x="14785" y="3858"/>
                  </a:cubicBezTo>
                  <a:cubicBezTo>
                    <a:pt x="14805" y="3873"/>
                    <a:pt x="14827" y="3886"/>
                    <a:pt x="14840" y="3900"/>
                  </a:cubicBezTo>
                  <a:lnTo>
                    <a:pt x="14881" y="3928"/>
                  </a:lnTo>
                  <a:cubicBezTo>
                    <a:pt x="14895" y="3941"/>
                    <a:pt x="14916" y="3956"/>
                    <a:pt x="14936" y="3969"/>
                  </a:cubicBezTo>
                  <a:cubicBezTo>
                    <a:pt x="14978" y="3997"/>
                    <a:pt x="15012" y="4031"/>
                    <a:pt x="15054" y="4059"/>
                  </a:cubicBezTo>
                  <a:lnTo>
                    <a:pt x="15082" y="4080"/>
                  </a:lnTo>
                  <a:cubicBezTo>
                    <a:pt x="15226" y="4190"/>
                    <a:pt x="15372" y="4314"/>
                    <a:pt x="15510" y="4439"/>
                  </a:cubicBezTo>
                  <a:cubicBezTo>
                    <a:pt x="15526" y="4451"/>
                    <a:pt x="15545" y="4459"/>
                    <a:pt x="15562" y="4459"/>
                  </a:cubicBezTo>
                  <a:cubicBezTo>
                    <a:pt x="15576" y="4459"/>
                    <a:pt x="15588" y="4454"/>
                    <a:pt x="15600" y="4445"/>
                  </a:cubicBezTo>
                  <a:lnTo>
                    <a:pt x="17647" y="3292"/>
                  </a:lnTo>
                  <a:lnTo>
                    <a:pt x="18592" y="4460"/>
                  </a:lnTo>
                  <a:lnTo>
                    <a:pt x="17044" y="6228"/>
                  </a:lnTo>
                  <a:cubicBezTo>
                    <a:pt x="17024" y="6250"/>
                    <a:pt x="17024" y="6285"/>
                    <a:pt x="17038" y="6311"/>
                  </a:cubicBezTo>
                  <a:cubicBezTo>
                    <a:pt x="17127" y="6471"/>
                    <a:pt x="17217" y="6623"/>
                    <a:pt x="17287" y="6776"/>
                  </a:cubicBezTo>
                  <a:cubicBezTo>
                    <a:pt x="17293" y="6782"/>
                    <a:pt x="17293" y="6789"/>
                    <a:pt x="17300" y="6796"/>
                  </a:cubicBezTo>
                  <a:lnTo>
                    <a:pt x="17321" y="6837"/>
                  </a:lnTo>
                  <a:cubicBezTo>
                    <a:pt x="17341" y="6885"/>
                    <a:pt x="17363" y="6927"/>
                    <a:pt x="17383" y="6975"/>
                  </a:cubicBezTo>
                  <a:cubicBezTo>
                    <a:pt x="17398" y="6996"/>
                    <a:pt x="17404" y="7016"/>
                    <a:pt x="17418" y="7038"/>
                  </a:cubicBezTo>
                  <a:lnTo>
                    <a:pt x="17431" y="7079"/>
                  </a:lnTo>
                  <a:cubicBezTo>
                    <a:pt x="17439" y="7099"/>
                    <a:pt x="17452" y="7121"/>
                    <a:pt x="17459" y="7141"/>
                  </a:cubicBezTo>
                  <a:cubicBezTo>
                    <a:pt x="17481" y="7191"/>
                    <a:pt x="17501" y="7239"/>
                    <a:pt x="17522" y="7287"/>
                  </a:cubicBezTo>
                  <a:lnTo>
                    <a:pt x="17529" y="7307"/>
                  </a:lnTo>
                  <a:cubicBezTo>
                    <a:pt x="17605" y="7481"/>
                    <a:pt x="17666" y="7660"/>
                    <a:pt x="17729" y="7839"/>
                  </a:cubicBezTo>
                  <a:cubicBezTo>
                    <a:pt x="17736" y="7874"/>
                    <a:pt x="17763" y="7887"/>
                    <a:pt x="17791" y="7896"/>
                  </a:cubicBezTo>
                  <a:lnTo>
                    <a:pt x="20141" y="7915"/>
                  </a:lnTo>
                  <a:lnTo>
                    <a:pt x="20383" y="9402"/>
                  </a:lnTo>
                  <a:lnTo>
                    <a:pt x="18157" y="10155"/>
                  </a:lnTo>
                  <a:cubicBezTo>
                    <a:pt x="18129" y="10168"/>
                    <a:pt x="18109" y="10196"/>
                    <a:pt x="18109" y="10224"/>
                  </a:cubicBezTo>
                  <a:cubicBezTo>
                    <a:pt x="18109" y="10404"/>
                    <a:pt x="18109" y="10583"/>
                    <a:pt x="18094" y="10749"/>
                  </a:cubicBezTo>
                  <a:lnTo>
                    <a:pt x="18094" y="10777"/>
                  </a:lnTo>
                  <a:lnTo>
                    <a:pt x="18088" y="10818"/>
                  </a:lnTo>
                  <a:cubicBezTo>
                    <a:pt x="18088" y="10873"/>
                    <a:pt x="18081" y="10923"/>
                    <a:pt x="18081" y="10977"/>
                  </a:cubicBezTo>
                  <a:cubicBezTo>
                    <a:pt x="18074" y="10997"/>
                    <a:pt x="18074" y="11019"/>
                    <a:pt x="18074" y="11047"/>
                  </a:cubicBezTo>
                  <a:lnTo>
                    <a:pt x="18068" y="11089"/>
                  </a:lnTo>
                  <a:cubicBezTo>
                    <a:pt x="18068" y="11109"/>
                    <a:pt x="18061" y="11130"/>
                    <a:pt x="18061" y="11157"/>
                  </a:cubicBezTo>
                  <a:cubicBezTo>
                    <a:pt x="18053" y="11205"/>
                    <a:pt x="18046" y="11261"/>
                    <a:pt x="18040" y="11309"/>
                  </a:cubicBezTo>
                  <a:lnTo>
                    <a:pt x="18040" y="11337"/>
                  </a:lnTo>
                  <a:cubicBezTo>
                    <a:pt x="18011" y="11523"/>
                    <a:pt x="17978" y="11711"/>
                    <a:pt x="17943" y="11896"/>
                  </a:cubicBezTo>
                  <a:cubicBezTo>
                    <a:pt x="17937" y="11925"/>
                    <a:pt x="17950" y="11951"/>
                    <a:pt x="17978" y="11973"/>
                  </a:cubicBezTo>
                  <a:lnTo>
                    <a:pt x="20002" y="13162"/>
                  </a:lnTo>
                  <a:lnTo>
                    <a:pt x="19463" y="14572"/>
                  </a:lnTo>
                  <a:lnTo>
                    <a:pt x="17162" y="14116"/>
                  </a:lnTo>
                  <a:cubicBezTo>
                    <a:pt x="17156" y="14114"/>
                    <a:pt x="17149" y="14114"/>
                    <a:pt x="17143" y="14114"/>
                  </a:cubicBezTo>
                  <a:cubicBezTo>
                    <a:pt x="17117" y="14114"/>
                    <a:pt x="17095" y="14127"/>
                    <a:pt x="17079" y="14149"/>
                  </a:cubicBezTo>
                  <a:cubicBezTo>
                    <a:pt x="16990" y="14315"/>
                    <a:pt x="16885" y="14481"/>
                    <a:pt x="16782" y="14633"/>
                  </a:cubicBezTo>
                  <a:lnTo>
                    <a:pt x="16754" y="14675"/>
                  </a:lnTo>
                  <a:cubicBezTo>
                    <a:pt x="16734" y="14703"/>
                    <a:pt x="16719" y="14730"/>
                    <a:pt x="16699" y="14758"/>
                  </a:cubicBezTo>
                  <a:lnTo>
                    <a:pt x="16678" y="14786"/>
                  </a:lnTo>
                  <a:cubicBezTo>
                    <a:pt x="16665" y="14799"/>
                    <a:pt x="16651" y="14821"/>
                    <a:pt x="16636" y="14841"/>
                  </a:cubicBezTo>
                  <a:lnTo>
                    <a:pt x="16610" y="14876"/>
                  </a:lnTo>
                  <a:cubicBezTo>
                    <a:pt x="16601" y="14895"/>
                    <a:pt x="16588" y="14910"/>
                    <a:pt x="16575" y="14930"/>
                  </a:cubicBezTo>
                  <a:cubicBezTo>
                    <a:pt x="16547" y="14972"/>
                    <a:pt x="16512" y="15013"/>
                    <a:pt x="16477" y="15055"/>
                  </a:cubicBezTo>
                  <a:lnTo>
                    <a:pt x="16464" y="15070"/>
                  </a:lnTo>
                  <a:lnTo>
                    <a:pt x="16464" y="15076"/>
                  </a:lnTo>
                  <a:cubicBezTo>
                    <a:pt x="16346" y="15221"/>
                    <a:pt x="16228" y="15373"/>
                    <a:pt x="16104" y="15511"/>
                  </a:cubicBezTo>
                  <a:cubicBezTo>
                    <a:pt x="16084" y="15532"/>
                    <a:pt x="16077" y="15567"/>
                    <a:pt x="16091" y="15594"/>
                  </a:cubicBezTo>
                  <a:lnTo>
                    <a:pt x="17252" y="17641"/>
                  </a:lnTo>
                  <a:lnTo>
                    <a:pt x="16084" y="18595"/>
                  </a:lnTo>
                  <a:lnTo>
                    <a:pt x="14314" y="17045"/>
                  </a:lnTo>
                  <a:cubicBezTo>
                    <a:pt x="14299" y="17034"/>
                    <a:pt x="14280" y="17027"/>
                    <a:pt x="14262" y="17027"/>
                  </a:cubicBezTo>
                  <a:cubicBezTo>
                    <a:pt x="14249" y="17027"/>
                    <a:pt x="14236" y="17030"/>
                    <a:pt x="14224" y="17039"/>
                  </a:cubicBezTo>
                  <a:cubicBezTo>
                    <a:pt x="14065" y="17128"/>
                    <a:pt x="13899" y="17226"/>
                    <a:pt x="13727" y="17309"/>
                  </a:cubicBezTo>
                  <a:lnTo>
                    <a:pt x="13707" y="17316"/>
                  </a:lnTo>
                  <a:cubicBezTo>
                    <a:pt x="13657" y="17336"/>
                    <a:pt x="13609" y="17364"/>
                    <a:pt x="13561" y="17384"/>
                  </a:cubicBezTo>
                  <a:cubicBezTo>
                    <a:pt x="13548" y="17392"/>
                    <a:pt x="13526" y="17399"/>
                    <a:pt x="13506" y="17412"/>
                  </a:cubicBezTo>
                  <a:lnTo>
                    <a:pt x="13465" y="17433"/>
                  </a:lnTo>
                  <a:cubicBezTo>
                    <a:pt x="13443" y="17440"/>
                    <a:pt x="13423" y="17447"/>
                    <a:pt x="13402" y="17460"/>
                  </a:cubicBezTo>
                  <a:lnTo>
                    <a:pt x="13388" y="17460"/>
                  </a:lnTo>
                  <a:cubicBezTo>
                    <a:pt x="13382" y="17467"/>
                    <a:pt x="13375" y="17467"/>
                    <a:pt x="13375" y="17467"/>
                  </a:cubicBezTo>
                  <a:cubicBezTo>
                    <a:pt x="13340" y="17482"/>
                    <a:pt x="13312" y="17495"/>
                    <a:pt x="13277" y="17508"/>
                  </a:cubicBezTo>
                  <a:lnTo>
                    <a:pt x="13229" y="17530"/>
                  </a:lnTo>
                  <a:cubicBezTo>
                    <a:pt x="13057" y="17599"/>
                    <a:pt x="12878" y="17661"/>
                    <a:pt x="12697" y="17724"/>
                  </a:cubicBezTo>
                  <a:cubicBezTo>
                    <a:pt x="12670" y="17730"/>
                    <a:pt x="12649" y="17757"/>
                    <a:pt x="12649" y="17792"/>
                  </a:cubicBezTo>
                  <a:lnTo>
                    <a:pt x="12629" y="20142"/>
                  </a:lnTo>
                  <a:lnTo>
                    <a:pt x="11143" y="20384"/>
                  </a:lnTo>
                  <a:lnTo>
                    <a:pt x="10381" y="18158"/>
                  </a:lnTo>
                  <a:cubicBezTo>
                    <a:pt x="10375" y="18130"/>
                    <a:pt x="10348" y="18110"/>
                    <a:pt x="10313" y="18110"/>
                  </a:cubicBezTo>
                  <a:cubicBezTo>
                    <a:pt x="10126" y="18110"/>
                    <a:pt x="9933" y="18104"/>
                    <a:pt x="9746" y="18089"/>
                  </a:cubicBezTo>
                  <a:lnTo>
                    <a:pt x="9718" y="18089"/>
                  </a:lnTo>
                  <a:cubicBezTo>
                    <a:pt x="9670" y="18082"/>
                    <a:pt x="9615" y="18082"/>
                    <a:pt x="9567" y="18075"/>
                  </a:cubicBezTo>
                  <a:cubicBezTo>
                    <a:pt x="9545" y="18075"/>
                    <a:pt x="9519" y="18069"/>
                    <a:pt x="9497" y="18069"/>
                  </a:cubicBezTo>
                  <a:lnTo>
                    <a:pt x="9456" y="18062"/>
                  </a:lnTo>
                  <a:cubicBezTo>
                    <a:pt x="9427" y="18062"/>
                    <a:pt x="9407" y="18062"/>
                    <a:pt x="9386" y="18055"/>
                  </a:cubicBezTo>
                  <a:cubicBezTo>
                    <a:pt x="9331" y="18055"/>
                    <a:pt x="9283" y="18047"/>
                    <a:pt x="9235" y="18041"/>
                  </a:cubicBezTo>
                  <a:lnTo>
                    <a:pt x="9207" y="18034"/>
                  </a:lnTo>
                  <a:cubicBezTo>
                    <a:pt x="9021" y="18014"/>
                    <a:pt x="8834" y="17979"/>
                    <a:pt x="8648" y="17938"/>
                  </a:cubicBezTo>
                  <a:cubicBezTo>
                    <a:pt x="8643" y="17937"/>
                    <a:pt x="8638" y="17936"/>
                    <a:pt x="8633" y="17936"/>
                  </a:cubicBezTo>
                  <a:cubicBezTo>
                    <a:pt x="8608" y="17936"/>
                    <a:pt x="8582" y="17949"/>
                    <a:pt x="8571" y="17972"/>
                  </a:cubicBezTo>
                  <a:lnTo>
                    <a:pt x="7375" y="19996"/>
                  </a:lnTo>
                  <a:lnTo>
                    <a:pt x="5972" y="19465"/>
                  </a:lnTo>
                  <a:lnTo>
                    <a:pt x="6422" y="17156"/>
                  </a:lnTo>
                  <a:cubicBezTo>
                    <a:pt x="6428" y="17128"/>
                    <a:pt x="6415" y="17093"/>
                    <a:pt x="6387" y="17080"/>
                  </a:cubicBezTo>
                  <a:cubicBezTo>
                    <a:pt x="6228" y="16984"/>
                    <a:pt x="6062" y="16886"/>
                    <a:pt x="5911" y="16783"/>
                  </a:cubicBezTo>
                  <a:lnTo>
                    <a:pt x="5883" y="16762"/>
                  </a:lnTo>
                  <a:cubicBezTo>
                    <a:pt x="5841" y="16735"/>
                    <a:pt x="5800" y="16707"/>
                    <a:pt x="5758" y="16679"/>
                  </a:cubicBezTo>
                  <a:cubicBezTo>
                    <a:pt x="5737" y="16665"/>
                    <a:pt x="5723" y="16652"/>
                    <a:pt x="5703" y="16637"/>
                  </a:cubicBezTo>
                  <a:lnTo>
                    <a:pt x="5662" y="16611"/>
                  </a:lnTo>
                  <a:cubicBezTo>
                    <a:pt x="5647" y="16596"/>
                    <a:pt x="5627" y="16582"/>
                    <a:pt x="5612" y="16569"/>
                  </a:cubicBezTo>
                  <a:cubicBezTo>
                    <a:pt x="5571" y="16541"/>
                    <a:pt x="5529" y="16506"/>
                    <a:pt x="5488" y="16480"/>
                  </a:cubicBezTo>
                  <a:lnTo>
                    <a:pt x="5468" y="16465"/>
                  </a:lnTo>
                  <a:cubicBezTo>
                    <a:pt x="5315" y="16347"/>
                    <a:pt x="5171" y="16223"/>
                    <a:pt x="5032" y="16098"/>
                  </a:cubicBezTo>
                  <a:cubicBezTo>
                    <a:pt x="5016" y="16087"/>
                    <a:pt x="5000" y="16079"/>
                    <a:pt x="4984" y="16079"/>
                  </a:cubicBezTo>
                  <a:cubicBezTo>
                    <a:pt x="4972" y="16079"/>
                    <a:pt x="4961" y="16083"/>
                    <a:pt x="4949" y="16091"/>
                  </a:cubicBezTo>
                  <a:lnTo>
                    <a:pt x="2903" y="17246"/>
                  </a:lnTo>
                  <a:lnTo>
                    <a:pt x="1950" y="16078"/>
                  </a:lnTo>
                  <a:lnTo>
                    <a:pt x="3497" y="14308"/>
                  </a:lnTo>
                  <a:cubicBezTo>
                    <a:pt x="3519" y="14288"/>
                    <a:pt x="3519" y="14254"/>
                    <a:pt x="3506" y="14225"/>
                  </a:cubicBezTo>
                  <a:cubicBezTo>
                    <a:pt x="3408" y="14059"/>
                    <a:pt x="3318" y="13894"/>
                    <a:pt x="3235" y="13728"/>
                  </a:cubicBezTo>
                  <a:lnTo>
                    <a:pt x="3222" y="13701"/>
                  </a:lnTo>
                  <a:cubicBezTo>
                    <a:pt x="3200" y="13651"/>
                    <a:pt x="3180" y="13610"/>
                    <a:pt x="3159" y="13562"/>
                  </a:cubicBezTo>
                  <a:cubicBezTo>
                    <a:pt x="3146" y="13542"/>
                    <a:pt x="3139" y="13520"/>
                    <a:pt x="3132" y="13500"/>
                  </a:cubicBezTo>
                  <a:lnTo>
                    <a:pt x="3111" y="13459"/>
                  </a:lnTo>
                  <a:cubicBezTo>
                    <a:pt x="3104" y="13437"/>
                    <a:pt x="3091" y="13418"/>
                    <a:pt x="3083" y="13396"/>
                  </a:cubicBezTo>
                  <a:cubicBezTo>
                    <a:pt x="3063" y="13348"/>
                    <a:pt x="3041" y="13300"/>
                    <a:pt x="3021" y="13252"/>
                  </a:cubicBezTo>
                  <a:lnTo>
                    <a:pt x="3015" y="13230"/>
                  </a:lnTo>
                  <a:cubicBezTo>
                    <a:pt x="2945" y="13058"/>
                    <a:pt x="2875" y="12878"/>
                    <a:pt x="2821" y="12698"/>
                  </a:cubicBezTo>
                  <a:cubicBezTo>
                    <a:pt x="2807" y="12671"/>
                    <a:pt x="2779" y="12650"/>
                    <a:pt x="2751" y="12650"/>
                  </a:cubicBezTo>
                  <a:lnTo>
                    <a:pt x="402" y="12630"/>
                  </a:lnTo>
                  <a:lnTo>
                    <a:pt x="160" y="11137"/>
                  </a:lnTo>
                  <a:lnTo>
                    <a:pt x="2386" y="10384"/>
                  </a:lnTo>
                  <a:cubicBezTo>
                    <a:pt x="2412" y="10369"/>
                    <a:pt x="2434" y="10342"/>
                    <a:pt x="2434" y="10314"/>
                  </a:cubicBezTo>
                  <a:cubicBezTo>
                    <a:pt x="2434" y="10120"/>
                    <a:pt x="2441" y="9934"/>
                    <a:pt x="2447" y="9747"/>
                  </a:cubicBezTo>
                  <a:lnTo>
                    <a:pt x="2454" y="9720"/>
                  </a:lnTo>
                  <a:cubicBezTo>
                    <a:pt x="2454" y="9664"/>
                    <a:pt x="2461" y="9616"/>
                    <a:pt x="2469" y="9561"/>
                  </a:cubicBezTo>
                  <a:lnTo>
                    <a:pt x="2469" y="9546"/>
                  </a:lnTo>
                  <a:lnTo>
                    <a:pt x="2469" y="9505"/>
                  </a:lnTo>
                  <a:lnTo>
                    <a:pt x="2475" y="9450"/>
                  </a:lnTo>
                  <a:cubicBezTo>
                    <a:pt x="2482" y="9430"/>
                    <a:pt x="2482" y="9402"/>
                    <a:pt x="2482" y="9380"/>
                  </a:cubicBezTo>
                  <a:cubicBezTo>
                    <a:pt x="2489" y="9332"/>
                    <a:pt x="2495" y="9284"/>
                    <a:pt x="2502" y="9229"/>
                  </a:cubicBezTo>
                  <a:lnTo>
                    <a:pt x="2502" y="9201"/>
                  </a:lnTo>
                  <a:cubicBezTo>
                    <a:pt x="2530" y="9015"/>
                    <a:pt x="2565" y="8828"/>
                    <a:pt x="2607" y="8649"/>
                  </a:cubicBezTo>
                  <a:cubicBezTo>
                    <a:pt x="2607" y="8614"/>
                    <a:pt x="2593" y="8586"/>
                    <a:pt x="2572" y="8566"/>
                  </a:cubicBezTo>
                  <a:lnTo>
                    <a:pt x="546" y="7376"/>
                  </a:lnTo>
                  <a:lnTo>
                    <a:pt x="1079" y="5966"/>
                  </a:lnTo>
                  <a:lnTo>
                    <a:pt x="3388" y="6423"/>
                  </a:lnTo>
                  <a:cubicBezTo>
                    <a:pt x="3392" y="6424"/>
                    <a:pt x="3397" y="6424"/>
                    <a:pt x="3402" y="6424"/>
                  </a:cubicBezTo>
                  <a:cubicBezTo>
                    <a:pt x="3426" y="6424"/>
                    <a:pt x="3452" y="6411"/>
                    <a:pt x="3464" y="6388"/>
                  </a:cubicBezTo>
                  <a:cubicBezTo>
                    <a:pt x="3554" y="6222"/>
                    <a:pt x="3657" y="6063"/>
                    <a:pt x="3761" y="5905"/>
                  </a:cubicBezTo>
                  <a:lnTo>
                    <a:pt x="3788" y="5864"/>
                  </a:lnTo>
                  <a:cubicBezTo>
                    <a:pt x="3809" y="5835"/>
                    <a:pt x="3822" y="5807"/>
                    <a:pt x="3844" y="5781"/>
                  </a:cubicBezTo>
                  <a:cubicBezTo>
                    <a:pt x="3851" y="5772"/>
                    <a:pt x="3851" y="5772"/>
                    <a:pt x="3857" y="5766"/>
                  </a:cubicBezTo>
                  <a:lnTo>
                    <a:pt x="3864" y="5752"/>
                  </a:lnTo>
                  <a:cubicBezTo>
                    <a:pt x="3879" y="5739"/>
                    <a:pt x="3892" y="5718"/>
                    <a:pt x="3905" y="5698"/>
                  </a:cubicBezTo>
                  <a:lnTo>
                    <a:pt x="3934" y="5663"/>
                  </a:lnTo>
                  <a:cubicBezTo>
                    <a:pt x="3940" y="5641"/>
                    <a:pt x="3953" y="5628"/>
                    <a:pt x="3968" y="5606"/>
                  </a:cubicBezTo>
                  <a:cubicBezTo>
                    <a:pt x="4003" y="5565"/>
                    <a:pt x="4030" y="5523"/>
                    <a:pt x="4065" y="5482"/>
                  </a:cubicBezTo>
                  <a:lnTo>
                    <a:pt x="4078" y="5469"/>
                  </a:lnTo>
                  <a:lnTo>
                    <a:pt x="4078" y="5462"/>
                  </a:lnTo>
                  <a:cubicBezTo>
                    <a:pt x="4196" y="5316"/>
                    <a:pt x="4313" y="5165"/>
                    <a:pt x="4444" y="5026"/>
                  </a:cubicBezTo>
                  <a:cubicBezTo>
                    <a:pt x="4466" y="5006"/>
                    <a:pt x="4466" y="4971"/>
                    <a:pt x="4451" y="4943"/>
                  </a:cubicBezTo>
                  <a:lnTo>
                    <a:pt x="3298" y="2898"/>
                  </a:lnTo>
                  <a:lnTo>
                    <a:pt x="4459" y="1944"/>
                  </a:lnTo>
                  <a:lnTo>
                    <a:pt x="6234" y="3491"/>
                  </a:lnTo>
                  <a:cubicBezTo>
                    <a:pt x="6247" y="3504"/>
                    <a:pt x="6264" y="3512"/>
                    <a:pt x="6282" y="3512"/>
                  </a:cubicBezTo>
                  <a:cubicBezTo>
                    <a:pt x="6294" y="3512"/>
                    <a:pt x="6306" y="3508"/>
                    <a:pt x="6317" y="3500"/>
                  </a:cubicBezTo>
                  <a:cubicBezTo>
                    <a:pt x="6476" y="3409"/>
                    <a:pt x="6649" y="3319"/>
                    <a:pt x="6815" y="3236"/>
                  </a:cubicBezTo>
                  <a:lnTo>
                    <a:pt x="6823" y="3229"/>
                  </a:lnTo>
                  <a:lnTo>
                    <a:pt x="6843" y="3223"/>
                  </a:lnTo>
                  <a:cubicBezTo>
                    <a:pt x="6884" y="3201"/>
                    <a:pt x="6933" y="3175"/>
                    <a:pt x="6981" y="3153"/>
                  </a:cubicBezTo>
                  <a:cubicBezTo>
                    <a:pt x="7002" y="3146"/>
                    <a:pt x="7022" y="3140"/>
                    <a:pt x="7044" y="3127"/>
                  </a:cubicBezTo>
                  <a:lnTo>
                    <a:pt x="7079" y="3112"/>
                  </a:lnTo>
                  <a:cubicBezTo>
                    <a:pt x="7098" y="3098"/>
                    <a:pt x="7127" y="3092"/>
                    <a:pt x="7147" y="3077"/>
                  </a:cubicBezTo>
                  <a:lnTo>
                    <a:pt x="7175" y="3070"/>
                  </a:lnTo>
                  <a:cubicBezTo>
                    <a:pt x="7203" y="3057"/>
                    <a:pt x="7230" y="3044"/>
                    <a:pt x="7264" y="3029"/>
                  </a:cubicBezTo>
                  <a:lnTo>
                    <a:pt x="7312" y="3009"/>
                  </a:lnTo>
                  <a:cubicBezTo>
                    <a:pt x="7487" y="2939"/>
                    <a:pt x="7666" y="2878"/>
                    <a:pt x="7845" y="2815"/>
                  </a:cubicBezTo>
                  <a:cubicBezTo>
                    <a:pt x="7873" y="2808"/>
                    <a:pt x="7893" y="2780"/>
                    <a:pt x="7893" y="2745"/>
                  </a:cubicBezTo>
                  <a:lnTo>
                    <a:pt x="7915" y="396"/>
                  </a:lnTo>
                  <a:lnTo>
                    <a:pt x="9401" y="154"/>
                  </a:lnTo>
                  <a:close/>
                  <a:moveTo>
                    <a:pt x="9455" y="0"/>
                  </a:moveTo>
                  <a:cubicBezTo>
                    <a:pt x="9451" y="0"/>
                    <a:pt x="9447" y="1"/>
                    <a:pt x="9442" y="1"/>
                  </a:cubicBezTo>
                  <a:lnTo>
                    <a:pt x="7832" y="265"/>
                  </a:lnTo>
                  <a:cubicBezTo>
                    <a:pt x="7797" y="272"/>
                    <a:pt x="7769" y="298"/>
                    <a:pt x="7769" y="333"/>
                  </a:cubicBezTo>
                  <a:lnTo>
                    <a:pt x="7749" y="2690"/>
                  </a:lnTo>
                  <a:cubicBezTo>
                    <a:pt x="7583" y="2745"/>
                    <a:pt x="7417" y="2808"/>
                    <a:pt x="7258" y="2878"/>
                  </a:cubicBezTo>
                  <a:lnTo>
                    <a:pt x="7210" y="2898"/>
                  </a:lnTo>
                  <a:cubicBezTo>
                    <a:pt x="7175" y="2911"/>
                    <a:pt x="7147" y="2919"/>
                    <a:pt x="7113" y="2932"/>
                  </a:cubicBezTo>
                  <a:cubicBezTo>
                    <a:pt x="7113" y="2939"/>
                    <a:pt x="7105" y="2939"/>
                    <a:pt x="7098" y="2939"/>
                  </a:cubicBezTo>
                  <a:lnTo>
                    <a:pt x="7085" y="2946"/>
                  </a:lnTo>
                  <a:cubicBezTo>
                    <a:pt x="7064" y="2961"/>
                    <a:pt x="7044" y="2967"/>
                    <a:pt x="7022" y="2974"/>
                  </a:cubicBezTo>
                  <a:lnTo>
                    <a:pt x="6981" y="2994"/>
                  </a:lnTo>
                  <a:cubicBezTo>
                    <a:pt x="6961" y="3002"/>
                    <a:pt x="6939" y="3015"/>
                    <a:pt x="6919" y="3022"/>
                  </a:cubicBezTo>
                  <a:cubicBezTo>
                    <a:pt x="6871" y="3044"/>
                    <a:pt x="6823" y="3070"/>
                    <a:pt x="6773" y="3092"/>
                  </a:cubicBezTo>
                  <a:lnTo>
                    <a:pt x="6753" y="3105"/>
                  </a:lnTo>
                  <a:cubicBezTo>
                    <a:pt x="6594" y="3181"/>
                    <a:pt x="6442" y="3264"/>
                    <a:pt x="6291" y="3347"/>
                  </a:cubicBezTo>
                  <a:lnTo>
                    <a:pt x="4514" y="1800"/>
                  </a:lnTo>
                  <a:cubicBezTo>
                    <a:pt x="4500" y="1785"/>
                    <a:pt x="4483" y="1778"/>
                    <a:pt x="4465" y="1778"/>
                  </a:cubicBezTo>
                  <a:cubicBezTo>
                    <a:pt x="4448" y="1778"/>
                    <a:pt x="4431" y="1785"/>
                    <a:pt x="4418" y="1800"/>
                  </a:cubicBezTo>
                  <a:lnTo>
                    <a:pt x="3152" y="2821"/>
                  </a:lnTo>
                  <a:cubicBezTo>
                    <a:pt x="3124" y="2850"/>
                    <a:pt x="3117" y="2884"/>
                    <a:pt x="3139" y="2919"/>
                  </a:cubicBezTo>
                  <a:lnTo>
                    <a:pt x="4300" y="4971"/>
                  </a:lnTo>
                  <a:cubicBezTo>
                    <a:pt x="4182" y="5102"/>
                    <a:pt x="4071" y="5233"/>
                    <a:pt x="3962" y="5373"/>
                  </a:cubicBezTo>
                  <a:lnTo>
                    <a:pt x="3947" y="5392"/>
                  </a:lnTo>
                  <a:cubicBezTo>
                    <a:pt x="3912" y="5434"/>
                    <a:pt x="3885" y="5475"/>
                    <a:pt x="3851" y="5523"/>
                  </a:cubicBezTo>
                  <a:cubicBezTo>
                    <a:pt x="3837" y="5538"/>
                    <a:pt x="3822" y="5558"/>
                    <a:pt x="3816" y="5573"/>
                  </a:cubicBezTo>
                  <a:lnTo>
                    <a:pt x="3781" y="5615"/>
                  </a:lnTo>
                  <a:cubicBezTo>
                    <a:pt x="3768" y="5635"/>
                    <a:pt x="3761" y="5656"/>
                    <a:pt x="3746" y="5669"/>
                  </a:cubicBezTo>
                  <a:lnTo>
                    <a:pt x="3733" y="5683"/>
                  </a:lnTo>
                  <a:cubicBezTo>
                    <a:pt x="3733" y="5683"/>
                    <a:pt x="3733" y="5689"/>
                    <a:pt x="3726" y="5698"/>
                  </a:cubicBezTo>
                  <a:cubicBezTo>
                    <a:pt x="3705" y="5724"/>
                    <a:pt x="3685" y="5752"/>
                    <a:pt x="3663" y="5781"/>
                  </a:cubicBezTo>
                  <a:lnTo>
                    <a:pt x="3643" y="5822"/>
                  </a:lnTo>
                  <a:cubicBezTo>
                    <a:pt x="3539" y="5966"/>
                    <a:pt x="3449" y="6119"/>
                    <a:pt x="3360" y="6270"/>
                  </a:cubicBezTo>
                  <a:lnTo>
                    <a:pt x="1044" y="5814"/>
                  </a:lnTo>
                  <a:cubicBezTo>
                    <a:pt x="1039" y="5813"/>
                    <a:pt x="1033" y="5812"/>
                    <a:pt x="1028" y="5812"/>
                  </a:cubicBezTo>
                  <a:cubicBezTo>
                    <a:pt x="999" y="5812"/>
                    <a:pt x="975" y="5827"/>
                    <a:pt x="968" y="5855"/>
                  </a:cubicBezTo>
                  <a:lnTo>
                    <a:pt x="387" y="7383"/>
                  </a:lnTo>
                  <a:cubicBezTo>
                    <a:pt x="374" y="7411"/>
                    <a:pt x="387" y="7453"/>
                    <a:pt x="415" y="7466"/>
                  </a:cubicBezTo>
                  <a:lnTo>
                    <a:pt x="2447" y="8668"/>
                  </a:lnTo>
                  <a:cubicBezTo>
                    <a:pt x="2412" y="8834"/>
                    <a:pt x="2386" y="9015"/>
                    <a:pt x="2364" y="9181"/>
                  </a:cubicBezTo>
                  <a:lnTo>
                    <a:pt x="2358" y="9208"/>
                  </a:lnTo>
                  <a:cubicBezTo>
                    <a:pt x="2351" y="9264"/>
                    <a:pt x="2344" y="9312"/>
                    <a:pt x="2336" y="9367"/>
                  </a:cubicBezTo>
                  <a:cubicBezTo>
                    <a:pt x="2336" y="9388"/>
                    <a:pt x="2336" y="9408"/>
                    <a:pt x="2330" y="9436"/>
                  </a:cubicBezTo>
                  <a:lnTo>
                    <a:pt x="2323" y="9491"/>
                  </a:lnTo>
                  <a:lnTo>
                    <a:pt x="2323" y="9533"/>
                  </a:lnTo>
                  <a:lnTo>
                    <a:pt x="2323" y="9554"/>
                  </a:lnTo>
                  <a:cubicBezTo>
                    <a:pt x="2316" y="9602"/>
                    <a:pt x="2310" y="9657"/>
                    <a:pt x="2310" y="9705"/>
                  </a:cubicBezTo>
                  <a:lnTo>
                    <a:pt x="2310" y="9720"/>
                  </a:lnTo>
                  <a:cubicBezTo>
                    <a:pt x="2310" y="9727"/>
                    <a:pt x="2303" y="9727"/>
                    <a:pt x="2303" y="9733"/>
                  </a:cubicBezTo>
                  <a:cubicBezTo>
                    <a:pt x="2295" y="9906"/>
                    <a:pt x="2288" y="10085"/>
                    <a:pt x="2288" y="10259"/>
                  </a:cubicBezTo>
                  <a:lnTo>
                    <a:pt x="55" y="11019"/>
                  </a:lnTo>
                  <a:cubicBezTo>
                    <a:pt x="22" y="11032"/>
                    <a:pt x="1" y="11067"/>
                    <a:pt x="7" y="11102"/>
                  </a:cubicBezTo>
                  <a:lnTo>
                    <a:pt x="263" y="12713"/>
                  </a:lnTo>
                  <a:cubicBezTo>
                    <a:pt x="271" y="12747"/>
                    <a:pt x="304" y="12767"/>
                    <a:pt x="339" y="12774"/>
                  </a:cubicBezTo>
                  <a:lnTo>
                    <a:pt x="2696" y="12795"/>
                  </a:lnTo>
                  <a:cubicBezTo>
                    <a:pt x="2751" y="12961"/>
                    <a:pt x="2814" y="13121"/>
                    <a:pt x="2875" y="13286"/>
                  </a:cubicBezTo>
                  <a:lnTo>
                    <a:pt x="2890" y="13313"/>
                  </a:lnTo>
                  <a:cubicBezTo>
                    <a:pt x="2910" y="13354"/>
                    <a:pt x="2932" y="13403"/>
                    <a:pt x="2952" y="13452"/>
                  </a:cubicBezTo>
                  <a:cubicBezTo>
                    <a:pt x="2958" y="13472"/>
                    <a:pt x="2966" y="13500"/>
                    <a:pt x="2980" y="13520"/>
                  </a:cubicBezTo>
                  <a:lnTo>
                    <a:pt x="3000" y="13562"/>
                  </a:lnTo>
                  <a:cubicBezTo>
                    <a:pt x="3008" y="13583"/>
                    <a:pt x="3015" y="13603"/>
                    <a:pt x="3028" y="13625"/>
                  </a:cubicBezTo>
                  <a:cubicBezTo>
                    <a:pt x="3049" y="13673"/>
                    <a:pt x="3069" y="13721"/>
                    <a:pt x="3098" y="13763"/>
                  </a:cubicBezTo>
                  <a:lnTo>
                    <a:pt x="3104" y="13791"/>
                  </a:lnTo>
                  <a:cubicBezTo>
                    <a:pt x="3180" y="13942"/>
                    <a:pt x="3263" y="14101"/>
                    <a:pt x="3353" y="14254"/>
                  </a:cubicBezTo>
                  <a:lnTo>
                    <a:pt x="1797" y="16030"/>
                  </a:lnTo>
                  <a:cubicBezTo>
                    <a:pt x="1777" y="16057"/>
                    <a:pt x="1777" y="16098"/>
                    <a:pt x="1797" y="16126"/>
                  </a:cubicBezTo>
                  <a:lnTo>
                    <a:pt x="2827" y="17384"/>
                  </a:lnTo>
                  <a:cubicBezTo>
                    <a:pt x="2842" y="17403"/>
                    <a:pt x="2865" y="17412"/>
                    <a:pt x="2887" y="17412"/>
                  </a:cubicBezTo>
                  <a:cubicBezTo>
                    <a:pt x="2898" y="17412"/>
                    <a:pt x="2908" y="17410"/>
                    <a:pt x="2917" y="17405"/>
                  </a:cubicBezTo>
                  <a:lnTo>
                    <a:pt x="4970" y="16244"/>
                  </a:lnTo>
                  <a:cubicBezTo>
                    <a:pt x="5101" y="16355"/>
                    <a:pt x="5239" y="16471"/>
                    <a:pt x="5378" y="16576"/>
                  </a:cubicBezTo>
                  <a:lnTo>
                    <a:pt x="5398" y="16596"/>
                  </a:lnTo>
                  <a:cubicBezTo>
                    <a:pt x="5440" y="16624"/>
                    <a:pt x="5481" y="16659"/>
                    <a:pt x="5523" y="16687"/>
                  </a:cubicBezTo>
                  <a:cubicBezTo>
                    <a:pt x="5544" y="16700"/>
                    <a:pt x="5557" y="16713"/>
                    <a:pt x="5579" y="16728"/>
                  </a:cubicBezTo>
                  <a:lnTo>
                    <a:pt x="5621" y="16755"/>
                  </a:lnTo>
                  <a:cubicBezTo>
                    <a:pt x="5634" y="16770"/>
                    <a:pt x="5654" y="16783"/>
                    <a:pt x="5675" y="16796"/>
                  </a:cubicBezTo>
                  <a:cubicBezTo>
                    <a:pt x="5717" y="16825"/>
                    <a:pt x="5758" y="16859"/>
                    <a:pt x="5800" y="16886"/>
                  </a:cubicBezTo>
                  <a:lnTo>
                    <a:pt x="5828" y="16901"/>
                  </a:lnTo>
                  <a:cubicBezTo>
                    <a:pt x="5972" y="16997"/>
                    <a:pt x="6118" y="17093"/>
                    <a:pt x="6269" y="17176"/>
                  </a:cubicBezTo>
                  <a:lnTo>
                    <a:pt x="5813" y="19492"/>
                  </a:lnTo>
                  <a:cubicBezTo>
                    <a:pt x="5806" y="19527"/>
                    <a:pt x="5828" y="19562"/>
                    <a:pt x="5861" y="19575"/>
                  </a:cubicBezTo>
                  <a:lnTo>
                    <a:pt x="7382" y="20155"/>
                  </a:lnTo>
                  <a:cubicBezTo>
                    <a:pt x="7391" y="20159"/>
                    <a:pt x="7400" y="20161"/>
                    <a:pt x="7409" y="20161"/>
                  </a:cubicBezTo>
                  <a:cubicBezTo>
                    <a:pt x="7434" y="20161"/>
                    <a:pt x="7457" y="20146"/>
                    <a:pt x="7472" y="20121"/>
                  </a:cubicBezTo>
                  <a:lnTo>
                    <a:pt x="8668" y="18089"/>
                  </a:lnTo>
                  <a:cubicBezTo>
                    <a:pt x="8840" y="18123"/>
                    <a:pt x="9013" y="18158"/>
                    <a:pt x="9187" y="18180"/>
                  </a:cubicBezTo>
                  <a:lnTo>
                    <a:pt x="9213" y="18186"/>
                  </a:lnTo>
                  <a:cubicBezTo>
                    <a:pt x="9261" y="18193"/>
                    <a:pt x="9318" y="18200"/>
                    <a:pt x="9373" y="18200"/>
                  </a:cubicBezTo>
                  <a:cubicBezTo>
                    <a:pt x="9394" y="18206"/>
                    <a:pt x="9414" y="18206"/>
                    <a:pt x="9442" y="18206"/>
                  </a:cubicBezTo>
                  <a:lnTo>
                    <a:pt x="9484" y="18213"/>
                  </a:lnTo>
                  <a:cubicBezTo>
                    <a:pt x="9504" y="18213"/>
                    <a:pt x="9532" y="18221"/>
                    <a:pt x="9552" y="18221"/>
                  </a:cubicBezTo>
                  <a:cubicBezTo>
                    <a:pt x="9608" y="18228"/>
                    <a:pt x="9656" y="18228"/>
                    <a:pt x="9711" y="18235"/>
                  </a:cubicBezTo>
                  <a:lnTo>
                    <a:pt x="9739" y="18235"/>
                  </a:lnTo>
                  <a:cubicBezTo>
                    <a:pt x="9912" y="18248"/>
                    <a:pt x="10084" y="18254"/>
                    <a:pt x="10265" y="18254"/>
                  </a:cubicBezTo>
                  <a:lnTo>
                    <a:pt x="11025" y="20487"/>
                  </a:lnTo>
                  <a:cubicBezTo>
                    <a:pt x="11031" y="20515"/>
                    <a:pt x="11066" y="20535"/>
                    <a:pt x="11094" y="20535"/>
                  </a:cubicBezTo>
                  <a:lnTo>
                    <a:pt x="11108" y="20535"/>
                  </a:lnTo>
                  <a:lnTo>
                    <a:pt x="12712" y="20273"/>
                  </a:lnTo>
                  <a:cubicBezTo>
                    <a:pt x="12745" y="20267"/>
                    <a:pt x="12773" y="20238"/>
                    <a:pt x="12773" y="20204"/>
                  </a:cubicBezTo>
                  <a:lnTo>
                    <a:pt x="12795" y="17848"/>
                  </a:lnTo>
                  <a:cubicBezTo>
                    <a:pt x="12961" y="17792"/>
                    <a:pt x="13126" y="17730"/>
                    <a:pt x="13284" y="17661"/>
                  </a:cubicBezTo>
                  <a:lnTo>
                    <a:pt x="13334" y="17647"/>
                  </a:lnTo>
                  <a:cubicBezTo>
                    <a:pt x="13367" y="17632"/>
                    <a:pt x="13395" y="17619"/>
                    <a:pt x="13430" y="17606"/>
                  </a:cubicBezTo>
                  <a:cubicBezTo>
                    <a:pt x="13437" y="17599"/>
                    <a:pt x="13437" y="17599"/>
                    <a:pt x="13443" y="17599"/>
                  </a:cubicBezTo>
                  <a:lnTo>
                    <a:pt x="13458" y="17591"/>
                  </a:lnTo>
                  <a:cubicBezTo>
                    <a:pt x="13478" y="17584"/>
                    <a:pt x="13500" y="17571"/>
                    <a:pt x="13520" y="17564"/>
                  </a:cubicBezTo>
                  <a:lnTo>
                    <a:pt x="13561" y="17543"/>
                  </a:lnTo>
                  <a:cubicBezTo>
                    <a:pt x="13583" y="17536"/>
                    <a:pt x="13602" y="17523"/>
                    <a:pt x="13624" y="17516"/>
                  </a:cubicBezTo>
                  <a:cubicBezTo>
                    <a:pt x="13672" y="17495"/>
                    <a:pt x="13720" y="17467"/>
                    <a:pt x="13768" y="17447"/>
                  </a:cubicBezTo>
                  <a:lnTo>
                    <a:pt x="13790" y="17440"/>
                  </a:lnTo>
                  <a:cubicBezTo>
                    <a:pt x="13790" y="17440"/>
                    <a:pt x="13790" y="17433"/>
                    <a:pt x="13797" y="17433"/>
                  </a:cubicBezTo>
                  <a:cubicBezTo>
                    <a:pt x="13947" y="17357"/>
                    <a:pt x="14107" y="17274"/>
                    <a:pt x="14259" y="17191"/>
                  </a:cubicBezTo>
                  <a:lnTo>
                    <a:pt x="16036" y="18739"/>
                  </a:lnTo>
                  <a:cubicBezTo>
                    <a:pt x="16046" y="18754"/>
                    <a:pt x="16063" y="18761"/>
                    <a:pt x="16081" y="18761"/>
                  </a:cubicBezTo>
                  <a:cubicBezTo>
                    <a:pt x="16096" y="18761"/>
                    <a:pt x="16112" y="18756"/>
                    <a:pt x="16125" y="18745"/>
                  </a:cubicBezTo>
                  <a:lnTo>
                    <a:pt x="17389" y="17715"/>
                  </a:lnTo>
                  <a:cubicBezTo>
                    <a:pt x="17418" y="17689"/>
                    <a:pt x="17424" y="17654"/>
                    <a:pt x="17404" y="17619"/>
                  </a:cubicBezTo>
                  <a:lnTo>
                    <a:pt x="16243" y="15567"/>
                  </a:lnTo>
                  <a:cubicBezTo>
                    <a:pt x="16361" y="15435"/>
                    <a:pt x="16470" y="15304"/>
                    <a:pt x="16582" y="15166"/>
                  </a:cubicBezTo>
                  <a:lnTo>
                    <a:pt x="16582" y="15159"/>
                  </a:lnTo>
                  <a:lnTo>
                    <a:pt x="16595" y="15144"/>
                  </a:lnTo>
                  <a:cubicBezTo>
                    <a:pt x="16630" y="15103"/>
                    <a:pt x="16658" y="15061"/>
                    <a:pt x="16693" y="15020"/>
                  </a:cubicBezTo>
                  <a:cubicBezTo>
                    <a:pt x="16706" y="15000"/>
                    <a:pt x="16719" y="14978"/>
                    <a:pt x="16734" y="14965"/>
                  </a:cubicBezTo>
                  <a:lnTo>
                    <a:pt x="16754" y="14924"/>
                  </a:lnTo>
                  <a:cubicBezTo>
                    <a:pt x="16776" y="14910"/>
                    <a:pt x="16789" y="14889"/>
                    <a:pt x="16802" y="14869"/>
                  </a:cubicBezTo>
                  <a:lnTo>
                    <a:pt x="16809" y="14854"/>
                  </a:lnTo>
                  <a:cubicBezTo>
                    <a:pt x="16809" y="14854"/>
                    <a:pt x="16817" y="14847"/>
                    <a:pt x="16817" y="14841"/>
                  </a:cubicBezTo>
                  <a:cubicBezTo>
                    <a:pt x="16837" y="14813"/>
                    <a:pt x="16859" y="14786"/>
                    <a:pt x="16879" y="14758"/>
                  </a:cubicBezTo>
                  <a:lnTo>
                    <a:pt x="16907" y="14716"/>
                  </a:lnTo>
                  <a:cubicBezTo>
                    <a:pt x="17003" y="14572"/>
                    <a:pt x="17092" y="14419"/>
                    <a:pt x="17182" y="14267"/>
                  </a:cubicBezTo>
                  <a:lnTo>
                    <a:pt x="19498" y="14723"/>
                  </a:lnTo>
                  <a:cubicBezTo>
                    <a:pt x="19503" y="14724"/>
                    <a:pt x="19509" y="14725"/>
                    <a:pt x="19515" y="14725"/>
                  </a:cubicBezTo>
                  <a:cubicBezTo>
                    <a:pt x="19543" y="14725"/>
                    <a:pt x="19570" y="14711"/>
                    <a:pt x="19581" y="14682"/>
                  </a:cubicBezTo>
                  <a:lnTo>
                    <a:pt x="20155" y="13162"/>
                  </a:lnTo>
                  <a:cubicBezTo>
                    <a:pt x="20168" y="13127"/>
                    <a:pt x="20155" y="13086"/>
                    <a:pt x="20126" y="13071"/>
                  </a:cubicBezTo>
                  <a:lnTo>
                    <a:pt x="18094" y="11868"/>
                  </a:lnTo>
                  <a:cubicBezTo>
                    <a:pt x="18129" y="11702"/>
                    <a:pt x="18157" y="11530"/>
                    <a:pt x="18186" y="11357"/>
                  </a:cubicBezTo>
                  <a:lnTo>
                    <a:pt x="18186" y="11329"/>
                  </a:lnTo>
                  <a:cubicBezTo>
                    <a:pt x="18192" y="11274"/>
                    <a:pt x="18199" y="11226"/>
                    <a:pt x="18206" y="11172"/>
                  </a:cubicBezTo>
                  <a:cubicBezTo>
                    <a:pt x="18206" y="11150"/>
                    <a:pt x="18212" y="11130"/>
                    <a:pt x="18212" y="11102"/>
                  </a:cubicBezTo>
                  <a:lnTo>
                    <a:pt x="18219" y="11060"/>
                  </a:lnTo>
                  <a:cubicBezTo>
                    <a:pt x="18219" y="11032"/>
                    <a:pt x="18219" y="11012"/>
                    <a:pt x="18227" y="10984"/>
                  </a:cubicBezTo>
                  <a:cubicBezTo>
                    <a:pt x="18227" y="10936"/>
                    <a:pt x="18234" y="10881"/>
                    <a:pt x="18234" y="10832"/>
                  </a:cubicBezTo>
                  <a:lnTo>
                    <a:pt x="18240" y="10783"/>
                  </a:lnTo>
                  <a:lnTo>
                    <a:pt x="18240" y="10764"/>
                  </a:lnTo>
                  <a:cubicBezTo>
                    <a:pt x="18254" y="10604"/>
                    <a:pt x="18254" y="10445"/>
                    <a:pt x="18254" y="10279"/>
                  </a:cubicBezTo>
                  <a:lnTo>
                    <a:pt x="20486" y="9519"/>
                  </a:lnTo>
                  <a:cubicBezTo>
                    <a:pt x="20521" y="9505"/>
                    <a:pt x="20541" y="9471"/>
                    <a:pt x="20534" y="9436"/>
                  </a:cubicBezTo>
                  <a:lnTo>
                    <a:pt x="20279" y="7826"/>
                  </a:lnTo>
                  <a:cubicBezTo>
                    <a:pt x="20272" y="7791"/>
                    <a:pt x="20244" y="7771"/>
                    <a:pt x="20209" y="7771"/>
                  </a:cubicBezTo>
                  <a:lnTo>
                    <a:pt x="17846" y="7750"/>
                  </a:lnTo>
                  <a:cubicBezTo>
                    <a:pt x="17791" y="7577"/>
                    <a:pt x="17729" y="7418"/>
                    <a:pt x="17666" y="7252"/>
                  </a:cubicBezTo>
                  <a:cubicBezTo>
                    <a:pt x="17666" y="7252"/>
                    <a:pt x="17660" y="7245"/>
                    <a:pt x="17660" y="7239"/>
                  </a:cubicBezTo>
                  <a:lnTo>
                    <a:pt x="17653" y="7232"/>
                  </a:lnTo>
                  <a:cubicBezTo>
                    <a:pt x="17632" y="7182"/>
                    <a:pt x="17618" y="7134"/>
                    <a:pt x="17590" y="7086"/>
                  </a:cubicBezTo>
                  <a:cubicBezTo>
                    <a:pt x="17583" y="7066"/>
                    <a:pt x="17577" y="7038"/>
                    <a:pt x="17564" y="7016"/>
                  </a:cubicBezTo>
                  <a:lnTo>
                    <a:pt x="17549" y="6983"/>
                  </a:lnTo>
                  <a:cubicBezTo>
                    <a:pt x="17535" y="6962"/>
                    <a:pt x="17529" y="6933"/>
                    <a:pt x="17522" y="6914"/>
                  </a:cubicBezTo>
                  <a:cubicBezTo>
                    <a:pt x="17494" y="6865"/>
                    <a:pt x="17472" y="6824"/>
                    <a:pt x="17452" y="6776"/>
                  </a:cubicBezTo>
                  <a:lnTo>
                    <a:pt x="17431" y="6734"/>
                  </a:lnTo>
                  <a:cubicBezTo>
                    <a:pt x="17424" y="6726"/>
                    <a:pt x="17424" y="6719"/>
                    <a:pt x="17418" y="6713"/>
                  </a:cubicBezTo>
                  <a:cubicBezTo>
                    <a:pt x="17348" y="6568"/>
                    <a:pt x="17273" y="6429"/>
                    <a:pt x="17190" y="6285"/>
                  </a:cubicBezTo>
                  <a:lnTo>
                    <a:pt x="18745" y="4508"/>
                  </a:lnTo>
                  <a:cubicBezTo>
                    <a:pt x="18766" y="4480"/>
                    <a:pt x="18766" y="4439"/>
                    <a:pt x="18745" y="4419"/>
                  </a:cubicBezTo>
                  <a:lnTo>
                    <a:pt x="17715" y="3153"/>
                  </a:lnTo>
                  <a:cubicBezTo>
                    <a:pt x="17701" y="3135"/>
                    <a:pt x="17678" y="3126"/>
                    <a:pt x="17656" y="3126"/>
                  </a:cubicBezTo>
                  <a:cubicBezTo>
                    <a:pt x="17645" y="3126"/>
                    <a:pt x="17634" y="3128"/>
                    <a:pt x="17625" y="3133"/>
                  </a:cubicBezTo>
                  <a:lnTo>
                    <a:pt x="15573" y="4294"/>
                  </a:lnTo>
                  <a:cubicBezTo>
                    <a:pt x="15440" y="4183"/>
                    <a:pt x="15303" y="4065"/>
                    <a:pt x="15165" y="3963"/>
                  </a:cubicBezTo>
                  <a:lnTo>
                    <a:pt x="15143" y="3941"/>
                  </a:lnTo>
                  <a:cubicBezTo>
                    <a:pt x="15102" y="3914"/>
                    <a:pt x="15061" y="3880"/>
                    <a:pt x="15019" y="3851"/>
                  </a:cubicBezTo>
                  <a:cubicBezTo>
                    <a:pt x="14999" y="3838"/>
                    <a:pt x="14984" y="3823"/>
                    <a:pt x="14964" y="3810"/>
                  </a:cubicBezTo>
                  <a:lnTo>
                    <a:pt x="14929" y="3782"/>
                  </a:lnTo>
                  <a:cubicBezTo>
                    <a:pt x="14910" y="3769"/>
                    <a:pt x="14888" y="3755"/>
                    <a:pt x="14868" y="3740"/>
                  </a:cubicBezTo>
                  <a:cubicBezTo>
                    <a:pt x="14827" y="3714"/>
                    <a:pt x="14785" y="3679"/>
                    <a:pt x="14744" y="3651"/>
                  </a:cubicBezTo>
                  <a:lnTo>
                    <a:pt x="14715" y="3637"/>
                  </a:lnTo>
                  <a:cubicBezTo>
                    <a:pt x="14570" y="3541"/>
                    <a:pt x="14425" y="3443"/>
                    <a:pt x="14273" y="3360"/>
                  </a:cubicBezTo>
                  <a:lnTo>
                    <a:pt x="14729" y="1045"/>
                  </a:lnTo>
                  <a:cubicBezTo>
                    <a:pt x="14735" y="1012"/>
                    <a:pt x="14715" y="977"/>
                    <a:pt x="14681" y="962"/>
                  </a:cubicBezTo>
                  <a:lnTo>
                    <a:pt x="13160" y="381"/>
                  </a:lnTo>
                  <a:cubicBezTo>
                    <a:pt x="13151" y="378"/>
                    <a:pt x="13142" y="376"/>
                    <a:pt x="13134" y="376"/>
                  </a:cubicBezTo>
                  <a:cubicBezTo>
                    <a:pt x="13109" y="376"/>
                    <a:pt x="13086" y="390"/>
                    <a:pt x="13070" y="416"/>
                  </a:cubicBezTo>
                  <a:lnTo>
                    <a:pt x="11874" y="2448"/>
                  </a:lnTo>
                  <a:cubicBezTo>
                    <a:pt x="11778" y="2428"/>
                    <a:pt x="11682" y="2407"/>
                    <a:pt x="11592" y="2393"/>
                  </a:cubicBezTo>
                  <a:cubicBezTo>
                    <a:pt x="11522" y="2380"/>
                    <a:pt x="11446" y="2372"/>
                    <a:pt x="11356" y="2359"/>
                  </a:cubicBezTo>
                  <a:lnTo>
                    <a:pt x="11328" y="2352"/>
                  </a:lnTo>
                  <a:cubicBezTo>
                    <a:pt x="11280" y="2345"/>
                    <a:pt x="11225" y="2345"/>
                    <a:pt x="11177" y="2339"/>
                  </a:cubicBezTo>
                  <a:cubicBezTo>
                    <a:pt x="11149" y="2330"/>
                    <a:pt x="11128" y="2330"/>
                    <a:pt x="11108" y="2330"/>
                  </a:cubicBezTo>
                  <a:lnTo>
                    <a:pt x="11060" y="2324"/>
                  </a:lnTo>
                  <a:cubicBezTo>
                    <a:pt x="11038" y="2324"/>
                    <a:pt x="11011" y="2317"/>
                    <a:pt x="10990" y="2317"/>
                  </a:cubicBezTo>
                  <a:cubicBezTo>
                    <a:pt x="10935" y="2310"/>
                    <a:pt x="10887" y="2310"/>
                    <a:pt x="10831" y="2304"/>
                  </a:cubicBezTo>
                  <a:lnTo>
                    <a:pt x="10804" y="2304"/>
                  </a:lnTo>
                  <a:cubicBezTo>
                    <a:pt x="10630" y="2289"/>
                    <a:pt x="10457" y="2282"/>
                    <a:pt x="10285" y="2282"/>
                  </a:cubicBezTo>
                  <a:lnTo>
                    <a:pt x="9519" y="50"/>
                  </a:lnTo>
                  <a:cubicBezTo>
                    <a:pt x="9511" y="20"/>
                    <a:pt x="9485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46"/>
            <p:cNvSpPr/>
            <p:nvPr/>
          </p:nvSpPr>
          <p:spPr>
            <a:xfrm>
              <a:off x="7033950" y="-293650"/>
              <a:ext cx="2687391" cy="2688118"/>
            </a:xfrm>
            <a:custGeom>
              <a:rect b="b" l="l" r="r" t="t"/>
              <a:pathLst>
                <a:path extrusionOk="0" h="25884" w="25877">
                  <a:moveTo>
                    <a:pt x="12939" y="77"/>
                  </a:moveTo>
                  <a:cubicBezTo>
                    <a:pt x="20037" y="77"/>
                    <a:pt x="25807" y="5848"/>
                    <a:pt x="25807" y="12946"/>
                  </a:cubicBezTo>
                  <a:cubicBezTo>
                    <a:pt x="25807" y="20037"/>
                    <a:pt x="20037" y="25808"/>
                    <a:pt x="12939" y="25808"/>
                  </a:cubicBezTo>
                  <a:cubicBezTo>
                    <a:pt x="5847" y="25808"/>
                    <a:pt x="77" y="20037"/>
                    <a:pt x="77" y="12946"/>
                  </a:cubicBezTo>
                  <a:cubicBezTo>
                    <a:pt x="77" y="5848"/>
                    <a:pt x="5847" y="77"/>
                    <a:pt x="12939" y="77"/>
                  </a:cubicBezTo>
                  <a:close/>
                  <a:moveTo>
                    <a:pt x="12939" y="1"/>
                  </a:moveTo>
                  <a:cubicBezTo>
                    <a:pt x="11190" y="1"/>
                    <a:pt x="9497" y="346"/>
                    <a:pt x="7899" y="1022"/>
                  </a:cubicBezTo>
                  <a:cubicBezTo>
                    <a:pt x="6358" y="1673"/>
                    <a:pt x="4977" y="2606"/>
                    <a:pt x="3787" y="3794"/>
                  </a:cubicBezTo>
                  <a:cubicBezTo>
                    <a:pt x="2598" y="4983"/>
                    <a:pt x="1666" y="6365"/>
                    <a:pt x="1015" y="7906"/>
                  </a:cubicBezTo>
                  <a:cubicBezTo>
                    <a:pt x="339" y="9504"/>
                    <a:pt x="0" y="11197"/>
                    <a:pt x="0" y="12946"/>
                  </a:cubicBezTo>
                  <a:cubicBezTo>
                    <a:pt x="0" y="14687"/>
                    <a:pt x="339" y="16381"/>
                    <a:pt x="1015" y="17977"/>
                  </a:cubicBezTo>
                  <a:cubicBezTo>
                    <a:pt x="1666" y="19518"/>
                    <a:pt x="2598" y="20901"/>
                    <a:pt x="3787" y="22089"/>
                  </a:cubicBezTo>
                  <a:cubicBezTo>
                    <a:pt x="4977" y="23278"/>
                    <a:pt x="6358" y="24212"/>
                    <a:pt x="7899" y="24867"/>
                  </a:cubicBezTo>
                  <a:cubicBezTo>
                    <a:pt x="9497" y="25539"/>
                    <a:pt x="11190" y="25884"/>
                    <a:pt x="12939" y="25884"/>
                  </a:cubicBezTo>
                  <a:cubicBezTo>
                    <a:pt x="14687" y="25884"/>
                    <a:pt x="16381" y="25539"/>
                    <a:pt x="17976" y="24867"/>
                  </a:cubicBezTo>
                  <a:cubicBezTo>
                    <a:pt x="19517" y="24212"/>
                    <a:pt x="20901" y="23278"/>
                    <a:pt x="22088" y="22089"/>
                  </a:cubicBezTo>
                  <a:cubicBezTo>
                    <a:pt x="23278" y="20901"/>
                    <a:pt x="24212" y="19518"/>
                    <a:pt x="24860" y="17977"/>
                  </a:cubicBezTo>
                  <a:cubicBezTo>
                    <a:pt x="25539" y="16381"/>
                    <a:pt x="25877" y="14687"/>
                    <a:pt x="25877" y="12946"/>
                  </a:cubicBezTo>
                  <a:cubicBezTo>
                    <a:pt x="25877" y="11197"/>
                    <a:pt x="25539" y="9504"/>
                    <a:pt x="24860" y="7906"/>
                  </a:cubicBezTo>
                  <a:cubicBezTo>
                    <a:pt x="24212" y="6365"/>
                    <a:pt x="23278" y="4983"/>
                    <a:pt x="22088" y="3794"/>
                  </a:cubicBezTo>
                  <a:cubicBezTo>
                    <a:pt x="20901" y="2606"/>
                    <a:pt x="19517" y="1673"/>
                    <a:pt x="17976" y="1022"/>
                  </a:cubicBezTo>
                  <a:cubicBezTo>
                    <a:pt x="16381" y="346"/>
                    <a:pt x="14687" y="1"/>
                    <a:pt x="12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8" name="Google Shape;16448;p46"/>
          <p:cNvGrpSpPr/>
          <p:nvPr/>
        </p:nvGrpSpPr>
        <p:grpSpPr>
          <a:xfrm>
            <a:off x="2265908" y="1615734"/>
            <a:ext cx="370930" cy="370549"/>
            <a:chOff x="2497275" y="2744159"/>
            <a:chExt cx="370930" cy="370549"/>
          </a:xfrm>
        </p:grpSpPr>
        <p:sp>
          <p:nvSpPr>
            <p:cNvPr id="16449" name="Google Shape;16449;p46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46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46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46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46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46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5" name="Google Shape;16455;p46"/>
          <p:cNvGrpSpPr/>
          <p:nvPr/>
        </p:nvGrpSpPr>
        <p:grpSpPr>
          <a:xfrm>
            <a:off x="4526331" y="2946706"/>
            <a:ext cx="396131" cy="355612"/>
            <a:chOff x="1865381" y="4277506"/>
            <a:chExt cx="396131" cy="355612"/>
          </a:xfrm>
        </p:grpSpPr>
        <p:sp>
          <p:nvSpPr>
            <p:cNvPr id="16456" name="Google Shape;16456;p46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46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46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46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46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46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62" name="Google Shape;16462;p46"/>
          <p:cNvSpPr/>
          <p:nvPr/>
        </p:nvSpPr>
        <p:spPr>
          <a:xfrm>
            <a:off x="6701470" y="1726407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66" name="Shape 16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7" name="Google Shape;16467;p47"/>
          <p:cNvSpPr txBox="1"/>
          <p:nvPr>
            <p:ph type="title"/>
          </p:nvPr>
        </p:nvSpPr>
        <p:spPr>
          <a:xfrm>
            <a:off x="713225" y="1092050"/>
            <a:ext cx="7717800" cy="216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/>
              <a:t>Thank you for listening</a:t>
            </a:r>
            <a:endParaRPr sz="5600"/>
          </a:p>
        </p:txBody>
      </p:sp>
      <p:sp>
        <p:nvSpPr>
          <p:cNvPr id="16468" name="Google Shape;16468;p47"/>
          <p:cNvSpPr txBox="1"/>
          <p:nvPr>
            <p:ph idx="1" type="subTitle"/>
          </p:nvPr>
        </p:nvSpPr>
        <p:spPr>
          <a:xfrm>
            <a:off x="1284000" y="3113450"/>
            <a:ext cx="6576000" cy="44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Questions, Comments, Concerns?</a:t>
            </a:r>
            <a:endParaRPr/>
          </a:p>
        </p:txBody>
      </p:sp>
      <p:sp>
        <p:nvSpPr>
          <p:cNvPr id="16469" name="Google Shape;16469;p47"/>
          <p:cNvSpPr/>
          <p:nvPr/>
        </p:nvSpPr>
        <p:spPr>
          <a:xfrm>
            <a:off x="1508200" y="824225"/>
            <a:ext cx="543940" cy="571857"/>
          </a:xfrm>
          <a:custGeom>
            <a:rect b="b" l="l" r="r" t="t"/>
            <a:pathLst>
              <a:path extrusionOk="0" h="17432" w="16581">
                <a:moveTo>
                  <a:pt x="8431" y="4679"/>
                </a:moveTo>
                <a:cubicBezTo>
                  <a:pt x="9068" y="4707"/>
                  <a:pt x="9697" y="4879"/>
                  <a:pt x="10256" y="5191"/>
                </a:cubicBezTo>
                <a:cubicBezTo>
                  <a:pt x="10264" y="5191"/>
                  <a:pt x="10264" y="5198"/>
                  <a:pt x="10271" y="5198"/>
                </a:cubicBezTo>
                <a:cubicBezTo>
                  <a:pt x="10298" y="5211"/>
                  <a:pt x="10319" y="5226"/>
                  <a:pt x="10339" y="5239"/>
                </a:cubicBezTo>
                <a:cubicBezTo>
                  <a:pt x="10367" y="5253"/>
                  <a:pt x="10389" y="5267"/>
                  <a:pt x="10415" y="5281"/>
                </a:cubicBezTo>
                <a:cubicBezTo>
                  <a:pt x="10415" y="5287"/>
                  <a:pt x="10422" y="5287"/>
                  <a:pt x="10430" y="5294"/>
                </a:cubicBezTo>
                <a:cubicBezTo>
                  <a:pt x="10969" y="5632"/>
                  <a:pt x="11426" y="6097"/>
                  <a:pt x="11757" y="6643"/>
                </a:cubicBezTo>
                <a:cubicBezTo>
                  <a:pt x="11757" y="6649"/>
                  <a:pt x="11764" y="6656"/>
                  <a:pt x="11764" y="6663"/>
                </a:cubicBezTo>
                <a:cubicBezTo>
                  <a:pt x="11777" y="6684"/>
                  <a:pt x="11790" y="6704"/>
                  <a:pt x="11805" y="6732"/>
                </a:cubicBezTo>
                <a:cubicBezTo>
                  <a:pt x="11819" y="6752"/>
                  <a:pt x="11832" y="6780"/>
                  <a:pt x="11847" y="6802"/>
                </a:cubicBezTo>
                <a:cubicBezTo>
                  <a:pt x="11847" y="6808"/>
                  <a:pt x="11854" y="6815"/>
                  <a:pt x="11854" y="6822"/>
                </a:cubicBezTo>
                <a:cubicBezTo>
                  <a:pt x="12150" y="7382"/>
                  <a:pt x="12316" y="8018"/>
                  <a:pt x="12330" y="8653"/>
                </a:cubicBezTo>
                <a:lnTo>
                  <a:pt x="12330" y="8675"/>
                </a:lnTo>
                <a:cubicBezTo>
                  <a:pt x="12330" y="8701"/>
                  <a:pt x="12330" y="8723"/>
                  <a:pt x="12323" y="8751"/>
                </a:cubicBezTo>
                <a:lnTo>
                  <a:pt x="12323" y="8834"/>
                </a:lnTo>
                <a:lnTo>
                  <a:pt x="12323" y="8854"/>
                </a:lnTo>
                <a:cubicBezTo>
                  <a:pt x="12303" y="9497"/>
                  <a:pt x="12131" y="10119"/>
                  <a:pt x="11819" y="10678"/>
                </a:cubicBezTo>
                <a:cubicBezTo>
                  <a:pt x="11812" y="10685"/>
                  <a:pt x="11812" y="10692"/>
                  <a:pt x="11805" y="10700"/>
                </a:cubicBezTo>
                <a:cubicBezTo>
                  <a:pt x="11799" y="10720"/>
                  <a:pt x="11784" y="10741"/>
                  <a:pt x="11771" y="10761"/>
                </a:cubicBezTo>
                <a:cubicBezTo>
                  <a:pt x="11757" y="10790"/>
                  <a:pt x="11742" y="10809"/>
                  <a:pt x="11722" y="10838"/>
                </a:cubicBezTo>
                <a:cubicBezTo>
                  <a:pt x="11722" y="10844"/>
                  <a:pt x="11716" y="10851"/>
                  <a:pt x="11716" y="10851"/>
                </a:cubicBezTo>
                <a:cubicBezTo>
                  <a:pt x="11376" y="11397"/>
                  <a:pt x="10913" y="11853"/>
                  <a:pt x="10361" y="12178"/>
                </a:cubicBezTo>
                <a:cubicBezTo>
                  <a:pt x="10361" y="12185"/>
                  <a:pt x="10354" y="12185"/>
                  <a:pt x="10347" y="12193"/>
                </a:cubicBezTo>
                <a:cubicBezTo>
                  <a:pt x="10319" y="12206"/>
                  <a:pt x="10298" y="12219"/>
                  <a:pt x="10271" y="12234"/>
                </a:cubicBezTo>
                <a:cubicBezTo>
                  <a:pt x="10249" y="12248"/>
                  <a:pt x="10230" y="12261"/>
                  <a:pt x="10201" y="12267"/>
                </a:cubicBezTo>
                <a:cubicBezTo>
                  <a:pt x="10201" y="12276"/>
                  <a:pt x="10195" y="12276"/>
                  <a:pt x="10188" y="12282"/>
                </a:cubicBezTo>
                <a:cubicBezTo>
                  <a:pt x="9621" y="12579"/>
                  <a:pt x="8992" y="12739"/>
                  <a:pt x="8357" y="12752"/>
                </a:cubicBezTo>
                <a:lnTo>
                  <a:pt x="8150" y="12752"/>
                </a:lnTo>
                <a:cubicBezTo>
                  <a:pt x="7513" y="12724"/>
                  <a:pt x="6884" y="12551"/>
                  <a:pt x="6325" y="12241"/>
                </a:cubicBezTo>
                <a:cubicBezTo>
                  <a:pt x="6325" y="12241"/>
                  <a:pt x="6317" y="12234"/>
                  <a:pt x="6310" y="12234"/>
                </a:cubicBezTo>
                <a:cubicBezTo>
                  <a:pt x="6283" y="12219"/>
                  <a:pt x="6262" y="12206"/>
                  <a:pt x="6234" y="12193"/>
                </a:cubicBezTo>
                <a:cubicBezTo>
                  <a:pt x="6214" y="12178"/>
                  <a:pt x="6192" y="12165"/>
                  <a:pt x="6172" y="12151"/>
                </a:cubicBezTo>
                <a:cubicBezTo>
                  <a:pt x="6166" y="12143"/>
                  <a:pt x="6159" y="12143"/>
                  <a:pt x="6151" y="12136"/>
                </a:cubicBezTo>
                <a:cubicBezTo>
                  <a:pt x="5612" y="11798"/>
                  <a:pt x="5155" y="11335"/>
                  <a:pt x="4824" y="10790"/>
                </a:cubicBezTo>
                <a:cubicBezTo>
                  <a:pt x="4824" y="10783"/>
                  <a:pt x="4817" y="10775"/>
                  <a:pt x="4817" y="10768"/>
                </a:cubicBezTo>
                <a:cubicBezTo>
                  <a:pt x="4804" y="10748"/>
                  <a:pt x="4791" y="10720"/>
                  <a:pt x="4776" y="10700"/>
                </a:cubicBezTo>
                <a:cubicBezTo>
                  <a:pt x="4762" y="10672"/>
                  <a:pt x="4749" y="10650"/>
                  <a:pt x="4734" y="10630"/>
                </a:cubicBezTo>
                <a:cubicBezTo>
                  <a:pt x="4734" y="10624"/>
                  <a:pt x="4727" y="10617"/>
                  <a:pt x="4727" y="10609"/>
                </a:cubicBezTo>
                <a:cubicBezTo>
                  <a:pt x="4431" y="10050"/>
                  <a:pt x="4265" y="9421"/>
                  <a:pt x="4258" y="8777"/>
                </a:cubicBezTo>
                <a:lnTo>
                  <a:pt x="4258" y="8758"/>
                </a:lnTo>
                <a:lnTo>
                  <a:pt x="4258" y="8675"/>
                </a:lnTo>
                <a:lnTo>
                  <a:pt x="4258" y="8598"/>
                </a:lnTo>
                <a:lnTo>
                  <a:pt x="4258" y="8577"/>
                </a:lnTo>
                <a:cubicBezTo>
                  <a:pt x="4278" y="7935"/>
                  <a:pt x="4450" y="7313"/>
                  <a:pt x="4762" y="6752"/>
                </a:cubicBezTo>
                <a:cubicBezTo>
                  <a:pt x="4769" y="6745"/>
                  <a:pt x="4769" y="6739"/>
                  <a:pt x="4776" y="6732"/>
                </a:cubicBezTo>
                <a:cubicBezTo>
                  <a:pt x="4791" y="6711"/>
                  <a:pt x="4804" y="6684"/>
                  <a:pt x="4817" y="6663"/>
                </a:cubicBezTo>
                <a:cubicBezTo>
                  <a:pt x="4832" y="6636"/>
                  <a:pt x="4845" y="6614"/>
                  <a:pt x="4859" y="6594"/>
                </a:cubicBezTo>
                <a:cubicBezTo>
                  <a:pt x="4859" y="6586"/>
                  <a:pt x="4865" y="6586"/>
                  <a:pt x="4865" y="6580"/>
                </a:cubicBezTo>
                <a:cubicBezTo>
                  <a:pt x="5205" y="6034"/>
                  <a:pt x="5675" y="5578"/>
                  <a:pt x="6220" y="5253"/>
                </a:cubicBezTo>
                <a:cubicBezTo>
                  <a:pt x="6227" y="5246"/>
                  <a:pt x="6227" y="5246"/>
                  <a:pt x="6234" y="5239"/>
                </a:cubicBezTo>
                <a:cubicBezTo>
                  <a:pt x="6255" y="5226"/>
                  <a:pt x="6283" y="5218"/>
                  <a:pt x="6303" y="5204"/>
                </a:cubicBezTo>
                <a:cubicBezTo>
                  <a:pt x="6332" y="5191"/>
                  <a:pt x="6351" y="5176"/>
                  <a:pt x="6380" y="5163"/>
                </a:cubicBezTo>
                <a:cubicBezTo>
                  <a:pt x="6386" y="5156"/>
                  <a:pt x="6386" y="5156"/>
                  <a:pt x="6393" y="5150"/>
                </a:cubicBezTo>
                <a:cubicBezTo>
                  <a:pt x="6960" y="4853"/>
                  <a:pt x="7589" y="4694"/>
                  <a:pt x="8232" y="4679"/>
                </a:cubicBezTo>
                <a:close/>
                <a:moveTo>
                  <a:pt x="6932" y="1"/>
                </a:moveTo>
                <a:lnTo>
                  <a:pt x="6317" y="2544"/>
                </a:lnTo>
                <a:cubicBezTo>
                  <a:pt x="6096" y="2613"/>
                  <a:pt x="5889" y="2688"/>
                  <a:pt x="5681" y="2779"/>
                </a:cubicBezTo>
                <a:cubicBezTo>
                  <a:pt x="5537" y="2841"/>
                  <a:pt x="5398" y="2910"/>
                  <a:pt x="5253" y="2987"/>
                </a:cubicBezTo>
                <a:cubicBezTo>
                  <a:pt x="5247" y="2993"/>
                  <a:pt x="5238" y="3000"/>
                  <a:pt x="5225" y="3000"/>
                </a:cubicBezTo>
                <a:cubicBezTo>
                  <a:pt x="5218" y="3007"/>
                  <a:pt x="5218" y="3007"/>
                  <a:pt x="5212" y="3013"/>
                </a:cubicBezTo>
                <a:cubicBezTo>
                  <a:pt x="5170" y="3035"/>
                  <a:pt x="5136" y="3048"/>
                  <a:pt x="5101" y="3070"/>
                </a:cubicBezTo>
                <a:cubicBezTo>
                  <a:pt x="5101" y="3076"/>
                  <a:pt x="5094" y="3076"/>
                  <a:pt x="5087" y="3076"/>
                </a:cubicBezTo>
                <a:cubicBezTo>
                  <a:pt x="5059" y="3096"/>
                  <a:pt x="5031" y="3111"/>
                  <a:pt x="4998" y="3131"/>
                </a:cubicBezTo>
                <a:cubicBezTo>
                  <a:pt x="4990" y="3131"/>
                  <a:pt x="4990" y="3138"/>
                  <a:pt x="4983" y="3144"/>
                </a:cubicBezTo>
                <a:cubicBezTo>
                  <a:pt x="4928" y="3172"/>
                  <a:pt x="4873" y="3207"/>
                  <a:pt x="4817" y="3242"/>
                </a:cubicBezTo>
                <a:cubicBezTo>
                  <a:pt x="4776" y="3269"/>
                  <a:pt x="4734" y="3297"/>
                  <a:pt x="4686" y="3325"/>
                </a:cubicBezTo>
                <a:cubicBezTo>
                  <a:pt x="4459" y="3476"/>
                  <a:pt x="4236" y="3650"/>
                  <a:pt x="4023" y="3836"/>
                </a:cubicBezTo>
                <a:lnTo>
                  <a:pt x="1528" y="3048"/>
                </a:lnTo>
                <a:lnTo>
                  <a:pt x="63" y="5536"/>
                </a:lnTo>
                <a:lnTo>
                  <a:pt x="1956" y="7341"/>
                </a:lnTo>
                <a:cubicBezTo>
                  <a:pt x="1921" y="7507"/>
                  <a:pt x="1888" y="7673"/>
                  <a:pt x="1866" y="7830"/>
                </a:cubicBezTo>
                <a:cubicBezTo>
                  <a:pt x="1859" y="7893"/>
                  <a:pt x="1853" y="7948"/>
                  <a:pt x="1846" y="8011"/>
                </a:cubicBezTo>
                <a:cubicBezTo>
                  <a:pt x="1831" y="8107"/>
                  <a:pt x="1825" y="8212"/>
                  <a:pt x="1818" y="8315"/>
                </a:cubicBezTo>
                <a:lnTo>
                  <a:pt x="1818" y="8328"/>
                </a:lnTo>
                <a:cubicBezTo>
                  <a:pt x="1818" y="8391"/>
                  <a:pt x="1811" y="8452"/>
                  <a:pt x="1811" y="8509"/>
                </a:cubicBezTo>
                <a:lnTo>
                  <a:pt x="1811" y="8535"/>
                </a:lnTo>
                <a:lnTo>
                  <a:pt x="1811" y="8633"/>
                </a:lnTo>
                <a:lnTo>
                  <a:pt x="1811" y="8653"/>
                </a:lnTo>
                <a:lnTo>
                  <a:pt x="1811" y="8771"/>
                </a:lnTo>
                <a:lnTo>
                  <a:pt x="1811" y="8799"/>
                </a:lnTo>
                <a:cubicBezTo>
                  <a:pt x="1811" y="9185"/>
                  <a:pt x="1853" y="9580"/>
                  <a:pt x="1929" y="9967"/>
                </a:cubicBezTo>
                <a:lnTo>
                  <a:pt x="0" y="11743"/>
                </a:lnTo>
                <a:lnTo>
                  <a:pt x="1423" y="14251"/>
                </a:lnTo>
                <a:lnTo>
                  <a:pt x="3933" y="13512"/>
                </a:lnTo>
                <a:cubicBezTo>
                  <a:pt x="4140" y="13706"/>
                  <a:pt x="4354" y="13878"/>
                  <a:pt x="4583" y="14037"/>
                </a:cubicBezTo>
                <a:cubicBezTo>
                  <a:pt x="4673" y="14092"/>
                  <a:pt x="4756" y="14155"/>
                  <a:pt x="4845" y="14210"/>
                </a:cubicBezTo>
                <a:cubicBezTo>
                  <a:pt x="4852" y="14217"/>
                  <a:pt x="4865" y="14217"/>
                  <a:pt x="4873" y="14225"/>
                </a:cubicBezTo>
                <a:cubicBezTo>
                  <a:pt x="4880" y="14231"/>
                  <a:pt x="4887" y="14231"/>
                  <a:pt x="4893" y="14238"/>
                </a:cubicBezTo>
                <a:cubicBezTo>
                  <a:pt x="4928" y="14258"/>
                  <a:pt x="4963" y="14280"/>
                  <a:pt x="4998" y="14299"/>
                </a:cubicBezTo>
                <a:cubicBezTo>
                  <a:pt x="5031" y="14321"/>
                  <a:pt x="5066" y="14341"/>
                  <a:pt x="5101" y="14362"/>
                </a:cubicBezTo>
                <a:cubicBezTo>
                  <a:pt x="5107" y="14362"/>
                  <a:pt x="5114" y="14369"/>
                  <a:pt x="5122" y="14369"/>
                </a:cubicBezTo>
                <a:cubicBezTo>
                  <a:pt x="5129" y="14376"/>
                  <a:pt x="5136" y="14382"/>
                  <a:pt x="5149" y="14382"/>
                </a:cubicBezTo>
                <a:cubicBezTo>
                  <a:pt x="5280" y="14459"/>
                  <a:pt x="5426" y="14535"/>
                  <a:pt x="5563" y="14598"/>
                </a:cubicBezTo>
                <a:cubicBezTo>
                  <a:pt x="5771" y="14694"/>
                  <a:pt x="5978" y="14777"/>
                  <a:pt x="6192" y="14853"/>
                </a:cubicBezTo>
                <a:lnTo>
                  <a:pt x="6766" y="17403"/>
                </a:lnTo>
                <a:lnTo>
                  <a:pt x="9649" y="17431"/>
                </a:lnTo>
                <a:lnTo>
                  <a:pt x="10271" y="14888"/>
                </a:lnTo>
                <a:cubicBezTo>
                  <a:pt x="10485" y="14819"/>
                  <a:pt x="10692" y="14742"/>
                  <a:pt x="10900" y="14653"/>
                </a:cubicBezTo>
                <a:cubicBezTo>
                  <a:pt x="11044" y="14590"/>
                  <a:pt x="11190" y="14522"/>
                  <a:pt x="11328" y="14445"/>
                </a:cubicBezTo>
                <a:cubicBezTo>
                  <a:pt x="11334" y="14439"/>
                  <a:pt x="11343" y="14439"/>
                  <a:pt x="11356" y="14432"/>
                </a:cubicBezTo>
                <a:cubicBezTo>
                  <a:pt x="11363" y="14424"/>
                  <a:pt x="11369" y="14424"/>
                  <a:pt x="11369" y="14417"/>
                </a:cubicBezTo>
                <a:cubicBezTo>
                  <a:pt x="11411" y="14404"/>
                  <a:pt x="11445" y="14382"/>
                  <a:pt x="11480" y="14362"/>
                </a:cubicBezTo>
                <a:cubicBezTo>
                  <a:pt x="11480" y="14356"/>
                  <a:pt x="11487" y="14356"/>
                  <a:pt x="11494" y="14356"/>
                </a:cubicBezTo>
                <a:cubicBezTo>
                  <a:pt x="11522" y="14334"/>
                  <a:pt x="11550" y="14321"/>
                  <a:pt x="11583" y="14299"/>
                </a:cubicBezTo>
                <a:cubicBezTo>
                  <a:pt x="11591" y="14299"/>
                  <a:pt x="11598" y="14293"/>
                  <a:pt x="11605" y="14293"/>
                </a:cubicBezTo>
                <a:cubicBezTo>
                  <a:pt x="11936" y="14092"/>
                  <a:pt x="12262" y="13858"/>
                  <a:pt x="12558" y="13603"/>
                </a:cubicBezTo>
                <a:lnTo>
                  <a:pt x="15053" y="14382"/>
                </a:lnTo>
                <a:lnTo>
                  <a:pt x="16518" y="11903"/>
                </a:lnTo>
                <a:lnTo>
                  <a:pt x="14625" y="10091"/>
                </a:lnTo>
                <a:cubicBezTo>
                  <a:pt x="14652" y="9973"/>
                  <a:pt x="14673" y="9856"/>
                  <a:pt x="14693" y="9738"/>
                </a:cubicBezTo>
                <a:cubicBezTo>
                  <a:pt x="14708" y="9628"/>
                  <a:pt x="14722" y="9524"/>
                  <a:pt x="14735" y="9421"/>
                </a:cubicBezTo>
                <a:cubicBezTo>
                  <a:pt x="14743" y="9373"/>
                  <a:pt x="14750" y="9317"/>
                  <a:pt x="14750" y="9268"/>
                </a:cubicBezTo>
                <a:cubicBezTo>
                  <a:pt x="14763" y="9166"/>
                  <a:pt x="14763" y="9054"/>
                  <a:pt x="14770" y="8950"/>
                </a:cubicBezTo>
                <a:lnTo>
                  <a:pt x="14770" y="8923"/>
                </a:lnTo>
                <a:lnTo>
                  <a:pt x="14770" y="8895"/>
                </a:lnTo>
                <a:cubicBezTo>
                  <a:pt x="14770" y="8860"/>
                  <a:pt x="14776" y="8819"/>
                  <a:pt x="14776" y="8777"/>
                </a:cubicBezTo>
                <a:lnTo>
                  <a:pt x="14776" y="8660"/>
                </a:lnTo>
                <a:lnTo>
                  <a:pt x="14776" y="8633"/>
                </a:lnTo>
                <a:cubicBezTo>
                  <a:pt x="14770" y="8245"/>
                  <a:pt x="14728" y="7852"/>
                  <a:pt x="14652" y="7465"/>
                </a:cubicBezTo>
                <a:lnTo>
                  <a:pt x="16581" y="5695"/>
                </a:lnTo>
                <a:lnTo>
                  <a:pt x="15164" y="3179"/>
                </a:lnTo>
                <a:lnTo>
                  <a:pt x="12648" y="3919"/>
                </a:lnTo>
                <a:cubicBezTo>
                  <a:pt x="12558" y="3836"/>
                  <a:pt x="12469" y="3753"/>
                  <a:pt x="12379" y="3677"/>
                </a:cubicBezTo>
                <a:cubicBezTo>
                  <a:pt x="12296" y="3615"/>
                  <a:pt x="12213" y="3552"/>
                  <a:pt x="12122" y="3491"/>
                </a:cubicBezTo>
                <a:cubicBezTo>
                  <a:pt x="12081" y="3456"/>
                  <a:pt x="12039" y="3428"/>
                  <a:pt x="11998" y="3393"/>
                </a:cubicBezTo>
                <a:cubicBezTo>
                  <a:pt x="11908" y="3338"/>
                  <a:pt x="11825" y="3277"/>
                  <a:pt x="11736" y="3221"/>
                </a:cubicBezTo>
                <a:cubicBezTo>
                  <a:pt x="11729" y="3214"/>
                  <a:pt x="11716" y="3214"/>
                  <a:pt x="11708" y="3207"/>
                </a:cubicBezTo>
                <a:cubicBezTo>
                  <a:pt x="11701" y="3201"/>
                  <a:pt x="11694" y="3201"/>
                  <a:pt x="11688" y="3194"/>
                </a:cubicBezTo>
                <a:cubicBezTo>
                  <a:pt x="11653" y="3172"/>
                  <a:pt x="11618" y="3153"/>
                  <a:pt x="11583" y="3131"/>
                </a:cubicBezTo>
                <a:cubicBezTo>
                  <a:pt x="11550" y="3111"/>
                  <a:pt x="11515" y="3090"/>
                  <a:pt x="11480" y="3076"/>
                </a:cubicBezTo>
                <a:cubicBezTo>
                  <a:pt x="11474" y="3070"/>
                  <a:pt x="11467" y="3070"/>
                  <a:pt x="11467" y="3061"/>
                </a:cubicBezTo>
                <a:cubicBezTo>
                  <a:pt x="11452" y="3055"/>
                  <a:pt x="11445" y="3048"/>
                  <a:pt x="11439" y="3048"/>
                </a:cubicBezTo>
                <a:cubicBezTo>
                  <a:pt x="11301" y="2972"/>
                  <a:pt x="11155" y="2895"/>
                  <a:pt x="11018" y="2834"/>
                </a:cubicBezTo>
                <a:cubicBezTo>
                  <a:pt x="10810" y="2738"/>
                  <a:pt x="10603" y="2655"/>
                  <a:pt x="10389" y="2579"/>
                </a:cubicBezTo>
                <a:lnTo>
                  <a:pt x="9815" y="27"/>
                </a:lnTo>
                <a:lnTo>
                  <a:pt x="6932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0" name="Google Shape;16470;p47"/>
          <p:cNvSpPr/>
          <p:nvPr/>
        </p:nvSpPr>
        <p:spPr>
          <a:xfrm>
            <a:off x="-420650" y="-631550"/>
            <a:ext cx="2342100" cy="2342100"/>
          </a:xfrm>
          <a:prstGeom prst="ellipse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1" name="Google Shape;16471;p47"/>
          <p:cNvSpPr txBox="1"/>
          <p:nvPr>
            <p:ph idx="1" type="subTitle"/>
          </p:nvPr>
        </p:nvSpPr>
        <p:spPr>
          <a:xfrm>
            <a:off x="2388925" y="3980924"/>
            <a:ext cx="4448100" cy="890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rgbClr val="FFFFFF"/>
                </a:solid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njiang1@swarthmore.edu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rgbClr val="FFFFFF"/>
                </a:solidFill>
              </a:rPr>
              <a:t>mshiley1@swarthmore.edu</a:t>
            </a:r>
            <a:endParaRPr u="sng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rgbClr val="FFFFFF"/>
                </a:solid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avasque1@swarthmore.ed</a:t>
            </a:r>
            <a:r>
              <a:rPr lang="en" u="sng">
                <a:solidFill>
                  <a:srgbClr val="FFFFFF"/>
                </a:solidFill>
              </a:rPr>
              <a:t>u</a:t>
            </a:r>
            <a:endParaRPr u="sng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5"/>
              </a:rPr>
              <a:t>ceverba1@swarthmore.edu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echanical Engineering Degree for College by Slidesgo">
  <a:themeElements>
    <a:clrScheme name="Simple Light">
      <a:dk1>
        <a:srgbClr val="0D5BA2"/>
      </a:dk1>
      <a:lt1>
        <a:srgbClr val="EFEFEF"/>
      </a:lt1>
      <a:dk2>
        <a:srgbClr val="FFFFFF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